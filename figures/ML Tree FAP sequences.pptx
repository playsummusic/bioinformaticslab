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F904D2-3847-EC3D-4DF5-7E36661C9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BA8B86-CC7F-A3DA-1E08-DDAA9E4E5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F49BC3-378C-AEB0-4981-3A5D6C329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CE1EAB-9A2C-9C0A-BCCE-1D9AAD34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A44AF1-D95F-080D-412D-DA935EBF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2118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F49BC-59EC-DD89-27BA-41A61DEE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50B5E1-8CD3-6D1D-40EF-BC47A5C77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65CB79-BF15-0536-485B-BBA6349C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432ECF-5A52-E547-A5FE-1AFFFB83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DFB04C-8308-9915-9DC6-490D5047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27257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00429-0875-41B7-D64A-B36B0805B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0B525A-2B33-6C0D-1FCD-0F21DCE83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F04CAE-C7A0-39A0-A98E-40EA3505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0625B4-3D1E-1C31-0F9A-A0AE1004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D6CB20-0628-0185-0BDB-2D008950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394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6AECA-8F99-A38D-817E-89F85326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F9901-E190-C05D-016A-D217027D5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91DA25-57BA-4FA9-1B83-9C591ECD4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611A31-A2E3-0757-D4C6-084A5A6AD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3B9C3B6-4D7E-C9C7-FC51-249B65E1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AE765C-BA2D-E785-9FA4-27D54997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6557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587DE-6B6B-BD56-6CBD-92F16ED2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122318-AC8C-8F5F-1F94-F0253346F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2458F0-2928-5198-D5A0-FCE4533F0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256958E-A2ED-1AAA-EE88-919B7D012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165BFE-C62B-6189-9DAB-89B905DD1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27ED9A-429D-9993-4D51-2E59DE244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0EA47A2-E947-A1A7-F197-D5CCC402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47898C0-A829-90FD-5E55-8F64B5D0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37214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0D8702-D02F-A693-8264-1161AC04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9AC1BC-6011-513E-87F9-472A6C3F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D1BFC9-8FBA-B1F5-7839-01E6C43F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B87A2F-6C31-9DD6-3687-176DAD54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3769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9498F2-256F-6225-2C39-3418B024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669F4D-BD81-0E79-B8D3-DE66DE49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8F5810-2EA0-518B-0ECC-0DD3674A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185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11F786-D5E3-648C-42CA-08CE47AB4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974F35-FDD0-87CD-B276-F86CC3EE5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4992BE-3341-AF0A-22B0-B7F65BBA3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7B4727-73BB-2B92-90E9-73DBD5C0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47CCCF-CD1F-93AB-617B-F145C3F0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D5A370-1E19-E05A-9B2C-4A4CC077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5347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E2555-4F53-592C-5F4F-8DBF66A90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47FE3C-25C5-34F1-5863-6C750F809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022D6D-2A83-3DE8-698A-B37CC8041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B45E94-BD32-E948-C588-3B313FB65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16B7E0-276E-773D-9725-4F253702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5FD3EE-AE3A-F611-26DD-FAB6E040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3137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4AF0D-198C-5777-1B5A-6A0CDCD9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2A55C5-76C8-E08A-A363-8921859A7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BDF008-9CA2-FB35-A7A6-9B41267FE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6DA3FF-81C3-EC68-1762-FBDF5EC4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CA3369-8A24-A162-4EEA-F7759283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2054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7BC6053-F9F8-9D9A-7649-8ADA30D1A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5A4B05-D782-70FA-5B56-BD0A813A6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BD9C8D-E829-96BD-210A-4E0B99AD2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9F35F6-D20C-0B7B-770C-334603A51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36C440-90C1-D3D2-45FE-1FBA885C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7105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88C1897-B1B1-4376-ABEC-CF76102D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7E2154-8B25-59B7-278F-4E7007FC0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CC9CE7-C48B-9D9E-08A7-0CC15EAD4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90A28-83B4-46A4-96BA-48D775CC7C48}" type="datetimeFigureOut">
              <a:rPr lang="de-AT" smtClean="0"/>
              <a:t>03.12.2025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53D626-2531-E615-7199-1256A146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27DBCE-A12A-7933-DD49-5B8F44C27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2A7A8-F150-4654-9A25-41D1DE51B58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613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ruppieren 532">
            <a:extLst>
              <a:ext uri="{FF2B5EF4-FFF2-40B4-BE49-F238E27FC236}">
                <a16:creationId xmlns:a16="http://schemas.microsoft.com/office/drawing/2014/main" id="{DA8D1953-04EC-9427-B31C-564DAD1A73AB}"/>
              </a:ext>
            </a:extLst>
          </p:cNvPr>
          <p:cNvGrpSpPr/>
          <p:nvPr/>
        </p:nvGrpSpPr>
        <p:grpSpPr>
          <a:xfrm>
            <a:off x="3216000" y="189000"/>
            <a:ext cx="5760000" cy="6480000"/>
            <a:chOff x="4723370" y="936234"/>
            <a:chExt cx="4200889" cy="4907307"/>
          </a:xfrm>
        </p:grpSpPr>
        <p:grpSp>
          <p:nvGrpSpPr>
            <p:cNvPr id="8" name="Grafik 4">
              <a:extLst>
                <a:ext uri="{FF2B5EF4-FFF2-40B4-BE49-F238E27FC236}">
                  <a16:creationId xmlns:a16="http://schemas.microsoft.com/office/drawing/2014/main" id="{81B9652B-8A0F-1B4A-CC37-8BE15FC15C4A}"/>
                </a:ext>
              </a:extLst>
            </p:cNvPr>
            <p:cNvGrpSpPr/>
            <p:nvPr/>
          </p:nvGrpSpPr>
          <p:grpSpPr>
            <a:xfrm>
              <a:off x="4723853" y="936234"/>
              <a:ext cx="4200406" cy="183168"/>
              <a:chOff x="4723853" y="936234"/>
              <a:chExt cx="4200406" cy="183168"/>
            </a:xfrm>
            <a:solidFill>
              <a:srgbClr val="000000"/>
            </a:solidFill>
          </p:grpSpPr>
          <p:sp>
            <p:nvSpPr>
              <p:cNvPr id="9" name="Freihandform: Form 8">
                <a:extLst>
                  <a:ext uri="{FF2B5EF4-FFF2-40B4-BE49-F238E27FC236}">
                    <a16:creationId xmlns:a16="http://schemas.microsoft.com/office/drawing/2014/main" id="{E47E680F-EDAA-3322-0D16-1A26148F952B}"/>
                  </a:ext>
                </a:extLst>
              </p:cNvPr>
              <p:cNvSpPr/>
              <p:nvPr/>
            </p:nvSpPr>
            <p:spPr>
              <a:xfrm>
                <a:off x="4723853" y="938650"/>
                <a:ext cx="136880" cy="141712"/>
              </a:xfrm>
              <a:custGeom>
                <a:avLst/>
                <a:gdLst>
                  <a:gd name="connsiteX0" fmla="*/ 70 w 136880"/>
                  <a:gd name="connsiteY0" fmla="*/ 141748 h 141712"/>
                  <a:gd name="connsiteX1" fmla="*/ 70 w 136880"/>
                  <a:gd name="connsiteY1" fmla="*/ 35 h 141712"/>
                  <a:gd name="connsiteX2" fmla="*/ 42869 w 136880"/>
                  <a:gd name="connsiteY2" fmla="*/ 35 h 141712"/>
                  <a:gd name="connsiteX3" fmla="*/ 68591 w 136880"/>
                  <a:gd name="connsiteY3" fmla="*/ 96694 h 141712"/>
                  <a:gd name="connsiteX4" fmla="*/ 94044 w 136880"/>
                  <a:gd name="connsiteY4" fmla="*/ 35 h 141712"/>
                  <a:gd name="connsiteX5" fmla="*/ 136950 w 136880"/>
                  <a:gd name="connsiteY5" fmla="*/ 35 h 141712"/>
                  <a:gd name="connsiteX6" fmla="*/ 136950 w 136880"/>
                  <a:gd name="connsiteY6" fmla="*/ 141748 h 141712"/>
                  <a:gd name="connsiteX7" fmla="*/ 110369 w 136880"/>
                  <a:gd name="connsiteY7" fmla="*/ 141748 h 141712"/>
                  <a:gd name="connsiteX8" fmla="*/ 110369 w 136880"/>
                  <a:gd name="connsiteY8" fmla="*/ 30214 h 141712"/>
                  <a:gd name="connsiteX9" fmla="*/ 82230 w 136880"/>
                  <a:gd name="connsiteY9" fmla="*/ 141748 h 141712"/>
                  <a:gd name="connsiteX10" fmla="*/ 54682 w 136880"/>
                  <a:gd name="connsiteY10" fmla="*/ 141748 h 141712"/>
                  <a:gd name="connsiteX11" fmla="*/ 26651 w 136880"/>
                  <a:gd name="connsiteY11" fmla="*/ 30214 h 141712"/>
                  <a:gd name="connsiteX12" fmla="*/ 26651 w 136880"/>
                  <a:gd name="connsiteY12" fmla="*/ 141748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6880" h="141712">
                    <a:moveTo>
                      <a:pt x="70" y="141748"/>
                    </a:moveTo>
                    <a:lnTo>
                      <a:pt x="70" y="35"/>
                    </a:lnTo>
                    <a:lnTo>
                      <a:pt x="42869" y="35"/>
                    </a:lnTo>
                    <a:lnTo>
                      <a:pt x="68591" y="96694"/>
                    </a:lnTo>
                    <a:lnTo>
                      <a:pt x="94044" y="35"/>
                    </a:lnTo>
                    <a:lnTo>
                      <a:pt x="136950" y="35"/>
                    </a:lnTo>
                    <a:lnTo>
                      <a:pt x="136950" y="141748"/>
                    </a:lnTo>
                    <a:lnTo>
                      <a:pt x="110369" y="141748"/>
                    </a:lnTo>
                    <a:lnTo>
                      <a:pt x="110369" y="30214"/>
                    </a:lnTo>
                    <a:lnTo>
                      <a:pt x="82230" y="141748"/>
                    </a:lnTo>
                    <a:lnTo>
                      <a:pt x="54682" y="141748"/>
                    </a:lnTo>
                    <a:lnTo>
                      <a:pt x="26651" y="30214"/>
                    </a:lnTo>
                    <a:lnTo>
                      <a:pt x="26651" y="1417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3B36DB17-38C3-FC8E-B868-B74D3CCFEBD5}"/>
                  </a:ext>
                </a:extLst>
              </p:cNvPr>
              <p:cNvSpPr/>
              <p:nvPr/>
            </p:nvSpPr>
            <p:spPr>
              <a:xfrm>
                <a:off x="4881772" y="975381"/>
                <a:ext cx="96390" cy="107291"/>
              </a:xfrm>
              <a:custGeom>
                <a:avLst/>
                <a:gdLst>
                  <a:gd name="connsiteX0" fmla="*/ 27576 w 96390"/>
                  <a:gd name="connsiteY0" fmla="*/ 33705 h 107291"/>
                  <a:gd name="connsiteX1" fmla="*/ 2928 w 96390"/>
                  <a:gd name="connsiteY1" fmla="*/ 29248 h 107291"/>
                  <a:gd name="connsiteX2" fmla="*/ 17212 w 96390"/>
                  <a:gd name="connsiteY2" fmla="*/ 7177 h 107291"/>
                  <a:gd name="connsiteX3" fmla="*/ 47391 w 96390"/>
                  <a:gd name="connsiteY3" fmla="*/ 35 h 107291"/>
                  <a:gd name="connsiteX4" fmla="*/ 74456 w 96390"/>
                  <a:gd name="connsiteY4" fmla="*/ 4331 h 107291"/>
                  <a:gd name="connsiteX5" fmla="*/ 86968 w 96390"/>
                  <a:gd name="connsiteY5" fmla="*/ 15286 h 107291"/>
                  <a:gd name="connsiteX6" fmla="*/ 90566 w 96390"/>
                  <a:gd name="connsiteY6" fmla="*/ 39558 h 107291"/>
                  <a:gd name="connsiteX7" fmla="*/ 90297 w 96390"/>
                  <a:gd name="connsiteY7" fmla="*/ 71294 h 107291"/>
                  <a:gd name="connsiteX8" fmla="*/ 91586 w 96390"/>
                  <a:gd name="connsiteY8" fmla="*/ 91270 h 107291"/>
                  <a:gd name="connsiteX9" fmla="*/ 96473 w 96390"/>
                  <a:gd name="connsiteY9" fmla="*/ 105017 h 107291"/>
                  <a:gd name="connsiteX10" fmla="*/ 69623 w 96390"/>
                  <a:gd name="connsiteY10" fmla="*/ 105017 h 107291"/>
                  <a:gd name="connsiteX11" fmla="*/ 66992 w 96390"/>
                  <a:gd name="connsiteY11" fmla="*/ 97016 h 107291"/>
                  <a:gd name="connsiteX12" fmla="*/ 66025 w 96390"/>
                  <a:gd name="connsiteY12" fmla="*/ 93794 h 107291"/>
                  <a:gd name="connsiteX13" fmla="*/ 51150 w 96390"/>
                  <a:gd name="connsiteY13" fmla="*/ 103943 h 107291"/>
                  <a:gd name="connsiteX14" fmla="*/ 34235 w 96390"/>
                  <a:gd name="connsiteY14" fmla="*/ 107326 h 107291"/>
                  <a:gd name="connsiteX15" fmla="*/ 9211 w 96390"/>
                  <a:gd name="connsiteY15" fmla="*/ 98734 h 107291"/>
                  <a:gd name="connsiteX16" fmla="*/ 82 w 96390"/>
                  <a:gd name="connsiteY16" fmla="*/ 76986 h 107291"/>
                  <a:gd name="connsiteX17" fmla="*/ 4271 w 96390"/>
                  <a:gd name="connsiteY17" fmla="*/ 61467 h 107291"/>
                  <a:gd name="connsiteX18" fmla="*/ 15924 w 96390"/>
                  <a:gd name="connsiteY18" fmla="*/ 51050 h 107291"/>
                  <a:gd name="connsiteX19" fmla="*/ 37511 w 96390"/>
                  <a:gd name="connsiteY19" fmla="*/ 44713 h 107291"/>
                  <a:gd name="connsiteX20" fmla="*/ 63877 w 96390"/>
                  <a:gd name="connsiteY20" fmla="*/ 38054 h 107291"/>
                  <a:gd name="connsiteX21" fmla="*/ 63877 w 96390"/>
                  <a:gd name="connsiteY21" fmla="*/ 35316 h 107291"/>
                  <a:gd name="connsiteX22" fmla="*/ 60011 w 96390"/>
                  <a:gd name="connsiteY22" fmla="*/ 24146 h 107291"/>
                  <a:gd name="connsiteX23" fmla="*/ 45458 w 96390"/>
                  <a:gd name="connsiteY23" fmla="*/ 20817 h 107291"/>
                  <a:gd name="connsiteX24" fmla="*/ 34128 w 96390"/>
                  <a:gd name="connsiteY24" fmla="*/ 23663 h 107291"/>
                  <a:gd name="connsiteX25" fmla="*/ 27576 w 96390"/>
                  <a:gd name="connsiteY25" fmla="*/ 33705 h 107291"/>
                  <a:gd name="connsiteX26" fmla="*/ 63877 w 96390"/>
                  <a:gd name="connsiteY26" fmla="*/ 55721 h 107291"/>
                  <a:gd name="connsiteX27" fmla="*/ 47391 w 96390"/>
                  <a:gd name="connsiteY27" fmla="*/ 59856 h 107291"/>
                  <a:gd name="connsiteX28" fmla="*/ 32570 w 96390"/>
                  <a:gd name="connsiteY28" fmla="*/ 64635 h 107291"/>
                  <a:gd name="connsiteX29" fmla="*/ 27254 w 96390"/>
                  <a:gd name="connsiteY29" fmla="*/ 74194 h 107291"/>
                  <a:gd name="connsiteX30" fmla="*/ 31496 w 96390"/>
                  <a:gd name="connsiteY30" fmla="*/ 84021 h 107291"/>
                  <a:gd name="connsiteX31" fmla="*/ 42344 w 96390"/>
                  <a:gd name="connsiteY31" fmla="*/ 88209 h 107291"/>
                  <a:gd name="connsiteX32" fmla="*/ 56359 w 96390"/>
                  <a:gd name="connsiteY32" fmla="*/ 83376 h 107291"/>
                  <a:gd name="connsiteX33" fmla="*/ 62857 w 96390"/>
                  <a:gd name="connsiteY33" fmla="*/ 74355 h 107291"/>
                  <a:gd name="connsiteX34" fmla="*/ 63877 w 96390"/>
                  <a:gd name="connsiteY34" fmla="*/ 61145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6390" h="107291">
                    <a:moveTo>
                      <a:pt x="27576" y="33705"/>
                    </a:moveTo>
                    <a:lnTo>
                      <a:pt x="2928" y="29248"/>
                    </a:lnTo>
                    <a:cubicBezTo>
                      <a:pt x="5667" y="19313"/>
                      <a:pt x="10446" y="11956"/>
                      <a:pt x="17212" y="7177"/>
                    </a:cubicBezTo>
                    <a:cubicBezTo>
                      <a:pt x="23978" y="2452"/>
                      <a:pt x="34020" y="35"/>
                      <a:pt x="47391" y="35"/>
                    </a:cubicBezTo>
                    <a:cubicBezTo>
                      <a:pt x="59474" y="35"/>
                      <a:pt x="68495" y="1485"/>
                      <a:pt x="74456" y="4331"/>
                    </a:cubicBezTo>
                    <a:cubicBezTo>
                      <a:pt x="80363" y="7231"/>
                      <a:pt x="84551" y="10882"/>
                      <a:pt x="86968" y="15286"/>
                    </a:cubicBezTo>
                    <a:cubicBezTo>
                      <a:pt x="89384" y="19689"/>
                      <a:pt x="90566" y="27798"/>
                      <a:pt x="90566" y="39558"/>
                    </a:cubicBezTo>
                    <a:lnTo>
                      <a:pt x="90297" y="71294"/>
                    </a:lnTo>
                    <a:cubicBezTo>
                      <a:pt x="90297" y="80316"/>
                      <a:pt x="90727" y="86974"/>
                      <a:pt x="91586" y="91270"/>
                    </a:cubicBezTo>
                    <a:cubicBezTo>
                      <a:pt x="92445" y="95513"/>
                      <a:pt x="94110" y="100131"/>
                      <a:pt x="96473" y="105017"/>
                    </a:cubicBezTo>
                    <a:lnTo>
                      <a:pt x="69623" y="105017"/>
                    </a:lnTo>
                    <a:cubicBezTo>
                      <a:pt x="68871" y="103192"/>
                      <a:pt x="68012" y="100560"/>
                      <a:pt x="66992" y="97016"/>
                    </a:cubicBezTo>
                    <a:cubicBezTo>
                      <a:pt x="66562" y="95405"/>
                      <a:pt x="66240" y="94331"/>
                      <a:pt x="66025" y="93794"/>
                    </a:cubicBezTo>
                    <a:cubicBezTo>
                      <a:pt x="61407" y="98305"/>
                      <a:pt x="56413" y="101688"/>
                      <a:pt x="51150" y="103943"/>
                    </a:cubicBezTo>
                    <a:cubicBezTo>
                      <a:pt x="45834" y="106199"/>
                      <a:pt x="40196" y="107326"/>
                      <a:pt x="34235" y="107326"/>
                    </a:cubicBezTo>
                    <a:cubicBezTo>
                      <a:pt x="23656" y="107326"/>
                      <a:pt x="15333" y="104480"/>
                      <a:pt x="9211" y="98734"/>
                    </a:cubicBezTo>
                    <a:cubicBezTo>
                      <a:pt x="3143" y="92989"/>
                      <a:pt x="82" y="85739"/>
                      <a:pt x="82" y="76986"/>
                    </a:cubicBezTo>
                    <a:cubicBezTo>
                      <a:pt x="82" y="71187"/>
                      <a:pt x="1478" y="66032"/>
                      <a:pt x="4271" y="61467"/>
                    </a:cubicBezTo>
                    <a:cubicBezTo>
                      <a:pt x="7009" y="56956"/>
                      <a:pt x="10929" y="53466"/>
                      <a:pt x="15924" y="51050"/>
                    </a:cubicBezTo>
                    <a:cubicBezTo>
                      <a:pt x="20918" y="48633"/>
                      <a:pt x="28113" y="46485"/>
                      <a:pt x="37511" y="44713"/>
                    </a:cubicBezTo>
                    <a:cubicBezTo>
                      <a:pt x="50184" y="42297"/>
                      <a:pt x="58990" y="40095"/>
                      <a:pt x="63877" y="38054"/>
                    </a:cubicBezTo>
                    <a:lnTo>
                      <a:pt x="63877" y="35316"/>
                    </a:lnTo>
                    <a:cubicBezTo>
                      <a:pt x="63877" y="30107"/>
                      <a:pt x="62588" y="26402"/>
                      <a:pt x="60011" y="24146"/>
                    </a:cubicBezTo>
                    <a:cubicBezTo>
                      <a:pt x="57433" y="21944"/>
                      <a:pt x="52600" y="20817"/>
                      <a:pt x="45458" y="20817"/>
                    </a:cubicBezTo>
                    <a:cubicBezTo>
                      <a:pt x="40625" y="20817"/>
                      <a:pt x="36813" y="21783"/>
                      <a:pt x="34128" y="23663"/>
                    </a:cubicBezTo>
                    <a:cubicBezTo>
                      <a:pt x="31443" y="25596"/>
                      <a:pt x="29241" y="28925"/>
                      <a:pt x="27576" y="33705"/>
                    </a:cubicBezTo>
                    <a:moveTo>
                      <a:pt x="63877" y="55721"/>
                    </a:moveTo>
                    <a:cubicBezTo>
                      <a:pt x="60440" y="56903"/>
                      <a:pt x="54909" y="58245"/>
                      <a:pt x="47391" y="59856"/>
                    </a:cubicBezTo>
                    <a:cubicBezTo>
                      <a:pt x="39820" y="61467"/>
                      <a:pt x="34879" y="63078"/>
                      <a:pt x="32570" y="64635"/>
                    </a:cubicBezTo>
                    <a:cubicBezTo>
                      <a:pt x="29026" y="67106"/>
                      <a:pt x="27254" y="70328"/>
                      <a:pt x="27254" y="74194"/>
                    </a:cubicBezTo>
                    <a:cubicBezTo>
                      <a:pt x="27254" y="78007"/>
                      <a:pt x="28704" y="81282"/>
                      <a:pt x="31496" y="84021"/>
                    </a:cubicBezTo>
                    <a:cubicBezTo>
                      <a:pt x="34342" y="86813"/>
                      <a:pt x="37940" y="88209"/>
                      <a:pt x="42344" y="88209"/>
                    </a:cubicBezTo>
                    <a:cubicBezTo>
                      <a:pt x="47230" y="88209"/>
                      <a:pt x="51902" y="86598"/>
                      <a:pt x="56359" y="83376"/>
                    </a:cubicBezTo>
                    <a:cubicBezTo>
                      <a:pt x="59635" y="80906"/>
                      <a:pt x="61783" y="77899"/>
                      <a:pt x="62857" y="74355"/>
                    </a:cubicBezTo>
                    <a:cubicBezTo>
                      <a:pt x="63555" y="72046"/>
                      <a:pt x="63877" y="67643"/>
                      <a:pt x="63877" y="611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189B64D0-2F0F-DBE4-0E61-DB50E02A3A01}"/>
                  </a:ext>
                </a:extLst>
              </p:cNvPr>
              <p:cNvSpPr/>
              <p:nvPr/>
            </p:nvSpPr>
            <p:spPr>
              <a:xfrm>
                <a:off x="4986013" y="977690"/>
                <a:ext cx="107076" cy="102673"/>
              </a:xfrm>
              <a:custGeom>
                <a:avLst/>
                <a:gdLst>
                  <a:gd name="connsiteX0" fmla="*/ 90 w 107076"/>
                  <a:gd name="connsiteY0" fmla="*/ 102708 h 102673"/>
                  <a:gd name="connsiteX1" fmla="*/ 37089 w 107076"/>
                  <a:gd name="connsiteY1" fmla="*/ 49814 h 102673"/>
                  <a:gd name="connsiteX2" fmla="*/ 1594 w 107076"/>
                  <a:gd name="connsiteY2" fmla="*/ 35 h 102673"/>
                  <a:gd name="connsiteX3" fmla="*/ 34780 w 107076"/>
                  <a:gd name="connsiteY3" fmla="*/ 35 h 102673"/>
                  <a:gd name="connsiteX4" fmla="*/ 52930 w 107076"/>
                  <a:gd name="connsiteY4" fmla="*/ 28281 h 102673"/>
                  <a:gd name="connsiteX5" fmla="*/ 72101 w 107076"/>
                  <a:gd name="connsiteY5" fmla="*/ 35 h 102673"/>
                  <a:gd name="connsiteX6" fmla="*/ 103998 w 107076"/>
                  <a:gd name="connsiteY6" fmla="*/ 35 h 102673"/>
                  <a:gd name="connsiteX7" fmla="*/ 69201 w 107076"/>
                  <a:gd name="connsiteY7" fmla="*/ 48687 h 102673"/>
                  <a:gd name="connsiteX8" fmla="*/ 107167 w 107076"/>
                  <a:gd name="connsiteY8" fmla="*/ 102708 h 102673"/>
                  <a:gd name="connsiteX9" fmla="*/ 73819 w 107076"/>
                  <a:gd name="connsiteY9" fmla="*/ 102708 h 102673"/>
                  <a:gd name="connsiteX10" fmla="*/ 52930 w 107076"/>
                  <a:gd name="connsiteY10" fmla="*/ 70918 h 102673"/>
                  <a:gd name="connsiteX11" fmla="*/ 31880 w 107076"/>
                  <a:gd name="connsiteY11" fmla="*/ 102708 h 102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7076" h="102673">
                    <a:moveTo>
                      <a:pt x="90" y="102708"/>
                    </a:moveTo>
                    <a:lnTo>
                      <a:pt x="37089" y="49814"/>
                    </a:lnTo>
                    <a:lnTo>
                      <a:pt x="1594" y="35"/>
                    </a:lnTo>
                    <a:lnTo>
                      <a:pt x="34780" y="35"/>
                    </a:lnTo>
                    <a:lnTo>
                      <a:pt x="52930" y="28281"/>
                    </a:lnTo>
                    <a:lnTo>
                      <a:pt x="72101" y="35"/>
                    </a:lnTo>
                    <a:lnTo>
                      <a:pt x="103998" y="35"/>
                    </a:lnTo>
                    <a:lnTo>
                      <a:pt x="69201" y="48687"/>
                    </a:lnTo>
                    <a:lnTo>
                      <a:pt x="107167" y="102708"/>
                    </a:lnTo>
                    <a:lnTo>
                      <a:pt x="73819" y="102708"/>
                    </a:lnTo>
                    <a:lnTo>
                      <a:pt x="52930" y="70918"/>
                    </a:lnTo>
                    <a:lnTo>
                      <a:pt x="31880" y="10270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54A05F24-755D-9440-D5D2-D2E1F1297D57}"/>
                  </a:ext>
                </a:extLst>
              </p:cNvPr>
              <p:cNvSpPr/>
              <p:nvPr/>
            </p:nvSpPr>
            <p:spPr>
              <a:xfrm>
                <a:off x="5109157" y="938650"/>
                <a:ext cx="27118" cy="141712"/>
              </a:xfrm>
              <a:custGeom>
                <a:avLst/>
                <a:gdLst>
                  <a:gd name="connsiteX0" fmla="*/ 98 w 27118"/>
                  <a:gd name="connsiteY0" fmla="*/ 25167 h 141712"/>
                  <a:gd name="connsiteX1" fmla="*/ 98 w 27118"/>
                  <a:gd name="connsiteY1" fmla="*/ 35 h 141712"/>
                  <a:gd name="connsiteX2" fmla="*/ 27216 w 27118"/>
                  <a:gd name="connsiteY2" fmla="*/ 35 h 141712"/>
                  <a:gd name="connsiteX3" fmla="*/ 27216 w 27118"/>
                  <a:gd name="connsiteY3" fmla="*/ 25167 h 141712"/>
                  <a:gd name="connsiteX4" fmla="*/ 98 w 27118"/>
                  <a:gd name="connsiteY4" fmla="*/ 25167 h 141712"/>
                  <a:gd name="connsiteX5" fmla="*/ 98 w 27118"/>
                  <a:gd name="connsiteY5" fmla="*/ 141748 h 141712"/>
                  <a:gd name="connsiteX6" fmla="*/ 98 w 27118"/>
                  <a:gd name="connsiteY6" fmla="*/ 39075 h 141712"/>
                  <a:gd name="connsiteX7" fmla="*/ 27216 w 27118"/>
                  <a:gd name="connsiteY7" fmla="*/ 39075 h 141712"/>
                  <a:gd name="connsiteX8" fmla="*/ 27216 w 27118"/>
                  <a:gd name="connsiteY8" fmla="*/ 141748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118" h="141712">
                    <a:moveTo>
                      <a:pt x="98" y="25167"/>
                    </a:moveTo>
                    <a:lnTo>
                      <a:pt x="98" y="35"/>
                    </a:lnTo>
                    <a:lnTo>
                      <a:pt x="27216" y="35"/>
                    </a:lnTo>
                    <a:lnTo>
                      <a:pt x="27216" y="25167"/>
                    </a:lnTo>
                    <a:lnTo>
                      <a:pt x="98" y="25167"/>
                    </a:lnTo>
                    <a:moveTo>
                      <a:pt x="98" y="141748"/>
                    </a:moveTo>
                    <a:lnTo>
                      <a:pt x="98" y="39075"/>
                    </a:lnTo>
                    <a:lnTo>
                      <a:pt x="27216" y="39075"/>
                    </a:lnTo>
                    <a:lnTo>
                      <a:pt x="27216" y="1417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85C735FD-D759-12C4-7A7C-8F6DA7A3C93F}"/>
                  </a:ext>
                </a:extLst>
              </p:cNvPr>
              <p:cNvSpPr/>
              <p:nvPr/>
            </p:nvSpPr>
            <p:spPr>
              <a:xfrm>
                <a:off x="5162116" y="975381"/>
                <a:ext cx="150948" cy="104982"/>
              </a:xfrm>
              <a:custGeom>
                <a:avLst/>
                <a:gdLst>
                  <a:gd name="connsiteX0" fmla="*/ 102 w 150948"/>
                  <a:gd name="connsiteY0" fmla="*/ 2344 h 104982"/>
                  <a:gd name="connsiteX1" fmla="*/ 25126 w 150948"/>
                  <a:gd name="connsiteY1" fmla="*/ 2344 h 104982"/>
                  <a:gd name="connsiteX2" fmla="*/ 25126 w 150948"/>
                  <a:gd name="connsiteY2" fmla="*/ 16360 h 104982"/>
                  <a:gd name="connsiteX3" fmla="*/ 57131 w 150948"/>
                  <a:gd name="connsiteY3" fmla="*/ 35 h 104982"/>
                  <a:gd name="connsiteX4" fmla="*/ 74207 w 150948"/>
                  <a:gd name="connsiteY4" fmla="*/ 4116 h 104982"/>
                  <a:gd name="connsiteX5" fmla="*/ 86129 w 150948"/>
                  <a:gd name="connsiteY5" fmla="*/ 16360 h 104982"/>
                  <a:gd name="connsiteX6" fmla="*/ 100735 w 150948"/>
                  <a:gd name="connsiteY6" fmla="*/ 4116 h 104982"/>
                  <a:gd name="connsiteX7" fmla="*/ 117435 w 150948"/>
                  <a:gd name="connsiteY7" fmla="*/ 35 h 104982"/>
                  <a:gd name="connsiteX8" fmla="*/ 136552 w 150948"/>
                  <a:gd name="connsiteY8" fmla="*/ 4653 h 104982"/>
                  <a:gd name="connsiteX9" fmla="*/ 148259 w 150948"/>
                  <a:gd name="connsiteY9" fmla="*/ 18132 h 104982"/>
                  <a:gd name="connsiteX10" fmla="*/ 151051 w 150948"/>
                  <a:gd name="connsiteY10" fmla="*/ 39397 h 104982"/>
                  <a:gd name="connsiteX11" fmla="*/ 151051 w 150948"/>
                  <a:gd name="connsiteY11" fmla="*/ 105017 h 104982"/>
                  <a:gd name="connsiteX12" fmla="*/ 123933 w 150948"/>
                  <a:gd name="connsiteY12" fmla="*/ 105017 h 104982"/>
                  <a:gd name="connsiteX13" fmla="*/ 123933 w 150948"/>
                  <a:gd name="connsiteY13" fmla="*/ 46324 h 104982"/>
                  <a:gd name="connsiteX14" fmla="*/ 121087 w 150948"/>
                  <a:gd name="connsiteY14" fmla="*/ 26616 h 104982"/>
                  <a:gd name="connsiteX15" fmla="*/ 109488 w 150948"/>
                  <a:gd name="connsiteY15" fmla="*/ 20817 h 104982"/>
                  <a:gd name="connsiteX16" fmla="*/ 98802 w 150948"/>
                  <a:gd name="connsiteY16" fmla="*/ 24307 h 104982"/>
                  <a:gd name="connsiteX17" fmla="*/ 91552 w 150948"/>
                  <a:gd name="connsiteY17" fmla="*/ 34510 h 104982"/>
                  <a:gd name="connsiteX18" fmla="*/ 89297 w 150948"/>
                  <a:gd name="connsiteY18" fmla="*/ 55721 h 104982"/>
                  <a:gd name="connsiteX19" fmla="*/ 89297 w 150948"/>
                  <a:gd name="connsiteY19" fmla="*/ 105017 h 104982"/>
                  <a:gd name="connsiteX20" fmla="*/ 62125 w 150948"/>
                  <a:gd name="connsiteY20" fmla="*/ 105017 h 104982"/>
                  <a:gd name="connsiteX21" fmla="*/ 62125 w 150948"/>
                  <a:gd name="connsiteY21" fmla="*/ 48740 h 104982"/>
                  <a:gd name="connsiteX22" fmla="*/ 60675 w 150948"/>
                  <a:gd name="connsiteY22" fmla="*/ 29409 h 104982"/>
                  <a:gd name="connsiteX23" fmla="*/ 56218 w 150948"/>
                  <a:gd name="connsiteY23" fmla="*/ 22965 h 104982"/>
                  <a:gd name="connsiteX24" fmla="*/ 47948 w 150948"/>
                  <a:gd name="connsiteY24" fmla="*/ 20817 h 104982"/>
                  <a:gd name="connsiteX25" fmla="*/ 36618 w 150948"/>
                  <a:gd name="connsiteY25" fmla="*/ 24200 h 104982"/>
                  <a:gd name="connsiteX26" fmla="*/ 29422 w 150948"/>
                  <a:gd name="connsiteY26" fmla="*/ 33973 h 104982"/>
                  <a:gd name="connsiteX27" fmla="*/ 27274 w 150948"/>
                  <a:gd name="connsiteY27" fmla="*/ 55131 h 104982"/>
                  <a:gd name="connsiteX28" fmla="*/ 27274 w 150948"/>
                  <a:gd name="connsiteY28" fmla="*/ 105017 h 104982"/>
                  <a:gd name="connsiteX29" fmla="*/ 102 w 150948"/>
                  <a:gd name="connsiteY29" fmla="*/ 105017 h 104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0948" h="104982">
                    <a:moveTo>
                      <a:pt x="102" y="2344"/>
                    </a:moveTo>
                    <a:lnTo>
                      <a:pt x="25126" y="2344"/>
                    </a:lnTo>
                    <a:lnTo>
                      <a:pt x="25126" y="16360"/>
                    </a:lnTo>
                    <a:cubicBezTo>
                      <a:pt x="34094" y="5513"/>
                      <a:pt x="44726" y="35"/>
                      <a:pt x="57131" y="35"/>
                    </a:cubicBezTo>
                    <a:cubicBezTo>
                      <a:pt x="63682" y="35"/>
                      <a:pt x="69374" y="1378"/>
                      <a:pt x="74207" y="4116"/>
                    </a:cubicBezTo>
                    <a:cubicBezTo>
                      <a:pt x="79040" y="6801"/>
                      <a:pt x="83014" y="10882"/>
                      <a:pt x="86129" y="16360"/>
                    </a:cubicBezTo>
                    <a:cubicBezTo>
                      <a:pt x="90639" y="10882"/>
                      <a:pt x="95472" y="6801"/>
                      <a:pt x="100735" y="4116"/>
                    </a:cubicBezTo>
                    <a:cubicBezTo>
                      <a:pt x="105944" y="1378"/>
                      <a:pt x="111528" y="35"/>
                      <a:pt x="117435" y="35"/>
                    </a:cubicBezTo>
                    <a:cubicBezTo>
                      <a:pt x="124953" y="35"/>
                      <a:pt x="131343" y="1592"/>
                      <a:pt x="136552" y="4653"/>
                    </a:cubicBezTo>
                    <a:cubicBezTo>
                      <a:pt x="141815" y="7714"/>
                      <a:pt x="145682" y="12171"/>
                      <a:pt x="148259" y="18132"/>
                    </a:cubicBezTo>
                    <a:cubicBezTo>
                      <a:pt x="150138" y="22481"/>
                      <a:pt x="151051" y="29570"/>
                      <a:pt x="151051" y="39397"/>
                    </a:cubicBezTo>
                    <a:lnTo>
                      <a:pt x="151051" y="105017"/>
                    </a:lnTo>
                    <a:lnTo>
                      <a:pt x="123933" y="105017"/>
                    </a:lnTo>
                    <a:lnTo>
                      <a:pt x="123933" y="46324"/>
                    </a:lnTo>
                    <a:cubicBezTo>
                      <a:pt x="123933" y="36175"/>
                      <a:pt x="122966" y="29570"/>
                      <a:pt x="121087" y="26616"/>
                    </a:cubicBezTo>
                    <a:cubicBezTo>
                      <a:pt x="118617" y="22750"/>
                      <a:pt x="114750" y="20817"/>
                      <a:pt x="109488" y="20817"/>
                    </a:cubicBezTo>
                    <a:cubicBezTo>
                      <a:pt x="105729" y="20817"/>
                      <a:pt x="102131" y="21998"/>
                      <a:pt x="98802" y="24307"/>
                    </a:cubicBezTo>
                    <a:cubicBezTo>
                      <a:pt x="95418" y="26616"/>
                      <a:pt x="93002" y="30053"/>
                      <a:pt x="91552" y="34510"/>
                    </a:cubicBezTo>
                    <a:cubicBezTo>
                      <a:pt x="90049" y="38967"/>
                      <a:pt x="89297" y="46056"/>
                      <a:pt x="89297" y="55721"/>
                    </a:cubicBezTo>
                    <a:lnTo>
                      <a:pt x="89297" y="105017"/>
                    </a:lnTo>
                    <a:lnTo>
                      <a:pt x="62125" y="105017"/>
                    </a:lnTo>
                    <a:lnTo>
                      <a:pt x="62125" y="48740"/>
                    </a:lnTo>
                    <a:cubicBezTo>
                      <a:pt x="62125" y="38752"/>
                      <a:pt x="61642" y="32308"/>
                      <a:pt x="60675" y="29409"/>
                    </a:cubicBezTo>
                    <a:cubicBezTo>
                      <a:pt x="59709" y="26509"/>
                      <a:pt x="58205" y="24361"/>
                      <a:pt x="56218" y="22965"/>
                    </a:cubicBezTo>
                    <a:cubicBezTo>
                      <a:pt x="54177" y="21515"/>
                      <a:pt x="51439" y="20817"/>
                      <a:pt x="47948" y="20817"/>
                    </a:cubicBezTo>
                    <a:cubicBezTo>
                      <a:pt x="43760" y="20817"/>
                      <a:pt x="40001" y="21944"/>
                      <a:pt x="36618" y="24200"/>
                    </a:cubicBezTo>
                    <a:cubicBezTo>
                      <a:pt x="33288" y="26455"/>
                      <a:pt x="30872" y="29731"/>
                      <a:pt x="29422" y="33973"/>
                    </a:cubicBezTo>
                    <a:cubicBezTo>
                      <a:pt x="27972" y="38215"/>
                      <a:pt x="27274" y="45304"/>
                      <a:pt x="27274" y="55131"/>
                    </a:cubicBezTo>
                    <a:lnTo>
                      <a:pt x="27274" y="105017"/>
                    </a:lnTo>
                    <a:lnTo>
                      <a:pt x="102" y="10501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D31E9389-7618-3E64-2E9E-73B5FFAA6DFC}"/>
                  </a:ext>
                </a:extLst>
              </p:cNvPr>
              <p:cNvSpPr/>
              <p:nvPr/>
            </p:nvSpPr>
            <p:spPr>
              <a:xfrm>
                <a:off x="5339583" y="977690"/>
                <a:ext cx="93383" cy="104982"/>
              </a:xfrm>
              <a:custGeom>
                <a:avLst/>
                <a:gdLst>
                  <a:gd name="connsiteX0" fmla="*/ 68259 w 93383"/>
                  <a:gd name="connsiteY0" fmla="*/ 102708 h 104982"/>
                  <a:gd name="connsiteX1" fmla="*/ 68259 w 93383"/>
                  <a:gd name="connsiteY1" fmla="*/ 87350 h 104982"/>
                  <a:gd name="connsiteX2" fmla="*/ 53492 w 93383"/>
                  <a:gd name="connsiteY2" fmla="*/ 100292 h 104982"/>
                  <a:gd name="connsiteX3" fmla="*/ 34214 w 93383"/>
                  <a:gd name="connsiteY3" fmla="*/ 105017 h 104982"/>
                  <a:gd name="connsiteX4" fmla="*/ 15688 w 93383"/>
                  <a:gd name="connsiteY4" fmla="*/ 100507 h 104982"/>
                  <a:gd name="connsiteX5" fmla="*/ 3767 w 93383"/>
                  <a:gd name="connsiteY5" fmla="*/ 87726 h 104982"/>
                  <a:gd name="connsiteX6" fmla="*/ 115 w 93383"/>
                  <a:gd name="connsiteY6" fmla="*/ 65011 h 104982"/>
                  <a:gd name="connsiteX7" fmla="*/ 115 w 93383"/>
                  <a:gd name="connsiteY7" fmla="*/ 35 h 104982"/>
                  <a:gd name="connsiteX8" fmla="*/ 27287 w 93383"/>
                  <a:gd name="connsiteY8" fmla="*/ 35 h 104982"/>
                  <a:gd name="connsiteX9" fmla="*/ 27287 w 93383"/>
                  <a:gd name="connsiteY9" fmla="*/ 47237 h 104982"/>
                  <a:gd name="connsiteX10" fmla="*/ 28737 w 93383"/>
                  <a:gd name="connsiteY10" fmla="*/ 73764 h 104982"/>
                  <a:gd name="connsiteX11" fmla="*/ 34214 w 93383"/>
                  <a:gd name="connsiteY11" fmla="*/ 81497 h 104982"/>
                  <a:gd name="connsiteX12" fmla="*/ 44256 w 93383"/>
                  <a:gd name="connsiteY12" fmla="*/ 84343 h 104982"/>
                  <a:gd name="connsiteX13" fmla="*/ 56768 w 93383"/>
                  <a:gd name="connsiteY13" fmla="*/ 80530 h 104982"/>
                  <a:gd name="connsiteX14" fmla="*/ 64286 w 93383"/>
                  <a:gd name="connsiteY14" fmla="*/ 71079 h 104982"/>
                  <a:gd name="connsiteX15" fmla="*/ 66326 w 93383"/>
                  <a:gd name="connsiteY15" fmla="*/ 43370 h 104982"/>
                  <a:gd name="connsiteX16" fmla="*/ 66326 w 93383"/>
                  <a:gd name="connsiteY16" fmla="*/ 35 h 104982"/>
                  <a:gd name="connsiteX17" fmla="*/ 93498 w 93383"/>
                  <a:gd name="connsiteY17" fmla="*/ 35 h 104982"/>
                  <a:gd name="connsiteX18" fmla="*/ 93498 w 93383"/>
                  <a:gd name="connsiteY18" fmla="*/ 102708 h 104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383" h="104982">
                    <a:moveTo>
                      <a:pt x="68259" y="102708"/>
                    </a:moveTo>
                    <a:lnTo>
                      <a:pt x="68259" y="87350"/>
                    </a:lnTo>
                    <a:cubicBezTo>
                      <a:pt x="64501" y="92828"/>
                      <a:pt x="59614" y="97123"/>
                      <a:pt x="53492" y="100292"/>
                    </a:cubicBezTo>
                    <a:cubicBezTo>
                      <a:pt x="47424" y="103460"/>
                      <a:pt x="40980" y="105017"/>
                      <a:pt x="34214" y="105017"/>
                    </a:cubicBezTo>
                    <a:cubicBezTo>
                      <a:pt x="27341" y="105017"/>
                      <a:pt x="21165" y="103514"/>
                      <a:pt x="15688" y="100507"/>
                    </a:cubicBezTo>
                    <a:cubicBezTo>
                      <a:pt x="10211" y="97446"/>
                      <a:pt x="6237" y="93203"/>
                      <a:pt x="3767" y="87726"/>
                    </a:cubicBezTo>
                    <a:cubicBezTo>
                      <a:pt x="1350" y="82249"/>
                      <a:pt x="115" y="74677"/>
                      <a:pt x="115" y="65011"/>
                    </a:cubicBezTo>
                    <a:lnTo>
                      <a:pt x="115" y="35"/>
                    </a:lnTo>
                    <a:lnTo>
                      <a:pt x="27287" y="35"/>
                    </a:lnTo>
                    <a:lnTo>
                      <a:pt x="27287" y="47237"/>
                    </a:lnTo>
                    <a:cubicBezTo>
                      <a:pt x="27287" y="61682"/>
                      <a:pt x="27770" y="70489"/>
                      <a:pt x="28737" y="73764"/>
                    </a:cubicBezTo>
                    <a:cubicBezTo>
                      <a:pt x="29757" y="77040"/>
                      <a:pt x="31583" y="79617"/>
                      <a:pt x="34214" y="81497"/>
                    </a:cubicBezTo>
                    <a:cubicBezTo>
                      <a:pt x="36845" y="83376"/>
                      <a:pt x="40228" y="84343"/>
                      <a:pt x="44256" y="84343"/>
                    </a:cubicBezTo>
                    <a:cubicBezTo>
                      <a:pt x="48928" y="84343"/>
                      <a:pt x="53063" y="83054"/>
                      <a:pt x="56768" y="80530"/>
                    </a:cubicBezTo>
                    <a:cubicBezTo>
                      <a:pt x="60419" y="78006"/>
                      <a:pt x="62943" y="74838"/>
                      <a:pt x="64286" y="71079"/>
                    </a:cubicBezTo>
                    <a:cubicBezTo>
                      <a:pt x="65628" y="67267"/>
                      <a:pt x="66326" y="58030"/>
                      <a:pt x="66326" y="43370"/>
                    </a:cubicBezTo>
                    <a:lnTo>
                      <a:pt x="66326" y="35"/>
                    </a:lnTo>
                    <a:lnTo>
                      <a:pt x="93498" y="35"/>
                    </a:lnTo>
                    <a:lnTo>
                      <a:pt x="93498" y="10270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" name="Freihandform: Form 14">
                <a:extLst>
                  <a:ext uri="{FF2B5EF4-FFF2-40B4-BE49-F238E27FC236}">
                    <a16:creationId xmlns:a16="http://schemas.microsoft.com/office/drawing/2014/main" id="{D2AFDBE6-70D3-5C98-FBB7-838BD2A5B35D}"/>
                  </a:ext>
                </a:extLst>
              </p:cNvPr>
              <p:cNvSpPr/>
              <p:nvPr/>
            </p:nvSpPr>
            <p:spPr>
              <a:xfrm>
                <a:off x="5459052" y="975381"/>
                <a:ext cx="150948" cy="104982"/>
              </a:xfrm>
              <a:custGeom>
                <a:avLst/>
                <a:gdLst>
                  <a:gd name="connsiteX0" fmla="*/ 124 w 150948"/>
                  <a:gd name="connsiteY0" fmla="*/ 2344 h 104982"/>
                  <a:gd name="connsiteX1" fmla="*/ 25148 w 150948"/>
                  <a:gd name="connsiteY1" fmla="*/ 2344 h 104982"/>
                  <a:gd name="connsiteX2" fmla="*/ 25148 w 150948"/>
                  <a:gd name="connsiteY2" fmla="*/ 16360 h 104982"/>
                  <a:gd name="connsiteX3" fmla="*/ 57153 w 150948"/>
                  <a:gd name="connsiteY3" fmla="*/ 35 h 104982"/>
                  <a:gd name="connsiteX4" fmla="*/ 74229 w 150948"/>
                  <a:gd name="connsiteY4" fmla="*/ 4116 h 104982"/>
                  <a:gd name="connsiteX5" fmla="*/ 86150 w 150948"/>
                  <a:gd name="connsiteY5" fmla="*/ 16360 h 104982"/>
                  <a:gd name="connsiteX6" fmla="*/ 100756 w 150948"/>
                  <a:gd name="connsiteY6" fmla="*/ 4116 h 104982"/>
                  <a:gd name="connsiteX7" fmla="*/ 117457 w 150948"/>
                  <a:gd name="connsiteY7" fmla="*/ 35 h 104982"/>
                  <a:gd name="connsiteX8" fmla="*/ 136574 w 150948"/>
                  <a:gd name="connsiteY8" fmla="*/ 4653 h 104982"/>
                  <a:gd name="connsiteX9" fmla="*/ 148281 w 150948"/>
                  <a:gd name="connsiteY9" fmla="*/ 18132 h 104982"/>
                  <a:gd name="connsiteX10" fmla="*/ 151073 w 150948"/>
                  <a:gd name="connsiteY10" fmla="*/ 39397 h 104982"/>
                  <a:gd name="connsiteX11" fmla="*/ 151073 w 150948"/>
                  <a:gd name="connsiteY11" fmla="*/ 105017 h 104982"/>
                  <a:gd name="connsiteX12" fmla="*/ 123954 w 150948"/>
                  <a:gd name="connsiteY12" fmla="*/ 105017 h 104982"/>
                  <a:gd name="connsiteX13" fmla="*/ 123954 w 150948"/>
                  <a:gd name="connsiteY13" fmla="*/ 46324 h 104982"/>
                  <a:gd name="connsiteX14" fmla="*/ 121108 w 150948"/>
                  <a:gd name="connsiteY14" fmla="*/ 26616 h 104982"/>
                  <a:gd name="connsiteX15" fmla="*/ 109509 w 150948"/>
                  <a:gd name="connsiteY15" fmla="*/ 20817 h 104982"/>
                  <a:gd name="connsiteX16" fmla="*/ 98823 w 150948"/>
                  <a:gd name="connsiteY16" fmla="*/ 24307 h 104982"/>
                  <a:gd name="connsiteX17" fmla="*/ 91574 w 150948"/>
                  <a:gd name="connsiteY17" fmla="*/ 34510 h 104982"/>
                  <a:gd name="connsiteX18" fmla="*/ 89318 w 150948"/>
                  <a:gd name="connsiteY18" fmla="*/ 55721 h 104982"/>
                  <a:gd name="connsiteX19" fmla="*/ 89318 w 150948"/>
                  <a:gd name="connsiteY19" fmla="*/ 105017 h 104982"/>
                  <a:gd name="connsiteX20" fmla="*/ 62147 w 150948"/>
                  <a:gd name="connsiteY20" fmla="*/ 105017 h 104982"/>
                  <a:gd name="connsiteX21" fmla="*/ 62147 w 150948"/>
                  <a:gd name="connsiteY21" fmla="*/ 48740 h 104982"/>
                  <a:gd name="connsiteX22" fmla="*/ 60697 w 150948"/>
                  <a:gd name="connsiteY22" fmla="*/ 29409 h 104982"/>
                  <a:gd name="connsiteX23" fmla="*/ 56240 w 150948"/>
                  <a:gd name="connsiteY23" fmla="*/ 22965 h 104982"/>
                  <a:gd name="connsiteX24" fmla="*/ 47970 w 150948"/>
                  <a:gd name="connsiteY24" fmla="*/ 20817 h 104982"/>
                  <a:gd name="connsiteX25" fmla="*/ 36639 w 150948"/>
                  <a:gd name="connsiteY25" fmla="*/ 24200 h 104982"/>
                  <a:gd name="connsiteX26" fmla="*/ 29444 w 150948"/>
                  <a:gd name="connsiteY26" fmla="*/ 33973 h 104982"/>
                  <a:gd name="connsiteX27" fmla="*/ 27296 w 150948"/>
                  <a:gd name="connsiteY27" fmla="*/ 55131 h 104982"/>
                  <a:gd name="connsiteX28" fmla="*/ 27296 w 150948"/>
                  <a:gd name="connsiteY28" fmla="*/ 105017 h 104982"/>
                  <a:gd name="connsiteX29" fmla="*/ 124 w 150948"/>
                  <a:gd name="connsiteY29" fmla="*/ 105017 h 104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50948" h="104982">
                    <a:moveTo>
                      <a:pt x="124" y="2344"/>
                    </a:moveTo>
                    <a:lnTo>
                      <a:pt x="25148" y="2344"/>
                    </a:lnTo>
                    <a:lnTo>
                      <a:pt x="25148" y="16360"/>
                    </a:lnTo>
                    <a:cubicBezTo>
                      <a:pt x="34116" y="5513"/>
                      <a:pt x="44748" y="35"/>
                      <a:pt x="57153" y="35"/>
                    </a:cubicBezTo>
                    <a:cubicBezTo>
                      <a:pt x="63704" y="35"/>
                      <a:pt x="69396" y="1378"/>
                      <a:pt x="74229" y="4116"/>
                    </a:cubicBezTo>
                    <a:cubicBezTo>
                      <a:pt x="79062" y="6801"/>
                      <a:pt x="83036" y="10882"/>
                      <a:pt x="86150" y="16360"/>
                    </a:cubicBezTo>
                    <a:cubicBezTo>
                      <a:pt x="90661" y="10882"/>
                      <a:pt x="95494" y="6801"/>
                      <a:pt x="100756" y="4116"/>
                    </a:cubicBezTo>
                    <a:cubicBezTo>
                      <a:pt x="105965" y="1378"/>
                      <a:pt x="111550" y="35"/>
                      <a:pt x="117457" y="35"/>
                    </a:cubicBezTo>
                    <a:cubicBezTo>
                      <a:pt x="124975" y="35"/>
                      <a:pt x="131365" y="1592"/>
                      <a:pt x="136574" y="4653"/>
                    </a:cubicBezTo>
                    <a:cubicBezTo>
                      <a:pt x="141836" y="7714"/>
                      <a:pt x="145703" y="12171"/>
                      <a:pt x="148281" y="18132"/>
                    </a:cubicBezTo>
                    <a:cubicBezTo>
                      <a:pt x="150160" y="22481"/>
                      <a:pt x="151073" y="29570"/>
                      <a:pt x="151073" y="39397"/>
                    </a:cubicBezTo>
                    <a:lnTo>
                      <a:pt x="151073" y="105017"/>
                    </a:lnTo>
                    <a:lnTo>
                      <a:pt x="123954" y="105017"/>
                    </a:lnTo>
                    <a:lnTo>
                      <a:pt x="123954" y="46324"/>
                    </a:lnTo>
                    <a:cubicBezTo>
                      <a:pt x="123954" y="36175"/>
                      <a:pt x="122988" y="29570"/>
                      <a:pt x="121108" y="26616"/>
                    </a:cubicBezTo>
                    <a:cubicBezTo>
                      <a:pt x="118638" y="22750"/>
                      <a:pt x="114772" y="20817"/>
                      <a:pt x="109509" y="20817"/>
                    </a:cubicBezTo>
                    <a:cubicBezTo>
                      <a:pt x="105750" y="20817"/>
                      <a:pt x="102152" y="21998"/>
                      <a:pt x="98823" y="24307"/>
                    </a:cubicBezTo>
                    <a:cubicBezTo>
                      <a:pt x="95440" y="26616"/>
                      <a:pt x="93024" y="30053"/>
                      <a:pt x="91574" y="34510"/>
                    </a:cubicBezTo>
                    <a:cubicBezTo>
                      <a:pt x="90070" y="38967"/>
                      <a:pt x="89318" y="46056"/>
                      <a:pt x="89318" y="55721"/>
                    </a:cubicBezTo>
                    <a:lnTo>
                      <a:pt x="89318" y="105017"/>
                    </a:lnTo>
                    <a:lnTo>
                      <a:pt x="62147" y="105017"/>
                    </a:lnTo>
                    <a:lnTo>
                      <a:pt x="62147" y="48740"/>
                    </a:lnTo>
                    <a:cubicBezTo>
                      <a:pt x="62147" y="38752"/>
                      <a:pt x="61663" y="32308"/>
                      <a:pt x="60697" y="29409"/>
                    </a:cubicBezTo>
                    <a:cubicBezTo>
                      <a:pt x="59730" y="26509"/>
                      <a:pt x="58226" y="24361"/>
                      <a:pt x="56240" y="22965"/>
                    </a:cubicBezTo>
                    <a:cubicBezTo>
                      <a:pt x="54199" y="21515"/>
                      <a:pt x="51460" y="20817"/>
                      <a:pt x="47970" y="20817"/>
                    </a:cubicBezTo>
                    <a:cubicBezTo>
                      <a:pt x="43781" y="20817"/>
                      <a:pt x="40022" y="21944"/>
                      <a:pt x="36639" y="24200"/>
                    </a:cubicBezTo>
                    <a:cubicBezTo>
                      <a:pt x="33310" y="26455"/>
                      <a:pt x="30894" y="29731"/>
                      <a:pt x="29444" y="33973"/>
                    </a:cubicBezTo>
                    <a:cubicBezTo>
                      <a:pt x="27994" y="38215"/>
                      <a:pt x="27296" y="45304"/>
                      <a:pt x="27296" y="55131"/>
                    </a:cubicBezTo>
                    <a:lnTo>
                      <a:pt x="27296" y="105017"/>
                    </a:lnTo>
                    <a:lnTo>
                      <a:pt x="124" y="10501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" name="Freihandform: Form 15">
                <a:extLst>
                  <a:ext uri="{FF2B5EF4-FFF2-40B4-BE49-F238E27FC236}">
                    <a16:creationId xmlns:a16="http://schemas.microsoft.com/office/drawing/2014/main" id="{65F80E27-E674-792F-9BDD-840261954DAF}"/>
                  </a:ext>
                </a:extLst>
              </p:cNvPr>
              <p:cNvSpPr/>
              <p:nvPr/>
            </p:nvSpPr>
            <p:spPr>
              <a:xfrm>
                <a:off x="5693078" y="939831"/>
                <a:ext cx="99719" cy="140531"/>
              </a:xfrm>
              <a:custGeom>
                <a:avLst/>
                <a:gdLst>
                  <a:gd name="connsiteX0" fmla="*/ 141 w 99719"/>
                  <a:gd name="connsiteY0" fmla="*/ 140567 h 140531"/>
                  <a:gd name="connsiteX1" fmla="*/ 141 w 99719"/>
                  <a:gd name="connsiteY1" fmla="*/ 35 h 140531"/>
                  <a:gd name="connsiteX2" fmla="*/ 28709 w 99719"/>
                  <a:gd name="connsiteY2" fmla="*/ 35 h 140531"/>
                  <a:gd name="connsiteX3" fmla="*/ 28709 w 99719"/>
                  <a:gd name="connsiteY3" fmla="*/ 116671 h 140531"/>
                  <a:gd name="connsiteX4" fmla="*/ 99860 w 99719"/>
                  <a:gd name="connsiteY4" fmla="*/ 116671 h 140531"/>
                  <a:gd name="connsiteX5" fmla="*/ 99860 w 99719"/>
                  <a:gd name="connsiteY5" fmla="*/ 140567 h 140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719" h="140531">
                    <a:moveTo>
                      <a:pt x="141" y="140567"/>
                    </a:moveTo>
                    <a:lnTo>
                      <a:pt x="141" y="35"/>
                    </a:lnTo>
                    <a:lnTo>
                      <a:pt x="28709" y="35"/>
                    </a:lnTo>
                    <a:lnTo>
                      <a:pt x="28709" y="116671"/>
                    </a:lnTo>
                    <a:lnTo>
                      <a:pt x="99860" y="116671"/>
                    </a:lnTo>
                    <a:lnTo>
                      <a:pt x="99860" y="14056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" name="Freihandform: Form 16">
                <a:extLst>
                  <a:ext uri="{FF2B5EF4-FFF2-40B4-BE49-F238E27FC236}">
                    <a16:creationId xmlns:a16="http://schemas.microsoft.com/office/drawing/2014/main" id="{748F4E6C-627A-B2F2-FBEF-159AAA416D3B}"/>
                  </a:ext>
                </a:extLst>
              </p:cNvPr>
              <p:cNvSpPr/>
              <p:nvPr/>
            </p:nvSpPr>
            <p:spPr>
              <a:xfrm>
                <a:off x="5813030" y="938650"/>
                <a:ext cx="27118" cy="141712"/>
              </a:xfrm>
              <a:custGeom>
                <a:avLst/>
                <a:gdLst>
                  <a:gd name="connsiteX0" fmla="*/ 149 w 27118"/>
                  <a:gd name="connsiteY0" fmla="*/ 25167 h 141712"/>
                  <a:gd name="connsiteX1" fmla="*/ 149 w 27118"/>
                  <a:gd name="connsiteY1" fmla="*/ 35 h 141712"/>
                  <a:gd name="connsiteX2" fmla="*/ 27268 w 27118"/>
                  <a:gd name="connsiteY2" fmla="*/ 35 h 141712"/>
                  <a:gd name="connsiteX3" fmla="*/ 27268 w 27118"/>
                  <a:gd name="connsiteY3" fmla="*/ 25167 h 141712"/>
                  <a:gd name="connsiteX4" fmla="*/ 149 w 27118"/>
                  <a:gd name="connsiteY4" fmla="*/ 25167 h 141712"/>
                  <a:gd name="connsiteX5" fmla="*/ 149 w 27118"/>
                  <a:gd name="connsiteY5" fmla="*/ 141748 h 141712"/>
                  <a:gd name="connsiteX6" fmla="*/ 149 w 27118"/>
                  <a:gd name="connsiteY6" fmla="*/ 39075 h 141712"/>
                  <a:gd name="connsiteX7" fmla="*/ 27268 w 27118"/>
                  <a:gd name="connsiteY7" fmla="*/ 39075 h 141712"/>
                  <a:gd name="connsiteX8" fmla="*/ 27268 w 27118"/>
                  <a:gd name="connsiteY8" fmla="*/ 141748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118" h="141712">
                    <a:moveTo>
                      <a:pt x="149" y="25167"/>
                    </a:moveTo>
                    <a:lnTo>
                      <a:pt x="149" y="35"/>
                    </a:lnTo>
                    <a:lnTo>
                      <a:pt x="27268" y="35"/>
                    </a:lnTo>
                    <a:lnTo>
                      <a:pt x="27268" y="25167"/>
                    </a:lnTo>
                    <a:lnTo>
                      <a:pt x="149" y="25167"/>
                    </a:lnTo>
                    <a:moveTo>
                      <a:pt x="149" y="141748"/>
                    </a:moveTo>
                    <a:lnTo>
                      <a:pt x="149" y="39075"/>
                    </a:lnTo>
                    <a:lnTo>
                      <a:pt x="27268" y="39075"/>
                    </a:lnTo>
                    <a:lnTo>
                      <a:pt x="27268" y="1417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F359D2D9-4CC5-86E4-0006-698E956547C0}"/>
                  </a:ext>
                </a:extLst>
              </p:cNvPr>
              <p:cNvSpPr/>
              <p:nvPr/>
            </p:nvSpPr>
            <p:spPr>
              <a:xfrm>
                <a:off x="5867051" y="938650"/>
                <a:ext cx="94886" cy="141712"/>
              </a:xfrm>
              <a:custGeom>
                <a:avLst/>
                <a:gdLst>
                  <a:gd name="connsiteX0" fmla="*/ 153 w 94886"/>
                  <a:gd name="connsiteY0" fmla="*/ 141748 h 141712"/>
                  <a:gd name="connsiteX1" fmla="*/ 153 w 94886"/>
                  <a:gd name="connsiteY1" fmla="*/ 35 h 141712"/>
                  <a:gd name="connsiteX2" fmla="*/ 27272 w 94886"/>
                  <a:gd name="connsiteY2" fmla="*/ 35 h 141712"/>
                  <a:gd name="connsiteX3" fmla="*/ 27272 w 94886"/>
                  <a:gd name="connsiteY3" fmla="*/ 75268 h 141712"/>
                  <a:gd name="connsiteX4" fmla="*/ 59115 w 94886"/>
                  <a:gd name="connsiteY4" fmla="*/ 39075 h 141712"/>
                  <a:gd name="connsiteX5" fmla="*/ 92516 w 94886"/>
                  <a:gd name="connsiteY5" fmla="*/ 39075 h 141712"/>
                  <a:gd name="connsiteX6" fmla="*/ 57451 w 94886"/>
                  <a:gd name="connsiteY6" fmla="*/ 76610 h 141712"/>
                  <a:gd name="connsiteX7" fmla="*/ 95040 w 94886"/>
                  <a:gd name="connsiteY7" fmla="*/ 141748 h 141712"/>
                  <a:gd name="connsiteX8" fmla="*/ 65774 w 94886"/>
                  <a:gd name="connsiteY8" fmla="*/ 141748 h 141712"/>
                  <a:gd name="connsiteX9" fmla="*/ 39945 w 94886"/>
                  <a:gd name="connsiteY9" fmla="*/ 95620 h 141712"/>
                  <a:gd name="connsiteX10" fmla="*/ 27272 w 94886"/>
                  <a:gd name="connsiteY10" fmla="*/ 108884 h 141712"/>
                  <a:gd name="connsiteX11" fmla="*/ 27272 w 94886"/>
                  <a:gd name="connsiteY11" fmla="*/ 141748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4886" h="141712">
                    <a:moveTo>
                      <a:pt x="153" y="141748"/>
                    </a:moveTo>
                    <a:lnTo>
                      <a:pt x="153" y="35"/>
                    </a:lnTo>
                    <a:lnTo>
                      <a:pt x="27272" y="35"/>
                    </a:lnTo>
                    <a:lnTo>
                      <a:pt x="27272" y="75268"/>
                    </a:lnTo>
                    <a:lnTo>
                      <a:pt x="59115" y="39075"/>
                    </a:lnTo>
                    <a:lnTo>
                      <a:pt x="92516" y="39075"/>
                    </a:lnTo>
                    <a:lnTo>
                      <a:pt x="57451" y="76610"/>
                    </a:lnTo>
                    <a:lnTo>
                      <a:pt x="95040" y="141748"/>
                    </a:lnTo>
                    <a:lnTo>
                      <a:pt x="65774" y="141748"/>
                    </a:lnTo>
                    <a:lnTo>
                      <a:pt x="39945" y="95620"/>
                    </a:lnTo>
                    <a:lnTo>
                      <a:pt x="27272" y="108884"/>
                    </a:lnTo>
                    <a:lnTo>
                      <a:pt x="27272" y="1417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362436F8-AF8C-A2BC-A614-5F0306A9CF9C}"/>
                  </a:ext>
                </a:extLst>
              </p:cNvPr>
              <p:cNvSpPr/>
              <p:nvPr/>
            </p:nvSpPr>
            <p:spPr>
              <a:xfrm>
                <a:off x="5970170" y="975381"/>
                <a:ext cx="95929" cy="107291"/>
              </a:xfrm>
              <a:custGeom>
                <a:avLst/>
                <a:gdLst>
                  <a:gd name="connsiteX0" fmla="*/ 67554 w 95929"/>
                  <a:gd name="connsiteY0" fmla="*/ 72368 h 107291"/>
                  <a:gd name="connsiteX1" fmla="*/ 94618 w 95929"/>
                  <a:gd name="connsiteY1" fmla="*/ 76879 h 107291"/>
                  <a:gd name="connsiteX2" fmla="*/ 78133 w 95929"/>
                  <a:gd name="connsiteY2" fmla="*/ 99540 h 107291"/>
                  <a:gd name="connsiteX3" fmla="*/ 49941 w 95929"/>
                  <a:gd name="connsiteY3" fmla="*/ 107326 h 107291"/>
                  <a:gd name="connsiteX4" fmla="*/ 10311 w 95929"/>
                  <a:gd name="connsiteY4" fmla="*/ 89820 h 107291"/>
                  <a:gd name="connsiteX5" fmla="*/ 161 w 95929"/>
                  <a:gd name="connsiteY5" fmla="*/ 54486 h 107291"/>
                  <a:gd name="connsiteX6" fmla="*/ 13479 w 95929"/>
                  <a:gd name="connsiteY6" fmla="*/ 14480 h 107291"/>
                  <a:gd name="connsiteX7" fmla="*/ 47256 w 95929"/>
                  <a:gd name="connsiteY7" fmla="*/ 35 h 107291"/>
                  <a:gd name="connsiteX8" fmla="*/ 83395 w 95929"/>
                  <a:gd name="connsiteY8" fmla="*/ 15178 h 107291"/>
                  <a:gd name="connsiteX9" fmla="*/ 96068 w 95929"/>
                  <a:gd name="connsiteY9" fmla="*/ 61521 h 107291"/>
                  <a:gd name="connsiteX10" fmla="*/ 27978 w 95929"/>
                  <a:gd name="connsiteY10" fmla="*/ 61521 h 107291"/>
                  <a:gd name="connsiteX11" fmla="*/ 34583 w 95929"/>
                  <a:gd name="connsiteY11" fmla="*/ 80316 h 107291"/>
                  <a:gd name="connsiteX12" fmla="*/ 50209 w 95929"/>
                  <a:gd name="connsiteY12" fmla="*/ 87028 h 107291"/>
                  <a:gd name="connsiteX13" fmla="*/ 60949 w 95929"/>
                  <a:gd name="connsiteY13" fmla="*/ 83538 h 107291"/>
                  <a:gd name="connsiteX14" fmla="*/ 67554 w 95929"/>
                  <a:gd name="connsiteY14" fmla="*/ 72368 h 107291"/>
                  <a:gd name="connsiteX15" fmla="*/ 69058 w 95929"/>
                  <a:gd name="connsiteY15" fmla="*/ 44874 h 107291"/>
                  <a:gd name="connsiteX16" fmla="*/ 62990 w 95929"/>
                  <a:gd name="connsiteY16" fmla="*/ 26992 h 107291"/>
                  <a:gd name="connsiteX17" fmla="*/ 48867 w 95929"/>
                  <a:gd name="connsiteY17" fmla="*/ 20817 h 107291"/>
                  <a:gd name="connsiteX18" fmla="*/ 34207 w 95929"/>
                  <a:gd name="connsiteY18" fmla="*/ 27314 h 107291"/>
                  <a:gd name="connsiteX19" fmla="*/ 28461 w 95929"/>
                  <a:gd name="connsiteY19" fmla="*/ 44874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29" h="107291">
                    <a:moveTo>
                      <a:pt x="67554" y="72368"/>
                    </a:moveTo>
                    <a:lnTo>
                      <a:pt x="94618" y="76879"/>
                    </a:lnTo>
                    <a:cubicBezTo>
                      <a:pt x="91128" y="86813"/>
                      <a:pt x="85597" y="94385"/>
                      <a:pt x="78133" y="99540"/>
                    </a:cubicBezTo>
                    <a:cubicBezTo>
                      <a:pt x="70615" y="104749"/>
                      <a:pt x="61218" y="107326"/>
                      <a:pt x="49941" y="107326"/>
                    </a:cubicBezTo>
                    <a:cubicBezTo>
                      <a:pt x="32113" y="107326"/>
                      <a:pt x="18903" y="101527"/>
                      <a:pt x="10311" y="89820"/>
                    </a:cubicBezTo>
                    <a:cubicBezTo>
                      <a:pt x="3545" y="80477"/>
                      <a:pt x="161" y="68717"/>
                      <a:pt x="161" y="54486"/>
                    </a:cubicBezTo>
                    <a:cubicBezTo>
                      <a:pt x="161" y="37464"/>
                      <a:pt x="4619" y="24146"/>
                      <a:pt x="13479" y="14480"/>
                    </a:cubicBezTo>
                    <a:cubicBezTo>
                      <a:pt x="22393" y="4868"/>
                      <a:pt x="33616" y="35"/>
                      <a:pt x="47256" y="35"/>
                    </a:cubicBezTo>
                    <a:cubicBezTo>
                      <a:pt x="62506" y="35"/>
                      <a:pt x="74535" y="5083"/>
                      <a:pt x="83395" y="15178"/>
                    </a:cubicBezTo>
                    <a:cubicBezTo>
                      <a:pt x="92202" y="25274"/>
                      <a:pt x="96444" y="40686"/>
                      <a:pt x="96068" y="61521"/>
                    </a:cubicBezTo>
                    <a:lnTo>
                      <a:pt x="27978" y="61521"/>
                    </a:lnTo>
                    <a:cubicBezTo>
                      <a:pt x="28192" y="69576"/>
                      <a:pt x="30394" y="75859"/>
                      <a:pt x="34583" y="80316"/>
                    </a:cubicBezTo>
                    <a:cubicBezTo>
                      <a:pt x="38771" y="84826"/>
                      <a:pt x="43980" y="87028"/>
                      <a:pt x="50209" y="87028"/>
                    </a:cubicBezTo>
                    <a:cubicBezTo>
                      <a:pt x="54505" y="87028"/>
                      <a:pt x="58049" y="85900"/>
                      <a:pt x="60949" y="83538"/>
                    </a:cubicBezTo>
                    <a:cubicBezTo>
                      <a:pt x="63849" y="81228"/>
                      <a:pt x="66051" y="77523"/>
                      <a:pt x="67554" y="72368"/>
                    </a:cubicBezTo>
                    <a:moveTo>
                      <a:pt x="69058" y="44874"/>
                    </a:moveTo>
                    <a:cubicBezTo>
                      <a:pt x="68897" y="37034"/>
                      <a:pt x="66856" y="31073"/>
                      <a:pt x="62990" y="26992"/>
                    </a:cubicBezTo>
                    <a:cubicBezTo>
                      <a:pt x="59123" y="22857"/>
                      <a:pt x="54398" y="20817"/>
                      <a:pt x="48867" y="20817"/>
                    </a:cubicBezTo>
                    <a:cubicBezTo>
                      <a:pt x="42960" y="20817"/>
                      <a:pt x="38073" y="22965"/>
                      <a:pt x="34207" y="27314"/>
                    </a:cubicBezTo>
                    <a:cubicBezTo>
                      <a:pt x="30340" y="31610"/>
                      <a:pt x="28407" y="37464"/>
                      <a:pt x="28461" y="448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" name="Freihandform: Form 19">
                <a:extLst>
                  <a:ext uri="{FF2B5EF4-FFF2-40B4-BE49-F238E27FC236}">
                    <a16:creationId xmlns:a16="http://schemas.microsoft.com/office/drawing/2014/main" id="{F41C84C5-1881-E5A4-0995-99B44C8B57C4}"/>
                  </a:ext>
                </a:extLst>
              </p:cNvPr>
              <p:cNvSpPr/>
              <p:nvPr/>
            </p:nvSpPr>
            <p:spPr>
              <a:xfrm>
                <a:off x="6088218" y="938650"/>
                <a:ext cx="27118" cy="141712"/>
              </a:xfrm>
              <a:custGeom>
                <a:avLst/>
                <a:gdLst>
                  <a:gd name="connsiteX0" fmla="*/ 169 w 27118"/>
                  <a:gd name="connsiteY0" fmla="*/ 141748 h 141712"/>
                  <a:gd name="connsiteX1" fmla="*/ 169 w 27118"/>
                  <a:gd name="connsiteY1" fmla="*/ 35 h 141712"/>
                  <a:gd name="connsiteX2" fmla="*/ 27288 w 27118"/>
                  <a:gd name="connsiteY2" fmla="*/ 35 h 141712"/>
                  <a:gd name="connsiteX3" fmla="*/ 27288 w 27118"/>
                  <a:gd name="connsiteY3" fmla="*/ 141748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118" h="141712">
                    <a:moveTo>
                      <a:pt x="169" y="141748"/>
                    </a:moveTo>
                    <a:lnTo>
                      <a:pt x="169" y="35"/>
                    </a:lnTo>
                    <a:lnTo>
                      <a:pt x="27288" y="35"/>
                    </a:lnTo>
                    <a:lnTo>
                      <a:pt x="27288" y="1417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48E54A77-3575-7DE6-D45A-975DEB04467E}"/>
                  </a:ext>
                </a:extLst>
              </p:cNvPr>
              <p:cNvSpPr/>
              <p:nvPr/>
            </p:nvSpPr>
            <p:spPr>
              <a:xfrm>
                <a:off x="6143206" y="938650"/>
                <a:ext cx="27118" cy="141712"/>
              </a:xfrm>
              <a:custGeom>
                <a:avLst/>
                <a:gdLst>
                  <a:gd name="connsiteX0" fmla="*/ 173 w 27118"/>
                  <a:gd name="connsiteY0" fmla="*/ 25167 h 141712"/>
                  <a:gd name="connsiteX1" fmla="*/ 173 w 27118"/>
                  <a:gd name="connsiteY1" fmla="*/ 35 h 141712"/>
                  <a:gd name="connsiteX2" fmla="*/ 27292 w 27118"/>
                  <a:gd name="connsiteY2" fmla="*/ 35 h 141712"/>
                  <a:gd name="connsiteX3" fmla="*/ 27292 w 27118"/>
                  <a:gd name="connsiteY3" fmla="*/ 25167 h 141712"/>
                  <a:gd name="connsiteX4" fmla="*/ 173 w 27118"/>
                  <a:gd name="connsiteY4" fmla="*/ 25167 h 141712"/>
                  <a:gd name="connsiteX5" fmla="*/ 173 w 27118"/>
                  <a:gd name="connsiteY5" fmla="*/ 141748 h 141712"/>
                  <a:gd name="connsiteX6" fmla="*/ 173 w 27118"/>
                  <a:gd name="connsiteY6" fmla="*/ 39075 h 141712"/>
                  <a:gd name="connsiteX7" fmla="*/ 27292 w 27118"/>
                  <a:gd name="connsiteY7" fmla="*/ 39075 h 141712"/>
                  <a:gd name="connsiteX8" fmla="*/ 27292 w 27118"/>
                  <a:gd name="connsiteY8" fmla="*/ 141748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118" h="141712">
                    <a:moveTo>
                      <a:pt x="173" y="25167"/>
                    </a:moveTo>
                    <a:lnTo>
                      <a:pt x="173" y="35"/>
                    </a:lnTo>
                    <a:lnTo>
                      <a:pt x="27292" y="35"/>
                    </a:lnTo>
                    <a:lnTo>
                      <a:pt x="27292" y="25167"/>
                    </a:lnTo>
                    <a:lnTo>
                      <a:pt x="173" y="25167"/>
                    </a:lnTo>
                    <a:moveTo>
                      <a:pt x="173" y="141748"/>
                    </a:moveTo>
                    <a:lnTo>
                      <a:pt x="173" y="39075"/>
                    </a:lnTo>
                    <a:lnTo>
                      <a:pt x="27292" y="39075"/>
                    </a:lnTo>
                    <a:lnTo>
                      <a:pt x="27292" y="1417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79F7303C-E88B-F17D-95E7-F6222CCD23F5}"/>
                  </a:ext>
                </a:extLst>
              </p:cNvPr>
              <p:cNvSpPr/>
              <p:nvPr/>
            </p:nvSpPr>
            <p:spPr>
              <a:xfrm>
                <a:off x="6198100" y="938650"/>
                <a:ext cx="93436" cy="141712"/>
              </a:xfrm>
              <a:custGeom>
                <a:avLst/>
                <a:gdLst>
                  <a:gd name="connsiteX0" fmla="*/ 27349 w 93436"/>
                  <a:gd name="connsiteY0" fmla="*/ 35 h 141712"/>
                  <a:gd name="connsiteX1" fmla="*/ 27349 w 93436"/>
                  <a:gd name="connsiteY1" fmla="*/ 52124 h 141712"/>
                  <a:gd name="connsiteX2" fmla="*/ 58763 w 93436"/>
                  <a:gd name="connsiteY2" fmla="*/ 36766 h 141712"/>
                  <a:gd name="connsiteX3" fmla="*/ 75679 w 93436"/>
                  <a:gd name="connsiteY3" fmla="*/ 40256 h 141712"/>
                  <a:gd name="connsiteX4" fmla="*/ 87009 w 93436"/>
                  <a:gd name="connsiteY4" fmla="*/ 49170 h 141712"/>
                  <a:gd name="connsiteX5" fmla="*/ 92218 w 93436"/>
                  <a:gd name="connsiteY5" fmla="*/ 61145 h 141712"/>
                  <a:gd name="connsiteX6" fmla="*/ 93614 w 93436"/>
                  <a:gd name="connsiteY6" fmla="*/ 81551 h 141712"/>
                  <a:gd name="connsiteX7" fmla="*/ 93614 w 93436"/>
                  <a:gd name="connsiteY7" fmla="*/ 141748 h 141712"/>
                  <a:gd name="connsiteX8" fmla="*/ 66496 w 93436"/>
                  <a:gd name="connsiteY8" fmla="*/ 141748 h 141712"/>
                  <a:gd name="connsiteX9" fmla="*/ 66496 w 93436"/>
                  <a:gd name="connsiteY9" fmla="*/ 87511 h 141712"/>
                  <a:gd name="connsiteX10" fmla="*/ 64939 w 93436"/>
                  <a:gd name="connsiteY10" fmla="*/ 67052 h 141712"/>
                  <a:gd name="connsiteX11" fmla="*/ 59462 w 93436"/>
                  <a:gd name="connsiteY11" fmla="*/ 60125 h 141712"/>
                  <a:gd name="connsiteX12" fmla="*/ 49635 w 93436"/>
                  <a:gd name="connsiteY12" fmla="*/ 57547 h 141712"/>
                  <a:gd name="connsiteX13" fmla="*/ 37552 w 93436"/>
                  <a:gd name="connsiteY13" fmla="*/ 60823 h 141712"/>
                  <a:gd name="connsiteX14" fmla="*/ 29766 w 93436"/>
                  <a:gd name="connsiteY14" fmla="*/ 70757 h 141712"/>
                  <a:gd name="connsiteX15" fmla="*/ 27349 w 93436"/>
                  <a:gd name="connsiteY15" fmla="*/ 90304 h 141712"/>
                  <a:gd name="connsiteX16" fmla="*/ 27349 w 93436"/>
                  <a:gd name="connsiteY16" fmla="*/ 141748 h 141712"/>
                  <a:gd name="connsiteX17" fmla="*/ 177 w 93436"/>
                  <a:gd name="connsiteY17" fmla="*/ 141748 h 141712"/>
                  <a:gd name="connsiteX18" fmla="*/ 177 w 93436"/>
                  <a:gd name="connsiteY18" fmla="*/ 35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436" h="141712">
                    <a:moveTo>
                      <a:pt x="27349" y="35"/>
                    </a:moveTo>
                    <a:lnTo>
                      <a:pt x="27349" y="52124"/>
                    </a:lnTo>
                    <a:cubicBezTo>
                      <a:pt x="36102" y="41921"/>
                      <a:pt x="46574" y="36766"/>
                      <a:pt x="58763" y="36766"/>
                    </a:cubicBezTo>
                    <a:cubicBezTo>
                      <a:pt x="64993" y="36766"/>
                      <a:pt x="70631" y="37947"/>
                      <a:pt x="75679" y="40256"/>
                    </a:cubicBezTo>
                    <a:cubicBezTo>
                      <a:pt x="80673" y="42565"/>
                      <a:pt x="84485" y="45519"/>
                      <a:pt x="87009" y="49170"/>
                    </a:cubicBezTo>
                    <a:cubicBezTo>
                      <a:pt x="89533" y="52768"/>
                      <a:pt x="91305" y="56742"/>
                      <a:pt x="92218" y="61145"/>
                    </a:cubicBezTo>
                    <a:cubicBezTo>
                      <a:pt x="93185" y="65495"/>
                      <a:pt x="93614" y="72315"/>
                      <a:pt x="93614" y="81551"/>
                    </a:cubicBezTo>
                    <a:lnTo>
                      <a:pt x="93614" y="141748"/>
                    </a:lnTo>
                    <a:lnTo>
                      <a:pt x="66496" y="141748"/>
                    </a:lnTo>
                    <a:lnTo>
                      <a:pt x="66496" y="87511"/>
                    </a:lnTo>
                    <a:cubicBezTo>
                      <a:pt x="66496" y="76772"/>
                      <a:pt x="65959" y="69952"/>
                      <a:pt x="64939" y="67052"/>
                    </a:cubicBezTo>
                    <a:cubicBezTo>
                      <a:pt x="63919" y="64152"/>
                      <a:pt x="62093" y="61843"/>
                      <a:pt x="59462" y="60125"/>
                    </a:cubicBezTo>
                    <a:cubicBezTo>
                      <a:pt x="56830" y="58406"/>
                      <a:pt x="53608" y="57547"/>
                      <a:pt x="49635" y="57547"/>
                    </a:cubicBezTo>
                    <a:cubicBezTo>
                      <a:pt x="45124" y="57547"/>
                      <a:pt x="41096" y="58675"/>
                      <a:pt x="37552" y="60823"/>
                    </a:cubicBezTo>
                    <a:cubicBezTo>
                      <a:pt x="34008" y="63025"/>
                      <a:pt x="31431" y="66354"/>
                      <a:pt x="29766" y="70757"/>
                    </a:cubicBezTo>
                    <a:cubicBezTo>
                      <a:pt x="28155" y="75161"/>
                      <a:pt x="27349" y="81712"/>
                      <a:pt x="27349" y="90304"/>
                    </a:cubicBezTo>
                    <a:lnTo>
                      <a:pt x="27349" y="141748"/>
                    </a:lnTo>
                    <a:lnTo>
                      <a:pt x="177" y="141748"/>
                    </a:lnTo>
                    <a:lnTo>
                      <a:pt x="177" y="3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32E182DB-0396-5574-82E6-D82D39465B92}"/>
                  </a:ext>
                </a:extLst>
              </p:cNvPr>
              <p:cNvSpPr/>
              <p:nvPr/>
            </p:nvSpPr>
            <p:spPr>
              <a:xfrm>
                <a:off x="6312843" y="975381"/>
                <a:ext cx="105894" cy="107291"/>
              </a:xfrm>
              <a:custGeom>
                <a:avLst/>
                <a:gdLst>
                  <a:gd name="connsiteX0" fmla="*/ 186 w 105894"/>
                  <a:gd name="connsiteY0" fmla="*/ 52231 h 107291"/>
                  <a:gd name="connsiteX1" fmla="*/ 6845 w 105894"/>
                  <a:gd name="connsiteY1" fmla="*/ 26026 h 107291"/>
                  <a:gd name="connsiteX2" fmla="*/ 25747 w 105894"/>
                  <a:gd name="connsiteY2" fmla="*/ 6694 h 107291"/>
                  <a:gd name="connsiteX3" fmla="*/ 53026 w 105894"/>
                  <a:gd name="connsiteY3" fmla="*/ 35 h 107291"/>
                  <a:gd name="connsiteX4" fmla="*/ 91207 w 105894"/>
                  <a:gd name="connsiteY4" fmla="*/ 15178 h 107291"/>
                  <a:gd name="connsiteX5" fmla="*/ 106081 w 105894"/>
                  <a:gd name="connsiteY5" fmla="*/ 53412 h 107291"/>
                  <a:gd name="connsiteX6" fmla="*/ 91045 w 105894"/>
                  <a:gd name="connsiteY6" fmla="*/ 92022 h 107291"/>
                  <a:gd name="connsiteX7" fmla="*/ 53241 w 105894"/>
                  <a:gd name="connsiteY7" fmla="*/ 107326 h 107291"/>
                  <a:gd name="connsiteX8" fmla="*/ 26284 w 105894"/>
                  <a:gd name="connsiteY8" fmla="*/ 100936 h 107291"/>
                  <a:gd name="connsiteX9" fmla="*/ 6845 w 105894"/>
                  <a:gd name="connsiteY9" fmla="*/ 82249 h 107291"/>
                  <a:gd name="connsiteX10" fmla="*/ 186 w 105894"/>
                  <a:gd name="connsiteY10" fmla="*/ 52231 h 107291"/>
                  <a:gd name="connsiteX11" fmla="*/ 28002 w 105894"/>
                  <a:gd name="connsiteY11" fmla="*/ 53681 h 107291"/>
                  <a:gd name="connsiteX12" fmla="*/ 35252 w 105894"/>
                  <a:gd name="connsiteY12" fmla="*/ 77094 h 107291"/>
                  <a:gd name="connsiteX13" fmla="*/ 53134 w 105894"/>
                  <a:gd name="connsiteY13" fmla="*/ 85202 h 107291"/>
                  <a:gd name="connsiteX14" fmla="*/ 70962 w 105894"/>
                  <a:gd name="connsiteY14" fmla="*/ 77094 h 107291"/>
                  <a:gd name="connsiteX15" fmla="*/ 78158 w 105894"/>
                  <a:gd name="connsiteY15" fmla="*/ 53520 h 107291"/>
                  <a:gd name="connsiteX16" fmla="*/ 70962 w 105894"/>
                  <a:gd name="connsiteY16" fmla="*/ 30322 h 107291"/>
                  <a:gd name="connsiteX17" fmla="*/ 53134 w 105894"/>
                  <a:gd name="connsiteY17" fmla="*/ 22159 h 107291"/>
                  <a:gd name="connsiteX18" fmla="*/ 35252 w 105894"/>
                  <a:gd name="connsiteY18" fmla="*/ 30322 h 107291"/>
                  <a:gd name="connsiteX19" fmla="*/ 28002 w 105894"/>
                  <a:gd name="connsiteY19" fmla="*/ 53681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05894" h="107291">
                    <a:moveTo>
                      <a:pt x="186" y="52231"/>
                    </a:moveTo>
                    <a:cubicBezTo>
                      <a:pt x="186" y="43209"/>
                      <a:pt x="2388" y="34510"/>
                      <a:pt x="6845" y="26026"/>
                    </a:cubicBezTo>
                    <a:cubicBezTo>
                      <a:pt x="11302" y="17595"/>
                      <a:pt x="17585" y="11151"/>
                      <a:pt x="25747" y="6694"/>
                    </a:cubicBezTo>
                    <a:cubicBezTo>
                      <a:pt x="33856" y="2291"/>
                      <a:pt x="42985" y="35"/>
                      <a:pt x="53026" y="35"/>
                    </a:cubicBezTo>
                    <a:cubicBezTo>
                      <a:pt x="68545" y="35"/>
                      <a:pt x="81272" y="5083"/>
                      <a:pt x="91207" y="15178"/>
                    </a:cubicBezTo>
                    <a:cubicBezTo>
                      <a:pt x="101141" y="25274"/>
                      <a:pt x="106081" y="38001"/>
                      <a:pt x="106081" y="53412"/>
                    </a:cubicBezTo>
                    <a:cubicBezTo>
                      <a:pt x="106081" y="68931"/>
                      <a:pt x="101087" y="81819"/>
                      <a:pt x="91045" y="92022"/>
                    </a:cubicBezTo>
                    <a:cubicBezTo>
                      <a:pt x="81057" y="102225"/>
                      <a:pt x="68438" y="107326"/>
                      <a:pt x="53241" y="107326"/>
                    </a:cubicBezTo>
                    <a:cubicBezTo>
                      <a:pt x="43844" y="107326"/>
                      <a:pt x="34822" y="105232"/>
                      <a:pt x="26284" y="100936"/>
                    </a:cubicBezTo>
                    <a:cubicBezTo>
                      <a:pt x="17746" y="96694"/>
                      <a:pt x="11302" y="90465"/>
                      <a:pt x="6845" y="82249"/>
                    </a:cubicBezTo>
                    <a:cubicBezTo>
                      <a:pt x="2388" y="74033"/>
                      <a:pt x="186" y="64045"/>
                      <a:pt x="186" y="52231"/>
                    </a:cubicBezTo>
                    <a:moveTo>
                      <a:pt x="28002" y="53681"/>
                    </a:moveTo>
                    <a:cubicBezTo>
                      <a:pt x="28002" y="63884"/>
                      <a:pt x="30419" y="71670"/>
                      <a:pt x="35252" y="77094"/>
                    </a:cubicBezTo>
                    <a:cubicBezTo>
                      <a:pt x="40085" y="82517"/>
                      <a:pt x="46045" y="85202"/>
                      <a:pt x="53134" y="85202"/>
                    </a:cubicBezTo>
                    <a:cubicBezTo>
                      <a:pt x="60222" y="85202"/>
                      <a:pt x="66183" y="82517"/>
                      <a:pt x="70962" y="77094"/>
                    </a:cubicBezTo>
                    <a:cubicBezTo>
                      <a:pt x="75741" y="71670"/>
                      <a:pt x="78158" y="63830"/>
                      <a:pt x="78158" y="53520"/>
                    </a:cubicBezTo>
                    <a:cubicBezTo>
                      <a:pt x="78158" y="43424"/>
                      <a:pt x="75741" y="35691"/>
                      <a:pt x="70962" y="30322"/>
                    </a:cubicBezTo>
                    <a:cubicBezTo>
                      <a:pt x="66183" y="24898"/>
                      <a:pt x="60222" y="22159"/>
                      <a:pt x="53134" y="22159"/>
                    </a:cubicBezTo>
                    <a:cubicBezTo>
                      <a:pt x="46045" y="22159"/>
                      <a:pt x="40085" y="24898"/>
                      <a:pt x="35252" y="30322"/>
                    </a:cubicBezTo>
                    <a:cubicBezTo>
                      <a:pt x="30419" y="35691"/>
                      <a:pt x="28002" y="43532"/>
                      <a:pt x="28002" y="536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EE52F1E2-D0F5-00B0-5781-F8E6D0CD352E}"/>
                  </a:ext>
                </a:extLst>
              </p:cNvPr>
              <p:cNvSpPr/>
              <p:nvPr/>
            </p:nvSpPr>
            <p:spPr>
              <a:xfrm>
                <a:off x="6433762" y="975381"/>
                <a:ext cx="105894" cy="107291"/>
              </a:xfrm>
              <a:custGeom>
                <a:avLst/>
                <a:gdLst>
                  <a:gd name="connsiteX0" fmla="*/ 195 w 105894"/>
                  <a:gd name="connsiteY0" fmla="*/ 52231 h 107291"/>
                  <a:gd name="connsiteX1" fmla="*/ 6854 w 105894"/>
                  <a:gd name="connsiteY1" fmla="*/ 26026 h 107291"/>
                  <a:gd name="connsiteX2" fmla="*/ 25756 w 105894"/>
                  <a:gd name="connsiteY2" fmla="*/ 6694 h 107291"/>
                  <a:gd name="connsiteX3" fmla="*/ 53035 w 105894"/>
                  <a:gd name="connsiteY3" fmla="*/ 35 h 107291"/>
                  <a:gd name="connsiteX4" fmla="*/ 91215 w 105894"/>
                  <a:gd name="connsiteY4" fmla="*/ 15178 h 107291"/>
                  <a:gd name="connsiteX5" fmla="*/ 106090 w 105894"/>
                  <a:gd name="connsiteY5" fmla="*/ 53412 h 107291"/>
                  <a:gd name="connsiteX6" fmla="*/ 91054 w 105894"/>
                  <a:gd name="connsiteY6" fmla="*/ 92022 h 107291"/>
                  <a:gd name="connsiteX7" fmla="*/ 53250 w 105894"/>
                  <a:gd name="connsiteY7" fmla="*/ 107326 h 107291"/>
                  <a:gd name="connsiteX8" fmla="*/ 26293 w 105894"/>
                  <a:gd name="connsiteY8" fmla="*/ 100936 h 107291"/>
                  <a:gd name="connsiteX9" fmla="*/ 6854 w 105894"/>
                  <a:gd name="connsiteY9" fmla="*/ 82249 h 107291"/>
                  <a:gd name="connsiteX10" fmla="*/ 195 w 105894"/>
                  <a:gd name="connsiteY10" fmla="*/ 52231 h 107291"/>
                  <a:gd name="connsiteX11" fmla="*/ 28011 w 105894"/>
                  <a:gd name="connsiteY11" fmla="*/ 53681 h 107291"/>
                  <a:gd name="connsiteX12" fmla="*/ 35261 w 105894"/>
                  <a:gd name="connsiteY12" fmla="*/ 77094 h 107291"/>
                  <a:gd name="connsiteX13" fmla="*/ 53143 w 105894"/>
                  <a:gd name="connsiteY13" fmla="*/ 85202 h 107291"/>
                  <a:gd name="connsiteX14" fmla="*/ 70971 w 105894"/>
                  <a:gd name="connsiteY14" fmla="*/ 77094 h 107291"/>
                  <a:gd name="connsiteX15" fmla="*/ 78166 w 105894"/>
                  <a:gd name="connsiteY15" fmla="*/ 53520 h 107291"/>
                  <a:gd name="connsiteX16" fmla="*/ 70971 w 105894"/>
                  <a:gd name="connsiteY16" fmla="*/ 30322 h 107291"/>
                  <a:gd name="connsiteX17" fmla="*/ 53143 w 105894"/>
                  <a:gd name="connsiteY17" fmla="*/ 22159 h 107291"/>
                  <a:gd name="connsiteX18" fmla="*/ 35261 w 105894"/>
                  <a:gd name="connsiteY18" fmla="*/ 30322 h 107291"/>
                  <a:gd name="connsiteX19" fmla="*/ 28011 w 105894"/>
                  <a:gd name="connsiteY19" fmla="*/ 53681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05894" h="107291">
                    <a:moveTo>
                      <a:pt x="195" y="52231"/>
                    </a:moveTo>
                    <a:cubicBezTo>
                      <a:pt x="195" y="43209"/>
                      <a:pt x="2397" y="34510"/>
                      <a:pt x="6854" y="26026"/>
                    </a:cubicBezTo>
                    <a:cubicBezTo>
                      <a:pt x="11311" y="17595"/>
                      <a:pt x="17594" y="11151"/>
                      <a:pt x="25756" y="6694"/>
                    </a:cubicBezTo>
                    <a:cubicBezTo>
                      <a:pt x="33864" y="2291"/>
                      <a:pt x="42993" y="35"/>
                      <a:pt x="53035" y="35"/>
                    </a:cubicBezTo>
                    <a:cubicBezTo>
                      <a:pt x="68554" y="35"/>
                      <a:pt x="81281" y="5083"/>
                      <a:pt x="91215" y="15178"/>
                    </a:cubicBezTo>
                    <a:cubicBezTo>
                      <a:pt x="101150" y="25274"/>
                      <a:pt x="106090" y="38001"/>
                      <a:pt x="106090" y="53412"/>
                    </a:cubicBezTo>
                    <a:cubicBezTo>
                      <a:pt x="106090" y="68931"/>
                      <a:pt x="101096" y="81819"/>
                      <a:pt x="91054" y="92022"/>
                    </a:cubicBezTo>
                    <a:cubicBezTo>
                      <a:pt x="81066" y="102225"/>
                      <a:pt x="68447" y="107326"/>
                      <a:pt x="53250" y="107326"/>
                    </a:cubicBezTo>
                    <a:cubicBezTo>
                      <a:pt x="43853" y="107326"/>
                      <a:pt x="34831" y="105232"/>
                      <a:pt x="26293" y="100936"/>
                    </a:cubicBezTo>
                    <a:cubicBezTo>
                      <a:pt x="17755" y="96694"/>
                      <a:pt x="11311" y="90465"/>
                      <a:pt x="6854" y="82249"/>
                    </a:cubicBezTo>
                    <a:cubicBezTo>
                      <a:pt x="2397" y="74033"/>
                      <a:pt x="195" y="64045"/>
                      <a:pt x="195" y="52231"/>
                    </a:cubicBezTo>
                    <a:moveTo>
                      <a:pt x="28011" y="53681"/>
                    </a:moveTo>
                    <a:cubicBezTo>
                      <a:pt x="28011" y="63884"/>
                      <a:pt x="30428" y="71670"/>
                      <a:pt x="35261" y="77094"/>
                    </a:cubicBezTo>
                    <a:cubicBezTo>
                      <a:pt x="40094" y="82517"/>
                      <a:pt x="46054" y="85202"/>
                      <a:pt x="53143" y="85202"/>
                    </a:cubicBezTo>
                    <a:cubicBezTo>
                      <a:pt x="60231" y="85202"/>
                      <a:pt x="66192" y="82517"/>
                      <a:pt x="70971" y="77094"/>
                    </a:cubicBezTo>
                    <a:cubicBezTo>
                      <a:pt x="75750" y="71670"/>
                      <a:pt x="78166" y="63830"/>
                      <a:pt x="78166" y="53520"/>
                    </a:cubicBezTo>
                    <a:cubicBezTo>
                      <a:pt x="78166" y="43424"/>
                      <a:pt x="75750" y="35691"/>
                      <a:pt x="70971" y="30322"/>
                    </a:cubicBezTo>
                    <a:cubicBezTo>
                      <a:pt x="66192" y="24898"/>
                      <a:pt x="60231" y="22159"/>
                      <a:pt x="53143" y="22159"/>
                    </a:cubicBezTo>
                    <a:cubicBezTo>
                      <a:pt x="46054" y="22159"/>
                      <a:pt x="40094" y="24898"/>
                      <a:pt x="35261" y="30322"/>
                    </a:cubicBezTo>
                    <a:cubicBezTo>
                      <a:pt x="30428" y="35691"/>
                      <a:pt x="28011" y="43532"/>
                      <a:pt x="28011" y="536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CF8AC821-E431-37A0-2563-7D403E3ACBE8}"/>
                  </a:ext>
                </a:extLst>
              </p:cNvPr>
              <p:cNvSpPr/>
              <p:nvPr/>
            </p:nvSpPr>
            <p:spPr>
              <a:xfrm>
                <a:off x="6554842" y="938650"/>
                <a:ext cx="100256" cy="144021"/>
              </a:xfrm>
              <a:custGeom>
                <a:avLst/>
                <a:gdLst>
                  <a:gd name="connsiteX0" fmla="*/ 100460 w 100256"/>
                  <a:gd name="connsiteY0" fmla="*/ 141748 h 144021"/>
                  <a:gd name="connsiteX1" fmla="*/ 75222 w 100256"/>
                  <a:gd name="connsiteY1" fmla="*/ 141748 h 144021"/>
                  <a:gd name="connsiteX2" fmla="*/ 75222 w 100256"/>
                  <a:gd name="connsiteY2" fmla="*/ 126658 h 144021"/>
                  <a:gd name="connsiteX3" fmla="*/ 60401 w 100256"/>
                  <a:gd name="connsiteY3" fmla="*/ 139761 h 144021"/>
                  <a:gd name="connsiteX4" fmla="*/ 43110 w 100256"/>
                  <a:gd name="connsiteY4" fmla="*/ 144057 h 144021"/>
                  <a:gd name="connsiteX5" fmla="*/ 12823 w 100256"/>
                  <a:gd name="connsiteY5" fmla="*/ 129826 h 144021"/>
                  <a:gd name="connsiteX6" fmla="*/ 204 w 100256"/>
                  <a:gd name="connsiteY6" fmla="*/ 90035 h 144021"/>
                  <a:gd name="connsiteX7" fmla="*/ 12501 w 100256"/>
                  <a:gd name="connsiteY7" fmla="*/ 50351 h 144021"/>
                  <a:gd name="connsiteX8" fmla="*/ 43539 w 100256"/>
                  <a:gd name="connsiteY8" fmla="*/ 36766 h 144021"/>
                  <a:gd name="connsiteX9" fmla="*/ 73289 w 100256"/>
                  <a:gd name="connsiteY9" fmla="*/ 51103 h 144021"/>
                  <a:gd name="connsiteX10" fmla="*/ 73289 w 100256"/>
                  <a:gd name="connsiteY10" fmla="*/ 35 h 144021"/>
                  <a:gd name="connsiteX11" fmla="*/ 100460 w 100256"/>
                  <a:gd name="connsiteY11" fmla="*/ 35 h 144021"/>
                  <a:gd name="connsiteX12" fmla="*/ 100460 w 100256"/>
                  <a:gd name="connsiteY12" fmla="*/ 141748 h 144021"/>
                  <a:gd name="connsiteX13" fmla="*/ 27966 w 100256"/>
                  <a:gd name="connsiteY13" fmla="*/ 88210 h 144021"/>
                  <a:gd name="connsiteX14" fmla="*/ 32477 w 100256"/>
                  <a:gd name="connsiteY14" fmla="*/ 111998 h 144021"/>
                  <a:gd name="connsiteX15" fmla="*/ 50842 w 100256"/>
                  <a:gd name="connsiteY15" fmla="*/ 122631 h 144021"/>
                  <a:gd name="connsiteX16" fmla="*/ 66791 w 100256"/>
                  <a:gd name="connsiteY16" fmla="*/ 114629 h 144021"/>
                  <a:gd name="connsiteX17" fmla="*/ 73396 w 100256"/>
                  <a:gd name="connsiteY17" fmla="*/ 90787 h 144021"/>
                  <a:gd name="connsiteX18" fmla="*/ 67006 w 100256"/>
                  <a:gd name="connsiteY18" fmla="*/ 65334 h 144021"/>
                  <a:gd name="connsiteX19" fmla="*/ 50681 w 100256"/>
                  <a:gd name="connsiteY19" fmla="*/ 57547 h 144021"/>
                  <a:gd name="connsiteX20" fmla="*/ 34464 w 100256"/>
                  <a:gd name="connsiteY20" fmla="*/ 65226 h 144021"/>
                  <a:gd name="connsiteX21" fmla="*/ 27966 w 100256"/>
                  <a:gd name="connsiteY21" fmla="*/ 88210 h 144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0256" h="144021">
                    <a:moveTo>
                      <a:pt x="100460" y="141748"/>
                    </a:moveTo>
                    <a:lnTo>
                      <a:pt x="75222" y="141748"/>
                    </a:lnTo>
                    <a:lnTo>
                      <a:pt x="75222" y="126658"/>
                    </a:lnTo>
                    <a:cubicBezTo>
                      <a:pt x="71033" y="132511"/>
                      <a:pt x="66093" y="136915"/>
                      <a:pt x="60401" y="139761"/>
                    </a:cubicBezTo>
                    <a:cubicBezTo>
                      <a:pt x="54655" y="142607"/>
                      <a:pt x="48909" y="144057"/>
                      <a:pt x="43110" y="144057"/>
                    </a:cubicBezTo>
                    <a:cubicBezTo>
                      <a:pt x="31349" y="144057"/>
                      <a:pt x="21254" y="139331"/>
                      <a:pt x="12823" y="129826"/>
                    </a:cubicBezTo>
                    <a:cubicBezTo>
                      <a:pt x="4392" y="120322"/>
                      <a:pt x="204" y="107058"/>
                      <a:pt x="204" y="90035"/>
                    </a:cubicBezTo>
                    <a:cubicBezTo>
                      <a:pt x="204" y="72637"/>
                      <a:pt x="4285" y="59427"/>
                      <a:pt x="12501" y="50351"/>
                    </a:cubicBezTo>
                    <a:cubicBezTo>
                      <a:pt x="20663" y="41330"/>
                      <a:pt x="31027" y="36766"/>
                      <a:pt x="43539" y="36766"/>
                    </a:cubicBezTo>
                    <a:cubicBezTo>
                      <a:pt x="54977" y="36766"/>
                      <a:pt x="64912" y="41545"/>
                      <a:pt x="73289" y="51103"/>
                    </a:cubicBezTo>
                    <a:lnTo>
                      <a:pt x="73289" y="35"/>
                    </a:lnTo>
                    <a:lnTo>
                      <a:pt x="100460" y="35"/>
                    </a:lnTo>
                    <a:lnTo>
                      <a:pt x="100460" y="141748"/>
                    </a:lnTo>
                    <a:moveTo>
                      <a:pt x="27966" y="88210"/>
                    </a:moveTo>
                    <a:cubicBezTo>
                      <a:pt x="27966" y="99164"/>
                      <a:pt x="29470" y="107058"/>
                      <a:pt x="32477" y="111998"/>
                    </a:cubicBezTo>
                    <a:cubicBezTo>
                      <a:pt x="36880" y="119087"/>
                      <a:pt x="43002" y="122631"/>
                      <a:pt x="50842" y="122631"/>
                    </a:cubicBezTo>
                    <a:cubicBezTo>
                      <a:pt x="57125" y="122631"/>
                      <a:pt x="62441" y="119946"/>
                      <a:pt x="66791" y="114629"/>
                    </a:cubicBezTo>
                    <a:cubicBezTo>
                      <a:pt x="71194" y="109313"/>
                      <a:pt x="73396" y="101366"/>
                      <a:pt x="73396" y="90787"/>
                    </a:cubicBezTo>
                    <a:cubicBezTo>
                      <a:pt x="73396" y="79027"/>
                      <a:pt x="71248" y="70542"/>
                      <a:pt x="67006" y="65334"/>
                    </a:cubicBezTo>
                    <a:cubicBezTo>
                      <a:pt x="62763" y="60179"/>
                      <a:pt x="57286" y="57547"/>
                      <a:pt x="50681" y="57547"/>
                    </a:cubicBezTo>
                    <a:cubicBezTo>
                      <a:pt x="44237" y="57547"/>
                      <a:pt x="38814" y="60125"/>
                      <a:pt x="34464" y="65226"/>
                    </a:cubicBezTo>
                    <a:cubicBezTo>
                      <a:pt x="30114" y="70381"/>
                      <a:pt x="27966" y="78007"/>
                      <a:pt x="27966" y="882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3D10BA29-BEFE-3607-E7D7-A8D6B85F81EA}"/>
                  </a:ext>
                </a:extLst>
              </p:cNvPr>
              <p:cNvSpPr/>
              <p:nvPr/>
            </p:nvSpPr>
            <p:spPr>
              <a:xfrm>
                <a:off x="6726896" y="938650"/>
                <a:ext cx="112607" cy="141712"/>
              </a:xfrm>
              <a:custGeom>
                <a:avLst/>
                <a:gdLst>
                  <a:gd name="connsiteX0" fmla="*/ 42263 w 112607"/>
                  <a:gd name="connsiteY0" fmla="*/ 141748 h 141712"/>
                  <a:gd name="connsiteX1" fmla="*/ 42263 w 112607"/>
                  <a:gd name="connsiteY1" fmla="*/ 24039 h 141712"/>
                  <a:gd name="connsiteX2" fmla="*/ 217 w 112607"/>
                  <a:gd name="connsiteY2" fmla="*/ 24039 h 141712"/>
                  <a:gd name="connsiteX3" fmla="*/ 217 w 112607"/>
                  <a:gd name="connsiteY3" fmla="*/ 35 h 141712"/>
                  <a:gd name="connsiteX4" fmla="*/ 112824 w 112607"/>
                  <a:gd name="connsiteY4" fmla="*/ 35 h 141712"/>
                  <a:gd name="connsiteX5" fmla="*/ 112824 w 112607"/>
                  <a:gd name="connsiteY5" fmla="*/ 24039 h 141712"/>
                  <a:gd name="connsiteX6" fmla="*/ 70885 w 112607"/>
                  <a:gd name="connsiteY6" fmla="*/ 24039 h 141712"/>
                  <a:gd name="connsiteX7" fmla="*/ 70885 w 112607"/>
                  <a:gd name="connsiteY7" fmla="*/ 141748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607" h="141712">
                    <a:moveTo>
                      <a:pt x="42263" y="141748"/>
                    </a:moveTo>
                    <a:lnTo>
                      <a:pt x="42263" y="24039"/>
                    </a:lnTo>
                    <a:lnTo>
                      <a:pt x="217" y="24039"/>
                    </a:lnTo>
                    <a:lnTo>
                      <a:pt x="217" y="35"/>
                    </a:lnTo>
                    <a:lnTo>
                      <a:pt x="112824" y="35"/>
                    </a:lnTo>
                    <a:lnTo>
                      <a:pt x="112824" y="24039"/>
                    </a:lnTo>
                    <a:lnTo>
                      <a:pt x="70885" y="24039"/>
                    </a:lnTo>
                    <a:lnTo>
                      <a:pt x="70885" y="1417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" name="Freihandform: Form 26">
                <a:extLst>
                  <a:ext uri="{FF2B5EF4-FFF2-40B4-BE49-F238E27FC236}">
                    <a16:creationId xmlns:a16="http://schemas.microsoft.com/office/drawing/2014/main" id="{D912B283-5069-CD97-0B5C-6DAD398C2E3B}"/>
                  </a:ext>
                </a:extLst>
              </p:cNvPr>
              <p:cNvSpPr/>
              <p:nvPr/>
            </p:nvSpPr>
            <p:spPr>
              <a:xfrm>
                <a:off x="6856622" y="975381"/>
                <a:ext cx="66479" cy="104982"/>
              </a:xfrm>
              <a:custGeom>
                <a:avLst/>
                <a:gdLst>
                  <a:gd name="connsiteX0" fmla="*/ 27397 w 66479"/>
                  <a:gd name="connsiteY0" fmla="*/ 105017 h 104982"/>
                  <a:gd name="connsiteX1" fmla="*/ 225 w 66479"/>
                  <a:gd name="connsiteY1" fmla="*/ 105017 h 104982"/>
                  <a:gd name="connsiteX2" fmla="*/ 225 w 66479"/>
                  <a:gd name="connsiteY2" fmla="*/ 2344 h 104982"/>
                  <a:gd name="connsiteX3" fmla="*/ 25464 w 66479"/>
                  <a:gd name="connsiteY3" fmla="*/ 2344 h 104982"/>
                  <a:gd name="connsiteX4" fmla="*/ 25464 w 66479"/>
                  <a:gd name="connsiteY4" fmla="*/ 16950 h 104982"/>
                  <a:gd name="connsiteX5" fmla="*/ 37117 w 66479"/>
                  <a:gd name="connsiteY5" fmla="*/ 3311 h 104982"/>
                  <a:gd name="connsiteX6" fmla="*/ 48823 w 66479"/>
                  <a:gd name="connsiteY6" fmla="*/ 35 h 104982"/>
                  <a:gd name="connsiteX7" fmla="*/ 66705 w 66479"/>
                  <a:gd name="connsiteY7" fmla="*/ 5190 h 104982"/>
                  <a:gd name="connsiteX8" fmla="*/ 58328 w 66479"/>
                  <a:gd name="connsiteY8" fmla="*/ 28872 h 104982"/>
                  <a:gd name="connsiteX9" fmla="*/ 45548 w 66479"/>
                  <a:gd name="connsiteY9" fmla="*/ 24415 h 104982"/>
                  <a:gd name="connsiteX10" fmla="*/ 35882 w 66479"/>
                  <a:gd name="connsiteY10" fmla="*/ 27529 h 104982"/>
                  <a:gd name="connsiteX11" fmla="*/ 29653 w 66479"/>
                  <a:gd name="connsiteY11" fmla="*/ 38914 h 104982"/>
                  <a:gd name="connsiteX12" fmla="*/ 27397 w 66479"/>
                  <a:gd name="connsiteY12" fmla="*/ 73335 h 104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479" h="104982">
                    <a:moveTo>
                      <a:pt x="27397" y="105017"/>
                    </a:moveTo>
                    <a:lnTo>
                      <a:pt x="225" y="105017"/>
                    </a:lnTo>
                    <a:lnTo>
                      <a:pt x="225" y="2344"/>
                    </a:lnTo>
                    <a:lnTo>
                      <a:pt x="25464" y="2344"/>
                    </a:lnTo>
                    <a:lnTo>
                      <a:pt x="25464" y="16950"/>
                    </a:lnTo>
                    <a:cubicBezTo>
                      <a:pt x="29760" y="10077"/>
                      <a:pt x="33626" y="5513"/>
                      <a:pt x="37117" y="3311"/>
                    </a:cubicBezTo>
                    <a:cubicBezTo>
                      <a:pt x="40554" y="1163"/>
                      <a:pt x="44474" y="35"/>
                      <a:pt x="48823" y="35"/>
                    </a:cubicBezTo>
                    <a:cubicBezTo>
                      <a:pt x="55052" y="35"/>
                      <a:pt x="61013" y="1754"/>
                      <a:pt x="66705" y="5190"/>
                    </a:cubicBezTo>
                    <a:lnTo>
                      <a:pt x="58328" y="28872"/>
                    </a:lnTo>
                    <a:cubicBezTo>
                      <a:pt x="53764" y="25865"/>
                      <a:pt x="49468" y="24415"/>
                      <a:pt x="45548" y="24415"/>
                    </a:cubicBezTo>
                    <a:cubicBezTo>
                      <a:pt x="41735" y="24415"/>
                      <a:pt x="38513" y="25435"/>
                      <a:pt x="35882" y="27529"/>
                    </a:cubicBezTo>
                    <a:cubicBezTo>
                      <a:pt x="33251" y="29623"/>
                      <a:pt x="31156" y="33436"/>
                      <a:pt x="29653" y="38914"/>
                    </a:cubicBezTo>
                    <a:cubicBezTo>
                      <a:pt x="28149" y="44391"/>
                      <a:pt x="27397" y="55829"/>
                      <a:pt x="27397" y="7333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29830017-6D2F-23B8-5F1A-399F97B429D4}"/>
                  </a:ext>
                </a:extLst>
              </p:cNvPr>
              <p:cNvSpPr/>
              <p:nvPr/>
            </p:nvSpPr>
            <p:spPr>
              <a:xfrm>
                <a:off x="6926894" y="975381"/>
                <a:ext cx="95929" cy="107291"/>
              </a:xfrm>
              <a:custGeom>
                <a:avLst/>
                <a:gdLst>
                  <a:gd name="connsiteX0" fmla="*/ 67624 w 95929"/>
                  <a:gd name="connsiteY0" fmla="*/ 72368 h 107291"/>
                  <a:gd name="connsiteX1" fmla="*/ 94688 w 95929"/>
                  <a:gd name="connsiteY1" fmla="*/ 76879 h 107291"/>
                  <a:gd name="connsiteX2" fmla="*/ 78203 w 95929"/>
                  <a:gd name="connsiteY2" fmla="*/ 99540 h 107291"/>
                  <a:gd name="connsiteX3" fmla="*/ 50010 w 95929"/>
                  <a:gd name="connsiteY3" fmla="*/ 107326 h 107291"/>
                  <a:gd name="connsiteX4" fmla="*/ 10380 w 95929"/>
                  <a:gd name="connsiteY4" fmla="*/ 89820 h 107291"/>
                  <a:gd name="connsiteX5" fmla="*/ 231 w 95929"/>
                  <a:gd name="connsiteY5" fmla="*/ 54486 h 107291"/>
                  <a:gd name="connsiteX6" fmla="*/ 13548 w 95929"/>
                  <a:gd name="connsiteY6" fmla="*/ 14480 h 107291"/>
                  <a:gd name="connsiteX7" fmla="*/ 47325 w 95929"/>
                  <a:gd name="connsiteY7" fmla="*/ 35 h 107291"/>
                  <a:gd name="connsiteX8" fmla="*/ 83465 w 95929"/>
                  <a:gd name="connsiteY8" fmla="*/ 15178 h 107291"/>
                  <a:gd name="connsiteX9" fmla="*/ 96138 w 95929"/>
                  <a:gd name="connsiteY9" fmla="*/ 61521 h 107291"/>
                  <a:gd name="connsiteX10" fmla="*/ 28047 w 95929"/>
                  <a:gd name="connsiteY10" fmla="*/ 61521 h 107291"/>
                  <a:gd name="connsiteX11" fmla="*/ 34652 w 95929"/>
                  <a:gd name="connsiteY11" fmla="*/ 80316 h 107291"/>
                  <a:gd name="connsiteX12" fmla="*/ 50279 w 95929"/>
                  <a:gd name="connsiteY12" fmla="*/ 87028 h 107291"/>
                  <a:gd name="connsiteX13" fmla="*/ 61019 w 95929"/>
                  <a:gd name="connsiteY13" fmla="*/ 83538 h 107291"/>
                  <a:gd name="connsiteX14" fmla="*/ 67624 w 95929"/>
                  <a:gd name="connsiteY14" fmla="*/ 72368 h 107291"/>
                  <a:gd name="connsiteX15" fmla="*/ 69127 w 95929"/>
                  <a:gd name="connsiteY15" fmla="*/ 44874 h 107291"/>
                  <a:gd name="connsiteX16" fmla="*/ 63059 w 95929"/>
                  <a:gd name="connsiteY16" fmla="*/ 26992 h 107291"/>
                  <a:gd name="connsiteX17" fmla="*/ 48936 w 95929"/>
                  <a:gd name="connsiteY17" fmla="*/ 20817 h 107291"/>
                  <a:gd name="connsiteX18" fmla="*/ 34276 w 95929"/>
                  <a:gd name="connsiteY18" fmla="*/ 27314 h 107291"/>
                  <a:gd name="connsiteX19" fmla="*/ 28531 w 95929"/>
                  <a:gd name="connsiteY19" fmla="*/ 44874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29" h="107291">
                    <a:moveTo>
                      <a:pt x="67624" y="72368"/>
                    </a:moveTo>
                    <a:lnTo>
                      <a:pt x="94688" y="76879"/>
                    </a:lnTo>
                    <a:cubicBezTo>
                      <a:pt x="91198" y="86813"/>
                      <a:pt x="85667" y="94385"/>
                      <a:pt x="78203" y="99540"/>
                    </a:cubicBezTo>
                    <a:cubicBezTo>
                      <a:pt x="70685" y="104749"/>
                      <a:pt x="61287" y="107326"/>
                      <a:pt x="50010" y="107326"/>
                    </a:cubicBezTo>
                    <a:cubicBezTo>
                      <a:pt x="32182" y="107326"/>
                      <a:pt x="18972" y="101527"/>
                      <a:pt x="10380" y="89820"/>
                    </a:cubicBezTo>
                    <a:cubicBezTo>
                      <a:pt x="3614" y="80477"/>
                      <a:pt x="231" y="68717"/>
                      <a:pt x="231" y="54486"/>
                    </a:cubicBezTo>
                    <a:cubicBezTo>
                      <a:pt x="231" y="37464"/>
                      <a:pt x="4688" y="24146"/>
                      <a:pt x="13548" y="14480"/>
                    </a:cubicBezTo>
                    <a:cubicBezTo>
                      <a:pt x="22463" y="4868"/>
                      <a:pt x="33686" y="35"/>
                      <a:pt x="47325" y="35"/>
                    </a:cubicBezTo>
                    <a:cubicBezTo>
                      <a:pt x="62576" y="35"/>
                      <a:pt x="74605" y="5083"/>
                      <a:pt x="83465" y="15178"/>
                    </a:cubicBezTo>
                    <a:cubicBezTo>
                      <a:pt x="92272" y="25274"/>
                      <a:pt x="96514" y="40686"/>
                      <a:pt x="96138" y="61521"/>
                    </a:cubicBezTo>
                    <a:lnTo>
                      <a:pt x="28047" y="61521"/>
                    </a:lnTo>
                    <a:cubicBezTo>
                      <a:pt x="28262" y="69576"/>
                      <a:pt x="30464" y="75859"/>
                      <a:pt x="34652" y="80316"/>
                    </a:cubicBezTo>
                    <a:cubicBezTo>
                      <a:pt x="38841" y="84826"/>
                      <a:pt x="44050" y="87028"/>
                      <a:pt x="50279" y="87028"/>
                    </a:cubicBezTo>
                    <a:cubicBezTo>
                      <a:pt x="54575" y="87028"/>
                      <a:pt x="58119" y="85900"/>
                      <a:pt x="61019" y="83538"/>
                    </a:cubicBezTo>
                    <a:cubicBezTo>
                      <a:pt x="63918" y="81228"/>
                      <a:pt x="66120" y="77523"/>
                      <a:pt x="67624" y="72368"/>
                    </a:cubicBezTo>
                    <a:moveTo>
                      <a:pt x="69127" y="44874"/>
                    </a:moveTo>
                    <a:cubicBezTo>
                      <a:pt x="68966" y="37034"/>
                      <a:pt x="66926" y="31073"/>
                      <a:pt x="63059" y="26992"/>
                    </a:cubicBezTo>
                    <a:cubicBezTo>
                      <a:pt x="59193" y="22857"/>
                      <a:pt x="54467" y="20817"/>
                      <a:pt x="48936" y="20817"/>
                    </a:cubicBezTo>
                    <a:cubicBezTo>
                      <a:pt x="43029" y="20817"/>
                      <a:pt x="38143" y="22965"/>
                      <a:pt x="34276" y="27314"/>
                    </a:cubicBezTo>
                    <a:cubicBezTo>
                      <a:pt x="30410" y="31610"/>
                      <a:pt x="28477" y="37464"/>
                      <a:pt x="28531" y="448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729C13E7-0665-C686-8EF9-6D5A2D6D2009}"/>
                  </a:ext>
                </a:extLst>
              </p:cNvPr>
              <p:cNvSpPr/>
              <p:nvPr/>
            </p:nvSpPr>
            <p:spPr>
              <a:xfrm>
                <a:off x="7036994" y="975381"/>
                <a:ext cx="95929" cy="107291"/>
              </a:xfrm>
              <a:custGeom>
                <a:avLst/>
                <a:gdLst>
                  <a:gd name="connsiteX0" fmla="*/ 67632 w 95929"/>
                  <a:gd name="connsiteY0" fmla="*/ 72368 h 107291"/>
                  <a:gd name="connsiteX1" fmla="*/ 94696 w 95929"/>
                  <a:gd name="connsiteY1" fmla="*/ 76879 h 107291"/>
                  <a:gd name="connsiteX2" fmla="*/ 78211 w 95929"/>
                  <a:gd name="connsiteY2" fmla="*/ 99540 h 107291"/>
                  <a:gd name="connsiteX3" fmla="*/ 50018 w 95929"/>
                  <a:gd name="connsiteY3" fmla="*/ 107326 h 107291"/>
                  <a:gd name="connsiteX4" fmla="*/ 10388 w 95929"/>
                  <a:gd name="connsiteY4" fmla="*/ 89820 h 107291"/>
                  <a:gd name="connsiteX5" fmla="*/ 239 w 95929"/>
                  <a:gd name="connsiteY5" fmla="*/ 54486 h 107291"/>
                  <a:gd name="connsiteX6" fmla="*/ 13557 w 95929"/>
                  <a:gd name="connsiteY6" fmla="*/ 14480 h 107291"/>
                  <a:gd name="connsiteX7" fmla="*/ 47333 w 95929"/>
                  <a:gd name="connsiteY7" fmla="*/ 35 h 107291"/>
                  <a:gd name="connsiteX8" fmla="*/ 83473 w 95929"/>
                  <a:gd name="connsiteY8" fmla="*/ 15178 h 107291"/>
                  <a:gd name="connsiteX9" fmla="*/ 96146 w 95929"/>
                  <a:gd name="connsiteY9" fmla="*/ 61521 h 107291"/>
                  <a:gd name="connsiteX10" fmla="*/ 28055 w 95929"/>
                  <a:gd name="connsiteY10" fmla="*/ 61521 h 107291"/>
                  <a:gd name="connsiteX11" fmla="*/ 34660 w 95929"/>
                  <a:gd name="connsiteY11" fmla="*/ 80316 h 107291"/>
                  <a:gd name="connsiteX12" fmla="*/ 50287 w 95929"/>
                  <a:gd name="connsiteY12" fmla="*/ 87028 h 107291"/>
                  <a:gd name="connsiteX13" fmla="*/ 61027 w 95929"/>
                  <a:gd name="connsiteY13" fmla="*/ 83538 h 107291"/>
                  <a:gd name="connsiteX14" fmla="*/ 67632 w 95929"/>
                  <a:gd name="connsiteY14" fmla="*/ 72368 h 107291"/>
                  <a:gd name="connsiteX15" fmla="*/ 69135 w 95929"/>
                  <a:gd name="connsiteY15" fmla="*/ 44874 h 107291"/>
                  <a:gd name="connsiteX16" fmla="*/ 63067 w 95929"/>
                  <a:gd name="connsiteY16" fmla="*/ 26992 h 107291"/>
                  <a:gd name="connsiteX17" fmla="*/ 48944 w 95929"/>
                  <a:gd name="connsiteY17" fmla="*/ 20817 h 107291"/>
                  <a:gd name="connsiteX18" fmla="*/ 34284 w 95929"/>
                  <a:gd name="connsiteY18" fmla="*/ 27314 h 107291"/>
                  <a:gd name="connsiteX19" fmla="*/ 28539 w 95929"/>
                  <a:gd name="connsiteY19" fmla="*/ 44874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29" h="107291">
                    <a:moveTo>
                      <a:pt x="67632" y="72368"/>
                    </a:moveTo>
                    <a:lnTo>
                      <a:pt x="94696" y="76879"/>
                    </a:lnTo>
                    <a:cubicBezTo>
                      <a:pt x="91206" y="86813"/>
                      <a:pt x="85675" y="94385"/>
                      <a:pt x="78211" y="99540"/>
                    </a:cubicBezTo>
                    <a:cubicBezTo>
                      <a:pt x="70693" y="104749"/>
                      <a:pt x="61295" y="107326"/>
                      <a:pt x="50018" y="107326"/>
                    </a:cubicBezTo>
                    <a:cubicBezTo>
                      <a:pt x="32190" y="107326"/>
                      <a:pt x="18980" y="101527"/>
                      <a:pt x="10388" y="89820"/>
                    </a:cubicBezTo>
                    <a:cubicBezTo>
                      <a:pt x="3622" y="80477"/>
                      <a:pt x="239" y="68717"/>
                      <a:pt x="239" y="54486"/>
                    </a:cubicBezTo>
                    <a:cubicBezTo>
                      <a:pt x="239" y="37464"/>
                      <a:pt x="4696" y="24146"/>
                      <a:pt x="13557" y="14480"/>
                    </a:cubicBezTo>
                    <a:cubicBezTo>
                      <a:pt x="22471" y="4868"/>
                      <a:pt x="33694" y="35"/>
                      <a:pt x="47333" y="35"/>
                    </a:cubicBezTo>
                    <a:cubicBezTo>
                      <a:pt x="62584" y="35"/>
                      <a:pt x="74613" y="5083"/>
                      <a:pt x="83473" y="15178"/>
                    </a:cubicBezTo>
                    <a:cubicBezTo>
                      <a:pt x="92280" y="25274"/>
                      <a:pt x="96522" y="40686"/>
                      <a:pt x="96146" y="61521"/>
                    </a:cubicBezTo>
                    <a:lnTo>
                      <a:pt x="28055" y="61521"/>
                    </a:lnTo>
                    <a:cubicBezTo>
                      <a:pt x="28270" y="69576"/>
                      <a:pt x="30472" y="75859"/>
                      <a:pt x="34660" y="80316"/>
                    </a:cubicBezTo>
                    <a:cubicBezTo>
                      <a:pt x="38849" y="84826"/>
                      <a:pt x="44058" y="87028"/>
                      <a:pt x="50287" y="87028"/>
                    </a:cubicBezTo>
                    <a:cubicBezTo>
                      <a:pt x="54583" y="87028"/>
                      <a:pt x="58127" y="85900"/>
                      <a:pt x="61027" y="83538"/>
                    </a:cubicBezTo>
                    <a:cubicBezTo>
                      <a:pt x="63926" y="81228"/>
                      <a:pt x="66128" y="77523"/>
                      <a:pt x="67632" y="72368"/>
                    </a:cubicBezTo>
                    <a:moveTo>
                      <a:pt x="69135" y="44874"/>
                    </a:moveTo>
                    <a:cubicBezTo>
                      <a:pt x="68974" y="37034"/>
                      <a:pt x="66934" y="31073"/>
                      <a:pt x="63067" y="26992"/>
                    </a:cubicBezTo>
                    <a:cubicBezTo>
                      <a:pt x="59201" y="22857"/>
                      <a:pt x="54475" y="20817"/>
                      <a:pt x="48944" y="20817"/>
                    </a:cubicBezTo>
                    <a:cubicBezTo>
                      <a:pt x="43037" y="20817"/>
                      <a:pt x="38151" y="22965"/>
                      <a:pt x="34284" y="27314"/>
                    </a:cubicBezTo>
                    <a:cubicBezTo>
                      <a:pt x="30418" y="31610"/>
                      <a:pt x="28485" y="37464"/>
                      <a:pt x="28539" y="448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756A2A89-BDA6-6CF5-32F6-20BCE3BDD4DE}"/>
                  </a:ext>
                </a:extLst>
              </p:cNvPr>
              <p:cNvSpPr/>
              <p:nvPr/>
            </p:nvSpPr>
            <p:spPr>
              <a:xfrm>
                <a:off x="7203746" y="975381"/>
                <a:ext cx="105894" cy="107291"/>
              </a:xfrm>
              <a:custGeom>
                <a:avLst/>
                <a:gdLst>
                  <a:gd name="connsiteX0" fmla="*/ 251 w 105894"/>
                  <a:gd name="connsiteY0" fmla="*/ 52231 h 107291"/>
                  <a:gd name="connsiteX1" fmla="*/ 6910 w 105894"/>
                  <a:gd name="connsiteY1" fmla="*/ 26026 h 107291"/>
                  <a:gd name="connsiteX2" fmla="*/ 25812 w 105894"/>
                  <a:gd name="connsiteY2" fmla="*/ 6694 h 107291"/>
                  <a:gd name="connsiteX3" fmla="*/ 53091 w 105894"/>
                  <a:gd name="connsiteY3" fmla="*/ 35 h 107291"/>
                  <a:gd name="connsiteX4" fmla="*/ 91271 w 105894"/>
                  <a:gd name="connsiteY4" fmla="*/ 15178 h 107291"/>
                  <a:gd name="connsiteX5" fmla="*/ 106146 w 105894"/>
                  <a:gd name="connsiteY5" fmla="*/ 53412 h 107291"/>
                  <a:gd name="connsiteX6" fmla="*/ 91110 w 105894"/>
                  <a:gd name="connsiteY6" fmla="*/ 92022 h 107291"/>
                  <a:gd name="connsiteX7" fmla="*/ 53306 w 105894"/>
                  <a:gd name="connsiteY7" fmla="*/ 107326 h 107291"/>
                  <a:gd name="connsiteX8" fmla="*/ 26349 w 105894"/>
                  <a:gd name="connsiteY8" fmla="*/ 100936 h 107291"/>
                  <a:gd name="connsiteX9" fmla="*/ 6910 w 105894"/>
                  <a:gd name="connsiteY9" fmla="*/ 82249 h 107291"/>
                  <a:gd name="connsiteX10" fmla="*/ 251 w 105894"/>
                  <a:gd name="connsiteY10" fmla="*/ 52231 h 107291"/>
                  <a:gd name="connsiteX11" fmla="*/ 28067 w 105894"/>
                  <a:gd name="connsiteY11" fmla="*/ 53681 h 107291"/>
                  <a:gd name="connsiteX12" fmla="*/ 35317 w 105894"/>
                  <a:gd name="connsiteY12" fmla="*/ 77094 h 107291"/>
                  <a:gd name="connsiteX13" fmla="*/ 53199 w 105894"/>
                  <a:gd name="connsiteY13" fmla="*/ 85202 h 107291"/>
                  <a:gd name="connsiteX14" fmla="*/ 71027 w 105894"/>
                  <a:gd name="connsiteY14" fmla="*/ 77094 h 107291"/>
                  <a:gd name="connsiteX15" fmla="*/ 78222 w 105894"/>
                  <a:gd name="connsiteY15" fmla="*/ 53520 h 107291"/>
                  <a:gd name="connsiteX16" fmla="*/ 71027 w 105894"/>
                  <a:gd name="connsiteY16" fmla="*/ 30322 h 107291"/>
                  <a:gd name="connsiteX17" fmla="*/ 53199 w 105894"/>
                  <a:gd name="connsiteY17" fmla="*/ 22159 h 107291"/>
                  <a:gd name="connsiteX18" fmla="*/ 35317 w 105894"/>
                  <a:gd name="connsiteY18" fmla="*/ 30322 h 107291"/>
                  <a:gd name="connsiteX19" fmla="*/ 28067 w 105894"/>
                  <a:gd name="connsiteY19" fmla="*/ 53681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05894" h="107291">
                    <a:moveTo>
                      <a:pt x="251" y="52231"/>
                    </a:moveTo>
                    <a:cubicBezTo>
                      <a:pt x="251" y="43209"/>
                      <a:pt x="2453" y="34510"/>
                      <a:pt x="6910" y="26026"/>
                    </a:cubicBezTo>
                    <a:cubicBezTo>
                      <a:pt x="11367" y="17595"/>
                      <a:pt x="17650" y="11151"/>
                      <a:pt x="25812" y="6694"/>
                    </a:cubicBezTo>
                    <a:cubicBezTo>
                      <a:pt x="33921" y="2291"/>
                      <a:pt x="43049" y="35"/>
                      <a:pt x="53091" y="35"/>
                    </a:cubicBezTo>
                    <a:cubicBezTo>
                      <a:pt x="68610" y="35"/>
                      <a:pt x="81337" y="5083"/>
                      <a:pt x="91271" y="15178"/>
                    </a:cubicBezTo>
                    <a:cubicBezTo>
                      <a:pt x="101206" y="25274"/>
                      <a:pt x="106146" y="38001"/>
                      <a:pt x="106146" y="53412"/>
                    </a:cubicBezTo>
                    <a:cubicBezTo>
                      <a:pt x="106146" y="68931"/>
                      <a:pt x="101152" y="81819"/>
                      <a:pt x="91110" y="92022"/>
                    </a:cubicBezTo>
                    <a:cubicBezTo>
                      <a:pt x="81122" y="102225"/>
                      <a:pt x="68503" y="107326"/>
                      <a:pt x="53306" y="107326"/>
                    </a:cubicBezTo>
                    <a:cubicBezTo>
                      <a:pt x="43909" y="107326"/>
                      <a:pt x="34887" y="105232"/>
                      <a:pt x="26349" y="100936"/>
                    </a:cubicBezTo>
                    <a:cubicBezTo>
                      <a:pt x="17811" y="96694"/>
                      <a:pt x="11367" y="90465"/>
                      <a:pt x="6910" y="82249"/>
                    </a:cubicBezTo>
                    <a:cubicBezTo>
                      <a:pt x="2453" y="74033"/>
                      <a:pt x="251" y="64045"/>
                      <a:pt x="251" y="52231"/>
                    </a:cubicBezTo>
                    <a:moveTo>
                      <a:pt x="28067" y="53681"/>
                    </a:moveTo>
                    <a:cubicBezTo>
                      <a:pt x="28067" y="63884"/>
                      <a:pt x="30484" y="71670"/>
                      <a:pt x="35317" y="77094"/>
                    </a:cubicBezTo>
                    <a:cubicBezTo>
                      <a:pt x="40150" y="82517"/>
                      <a:pt x="46110" y="85202"/>
                      <a:pt x="53199" y="85202"/>
                    </a:cubicBezTo>
                    <a:cubicBezTo>
                      <a:pt x="60287" y="85202"/>
                      <a:pt x="66248" y="82517"/>
                      <a:pt x="71027" y="77094"/>
                    </a:cubicBezTo>
                    <a:cubicBezTo>
                      <a:pt x="75806" y="71670"/>
                      <a:pt x="78222" y="63830"/>
                      <a:pt x="78222" y="53520"/>
                    </a:cubicBezTo>
                    <a:cubicBezTo>
                      <a:pt x="78222" y="43424"/>
                      <a:pt x="75806" y="35691"/>
                      <a:pt x="71027" y="30322"/>
                    </a:cubicBezTo>
                    <a:cubicBezTo>
                      <a:pt x="66248" y="24898"/>
                      <a:pt x="60287" y="22159"/>
                      <a:pt x="53199" y="22159"/>
                    </a:cubicBezTo>
                    <a:cubicBezTo>
                      <a:pt x="46110" y="22159"/>
                      <a:pt x="40150" y="24898"/>
                      <a:pt x="35317" y="30322"/>
                    </a:cubicBezTo>
                    <a:cubicBezTo>
                      <a:pt x="30484" y="35691"/>
                      <a:pt x="28067" y="43532"/>
                      <a:pt x="28067" y="536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6249B775-AA96-1C37-D488-AA79DA0CD33C}"/>
                  </a:ext>
                </a:extLst>
              </p:cNvPr>
              <p:cNvSpPr/>
              <p:nvPr/>
            </p:nvSpPr>
            <p:spPr>
              <a:xfrm>
                <a:off x="7319027" y="936234"/>
                <a:ext cx="69433" cy="144129"/>
              </a:xfrm>
              <a:custGeom>
                <a:avLst/>
                <a:gdLst>
                  <a:gd name="connsiteX0" fmla="*/ 260 w 69433"/>
                  <a:gd name="connsiteY0" fmla="*/ 41491 h 144129"/>
                  <a:gd name="connsiteX1" fmla="*/ 15349 w 69433"/>
                  <a:gd name="connsiteY1" fmla="*/ 41491 h 144129"/>
                  <a:gd name="connsiteX2" fmla="*/ 15349 w 69433"/>
                  <a:gd name="connsiteY2" fmla="*/ 33759 h 144129"/>
                  <a:gd name="connsiteX3" fmla="*/ 18088 w 69433"/>
                  <a:gd name="connsiteY3" fmla="*/ 14427 h 144129"/>
                  <a:gd name="connsiteX4" fmla="*/ 28237 w 69433"/>
                  <a:gd name="connsiteY4" fmla="*/ 4063 h 144129"/>
                  <a:gd name="connsiteX5" fmla="*/ 46978 w 69433"/>
                  <a:gd name="connsiteY5" fmla="*/ 35 h 144129"/>
                  <a:gd name="connsiteX6" fmla="*/ 69693 w 69433"/>
                  <a:gd name="connsiteY6" fmla="*/ 3526 h 144129"/>
                  <a:gd name="connsiteX7" fmla="*/ 65988 w 69433"/>
                  <a:gd name="connsiteY7" fmla="*/ 22482 h 144129"/>
                  <a:gd name="connsiteX8" fmla="*/ 53530 w 69433"/>
                  <a:gd name="connsiteY8" fmla="*/ 20925 h 144129"/>
                  <a:gd name="connsiteX9" fmla="*/ 45045 w 69433"/>
                  <a:gd name="connsiteY9" fmla="*/ 23663 h 144129"/>
                  <a:gd name="connsiteX10" fmla="*/ 42521 w 69433"/>
                  <a:gd name="connsiteY10" fmla="*/ 34242 h 144129"/>
                  <a:gd name="connsiteX11" fmla="*/ 42521 w 69433"/>
                  <a:gd name="connsiteY11" fmla="*/ 41491 h 144129"/>
                  <a:gd name="connsiteX12" fmla="*/ 62820 w 69433"/>
                  <a:gd name="connsiteY12" fmla="*/ 41491 h 144129"/>
                  <a:gd name="connsiteX13" fmla="*/ 62820 w 69433"/>
                  <a:gd name="connsiteY13" fmla="*/ 62864 h 144129"/>
                  <a:gd name="connsiteX14" fmla="*/ 42521 w 69433"/>
                  <a:gd name="connsiteY14" fmla="*/ 62864 h 144129"/>
                  <a:gd name="connsiteX15" fmla="*/ 42521 w 69433"/>
                  <a:gd name="connsiteY15" fmla="*/ 144164 h 144129"/>
                  <a:gd name="connsiteX16" fmla="*/ 15349 w 69433"/>
                  <a:gd name="connsiteY16" fmla="*/ 144164 h 144129"/>
                  <a:gd name="connsiteX17" fmla="*/ 15349 w 69433"/>
                  <a:gd name="connsiteY17" fmla="*/ 62864 h 144129"/>
                  <a:gd name="connsiteX18" fmla="*/ 260 w 69433"/>
                  <a:gd name="connsiteY18" fmla="*/ 62864 h 144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433" h="144129">
                    <a:moveTo>
                      <a:pt x="260" y="41491"/>
                    </a:moveTo>
                    <a:lnTo>
                      <a:pt x="15349" y="41491"/>
                    </a:lnTo>
                    <a:lnTo>
                      <a:pt x="15349" y="33759"/>
                    </a:lnTo>
                    <a:cubicBezTo>
                      <a:pt x="15349" y="25167"/>
                      <a:pt x="16262" y="18723"/>
                      <a:pt x="18088" y="14427"/>
                    </a:cubicBezTo>
                    <a:cubicBezTo>
                      <a:pt x="19914" y="10185"/>
                      <a:pt x="23297" y="6748"/>
                      <a:pt x="28237" y="4063"/>
                    </a:cubicBezTo>
                    <a:cubicBezTo>
                      <a:pt x="33178" y="1378"/>
                      <a:pt x="39407" y="35"/>
                      <a:pt x="46978" y="35"/>
                    </a:cubicBezTo>
                    <a:cubicBezTo>
                      <a:pt x="54711" y="35"/>
                      <a:pt x="62283" y="1217"/>
                      <a:pt x="69693" y="3526"/>
                    </a:cubicBezTo>
                    <a:lnTo>
                      <a:pt x="65988" y="22482"/>
                    </a:lnTo>
                    <a:cubicBezTo>
                      <a:pt x="61692" y="21462"/>
                      <a:pt x="57503" y="20925"/>
                      <a:pt x="53530" y="20925"/>
                    </a:cubicBezTo>
                    <a:cubicBezTo>
                      <a:pt x="49610" y="20925"/>
                      <a:pt x="46763" y="21837"/>
                      <a:pt x="45045" y="23663"/>
                    </a:cubicBezTo>
                    <a:cubicBezTo>
                      <a:pt x="43380" y="25489"/>
                      <a:pt x="42521" y="29033"/>
                      <a:pt x="42521" y="34242"/>
                    </a:cubicBezTo>
                    <a:lnTo>
                      <a:pt x="42521" y="41491"/>
                    </a:lnTo>
                    <a:lnTo>
                      <a:pt x="62820" y="41491"/>
                    </a:lnTo>
                    <a:lnTo>
                      <a:pt x="62820" y="62864"/>
                    </a:lnTo>
                    <a:lnTo>
                      <a:pt x="42521" y="62864"/>
                    </a:lnTo>
                    <a:lnTo>
                      <a:pt x="42521" y="144164"/>
                    </a:lnTo>
                    <a:lnTo>
                      <a:pt x="15349" y="144164"/>
                    </a:lnTo>
                    <a:lnTo>
                      <a:pt x="15349" y="62864"/>
                    </a:lnTo>
                    <a:lnTo>
                      <a:pt x="260" y="6286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447A0D2F-5605-AE07-953A-15A5893DE91F}"/>
                  </a:ext>
                </a:extLst>
              </p:cNvPr>
              <p:cNvSpPr/>
              <p:nvPr/>
            </p:nvSpPr>
            <p:spPr>
              <a:xfrm>
                <a:off x="7452256" y="938650"/>
                <a:ext cx="97142" cy="141712"/>
              </a:xfrm>
              <a:custGeom>
                <a:avLst/>
                <a:gdLst>
                  <a:gd name="connsiteX0" fmla="*/ 269 w 97142"/>
                  <a:gd name="connsiteY0" fmla="*/ 141748 h 141712"/>
                  <a:gd name="connsiteX1" fmla="*/ 269 w 97142"/>
                  <a:gd name="connsiteY1" fmla="*/ 35 h 141712"/>
                  <a:gd name="connsiteX2" fmla="*/ 97411 w 97142"/>
                  <a:gd name="connsiteY2" fmla="*/ 35 h 141712"/>
                  <a:gd name="connsiteX3" fmla="*/ 97411 w 97142"/>
                  <a:gd name="connsiteY3" fmla="*/ 24039 h 141712"/>
                  <a:gd name="connsiteX4" fmla="*/ 28890 w 97142"/>
                  <a:gd name="connsiteY4" fmla="*/ 24039 h 141712"/>
                  <a:gd name="connsiteX5" fmla="*/ 28890 w 97142"/>
                  <a:gd name="connsiteY5" fmla="*/ 57547 h 141712"/>
                  <a:gd name="connsiteX6" fmla="*/ 88013 w 97142"/>
                  <a:gd name="connsiteY6" fmla="*/ 57547 h 141712"/>
                  <a:gd name="connsiteX7" fmla="*/ 88013 w 97142"/>
                  <a:gd name="connsiteY7" fmla="*/ 81551 h 141712"/>
                  <a:gd name="connsiteX8" fmla="*/ 28890 w 97142"/>
                  <a:gd name="connsiteY8" fmla="*/ 81551 h 141712"/>
                  <a:gd name="connsiteX9" fmla="*/ 28890 w 97142"/>
                  <a:gd name="connsiteY9" fmla="*/ 141748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7142" h="141712">
                    <a:moveTo>
                      <a:pt x="269" y="141748"/>
                    </a:moveTo>
                    <a:lnTo>
                      <a:pt x="269" y="35"/>
                    </a:lnTo>
                    <a:lnTo>
                      <a:pt x="97411" y="35"/>
                    </a:lnTo>
                    <a:lnTo>
                      <a:pt x="97411" y="24039"/>
                    </a:lnTo>
                    <a:lnTo>
                      <a:pt x="28890" y="24039"/>
                    </a:lnTo>
                    <a:lnTo>
                      <a:pt x="28890" y="57547"/>
                    </a:lnTo>
                    <a:lnTo>
                      <a:pt x="88013" y="57547"/>
                    </a:lnTo>
                    <a:lnTo>
                      <a:pt x="88013" y="81551"/>
                    </a:lnTo>
                    <a:lnTo>
                      <a:pt x="28890" y="81551"/>
                    </a:lnTo>
                    <a:lnTo>
                      <a:pt x="28890" y="1417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8139503F-3B4C-02A6-3D5E-04AA8288E272}"/>
                  </a:ext>
                </a:extLst>
              </p:cNvPr>
              <p:cNvSpPr/>
              <p:nvPr/>
            </p:nvSpPr>
            <p:spPr>
              <a:xfrm>
                <a:off x="7558569" y="938650"/>
                <a:ext cx="142196" cy="141712"/>
              </a:xfrm>
              <a:custGeom>
                <a:avLst/>
                <a:gdLst>
                  <a:gd name="connsiteX0" fmla="*/ 142474 w 142196"/>
                  <a:gd name="connsiteY0" fmla="*/ 141748 h 141712"/>
                  <a:gd name="connsiteX1" fmla="*/ 111328 w 142196"/>
                  <a:gd name="connsiteY1" fmla="*/ 141748 h 141712"/>
                  <a:gd name="connsiteX2" fmla="*/ 98977 w 142196"/>
                  <a:gd name="connsiteY2" fmla="*/ 109582 h 141712"/>
                  <a:gd name="connsiteX3" fmla="*/ 42324 w 142196"/>
                  <a:gd name="connsiteY3" fmla="*/ 109582 h 141712"/>
                  <a:gd name="connsiteX4" fmla="*/ 30618 w 142196"/>
                  <a:gd name="connsiteY4" fmla="*/ 141748 h 141712"/>
                  <a:gd name="connsiteX5" fmla="*/ 277 w 142196"/>
                  <a:gd name="connsiteY5" fmla="*/ 141748 h 141712"/>
                  <a:gd name="connsiteX6" fmla="*/ 55480 w 142196"/>
                  <a:gd name="connsiteY6" fmla="*/ 35 h 141712"/>
                  <a:gd name="connsiteX7" fmla="*/ 85713 w 142196"/>
                  <a:gd name="connsiteY7" fmla="*/ 35 h 141712"/>
                  <a:gd name="connsiteX8" fmla="*/ 142474 w 142196"/>
                  <a:gd name="connsiteY8" fmla="*/ 141748 h 141712"/>
                  <a:gd name="connsiteX9" fmla="*/ 89794 w 142196"/>
                  <a:gd name="connsiteY9" fmla="*/ 85686 h 141712"/>
                  <a:gd name="connsiteX10" fmla="*/ 70248 w 142196"/>
                  <a:gd name="connsiteY10" fmla="*/ 33114 h 141712"/>
                  <a:gd name="connsiteX11" fmla="*/ 51131 w 142196"/>
                  <a:gd name="connsiteY11" fmla="*/ 85686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196" h="141712">
                    <a:moveTo>
                      <a:pt x="142474" y="141748"/>
                    </a:moveTo>
                    <a:lnTo>
                      <a:pt x="111328" y="141748"/>
                    </a:lnTo>
                    <a:lnTo>
                      <a:pt x="98977" y="109582"/>
                    </a:lnTo>
                    <a:lnTo>
                      <a:pt x="42324" y="109582"/>
                    </a:lnTo>
                    <a:lnTo>
                      <a:pt x="30618" y="141748"/>
                    </a:lnTo>
                    <a:lnTo>
                      <a:pt x="277" y="141748"/>
                    </a:lnTo>
                    <a:lnTo>
                      <a:pt x="55480" y="35"/>
                    </a:lnTo>
                    <a:lnTo>
                      <a:pt x="85713" y="35"/>
                    </a:lnTo>
                    <a:lnTo>
                      <a:pt x="142474" y="141748"/>
                    </a:lnTo>
                    <a:moveTo>
                      <a:pt x="89794" y="85686"/>
                    </a:moveTo>
                    <a:lnTo>
                      <a:pt x="70248" y="33114"/>
                    </a:lnTo>
                    <a:lnTo>
                      <a:pt x="51131" y="8568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E23639E1-3439-132B-EE84-27B1C1E8568F}"/>
                  </a:ext>
                </a:extLst>
              </p:cNvPr>
              <p:cNvSpPr/>
              <p:nvPr/>
            </p:nvSpPr>
            <p:spPr>
              <a:xfrm>
                <a:off x="7715916" y="938650"/>
                <a:ext cx="108579" cy="141712"/>
              </a:xfrm>
              <a:custGeom>
                <a:avLst/>
                <a:gdLst>
                  <a:gd name="connsiteX0" fmla="*/ 288 w 108579"/>
                  <a:gd name="connsiteY0" fmla="*/ 141748 h 141712"/>
                  <a:gd name="connsiteX1" fmla="*/ 288 w 108579"/>
                  <a:gd name="connsiteY1" fmla="*/ 35 h 141712"/>
                  <a:gd name="connsiteX2" fmla="*/ 46201 w 108579"/>
                  <a:gd name="connsiteY2" fmla="*/ 35 h 141712"/>
                  <a:gd name="connsiteX3" fmla="*/ 80246 w 108579"/>
                  <a:gd name="connsiteY3" fmla="*/ 2184 h 141712"/>
                  <a:gd name="connsiteX4" fmla="*/ 100652 w 108579"/>
                  <a:gd name="connsiteY4" fmla="*/ 16038 h 141712"/>
                  <a:gd name="connsiteX5" fmla="*/ 108868 w 108579"/>
                  <a:gd name="connsiteY5" fmla="*/ 43639 h 141712"/>
                  <a:gd name="connsiteX6" fmla="*/ 104089 w 108579"/>
                  <a:gd name="connsiteY6" fmla="*/ 65602 h 141712"/>
                  <a:gd name="connsiteX7" fmla="*/ 92060 w 108579"/>
                  <a:gd name="connsiteY7" fmla="*/ 79564 h 141712"/>
                  <a:gd name="connsiteX8" fmla="*/ 77239 w 108579"/>
                  <a:gd name="connsiteY8" fmla="*/ 86276 h 141712"/>
                  <a:gd name="connsiteX9" fmla="*/ 47543 w 108579"/>
                  <a:gd name="connsiteY9" fmla="*/ 88317 h 141712"/>
                  <a:gd name="connsiteX10" fmla="*/ 28910 w 108579"/>
                  <a:gd name="connsiteY10" fmla="*/ 88317 h 141712"/>
                  <a:gd name="connsiteX11" fmla="*/ 28910 w 108579"/>
                  <a:gd name="connsiteY11" fmla="*/ 141748 h 141712"/>
                  <a:gd name="connsiteX12" fmla="*/ 288 w 108579"/>
                  <a:gd name="connsiteY12" fmla="*/ 141748 h 141712"/>
                  <a:gd name="connsiteX13" fmla="*/ 28910 w 108579"/>
                  <a:gd name="connsiteY13" fmla="*/ 24039 h 141712"/>
                  <a:gd name="connsiteX14" fmla="*/ 28910 w 108579"/>
                  <a:gd name="connsiteY14" fmla="*/ 64206 h 141712"/>
                  <a:gd name="connsiteX15" fmla="*/ 44590 w 108579"/>
                  <a:gd name="connsiteY15" fmla="*/ 64206 h 141712"/>
                  <a:gd name="connsiteX16" fmla="*/ 67197 w 108579"/>
                  <a:gd name="connsiteY16" fmla="*/ 62004 h 141712"/>
                  <a:gd name="connsiteX17" fmla="*/ 76111 w 108579"/>
                  <a:gd name="connsiteY17" fmla="*/ 55023 h 141712"/>
                  <a:gd name="connsiteX18" fmla="*/ 79387 w 108579"/>
                  <a:gd name="connsiteY18" fmla="*/ 44015 h 141712"/>
                  <a:gd name="connsiteX19" fmla="*/ 74822 w 108579"/>
                  <a:gd name="connsiteY19" fmla="*/ 31288 h 141712"/>
                  <a:gd name="connsiteX20" fmla="*/ 63331 w 108579"/>
                  <a:gd name="connsiteY20" fmla="*/ 25005 h 141712"/>
                  <a:gd name="connsiteX21" fmla="*/ 42710 w 108579"/>
                  <a:gd name="connsiteY21" fmla="*/ 24039 h 14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8579" h="141712">
                    <a:moveTo>
                      <a:pt x="288" y="141748"/>
                    </a:moveTo>
                    <a:lnTo>
                      <a:pt x="288" y="35"/>
                    </a:lnTo>
                    <a:lnTo>
                      <a:pt x="46201" y="35"/>
                    </a:lnTo>
                    <a:cubicBezTo>
                      <a:pt x="63599" y="35"/>
                      <a:pt x="74930" y="734"/>
                      <a:pt x="80246" y="2184"/>
                    </a:cubicBezTo>
                    <a:cubicBezTo>
                      <a:pt x="88355" y="4278"/>
                      <a:pt x="95174" y="8949"/>
                      <a:pt x="100652" y="16038"/>
                    </a:cubicBezTo>
                    <a:cubicBezTo>
                      <a:pt x="106129" y="23180"/>
                      <a:pt x="108868" y="32362"/>
                      <a:pt x="108868" y="43639"/>
                    </a:cubicBezTo>
                    <a:cubicBezTo>
                      <a:pt x="108868" y="52338"/>
                      <a:pt x="107257" y="59641"/>
                      <a:pt x="104089" y="65602"/>
                    </a:cubicBezTo>
                    <a:cubicBezTo>
                      <a:pt x="100974" y="71509"/>
                      <a:pt x="96946" y="76181"/>
                      <a:pt x="92060" y="79564"/>
                    </a:cubicBezTo>
                    <a:cubicBezTo>
                      <a:pt x="87227" y="82947"/>
                      <a:pt x="82287" y="85149"/>
                      <a:pt x="77239" y="86276"/>
                    </a:cubicBezTo>
                    <a:cubicBezTo>
                      <a:pt x="70419" y="87619"/>
                      <a:pt x="60538" y="88317"/>
                      <a:pt x="47543" y="88317"/>
                    </a:cubicBezTo>
                    <a:lnTo>
                      <a:pt x="28910" y="88317"/>
                    </a:lnTo>
                    <a:lnTo>
                      <a:pt x="28910" y="141748"/>
                    </a:lnTo>
                    <a:lnTo>
                      <a:pt x="288" y="141748"/>
                    </a:lnTo>
                    <a:moveTo>
                      <a:pt x="28910" y="24039"/>
                    </a:moveTo>
                    <a:lnTo>
                      <a:pt x="28910" y="64206"/>
                    </a:lnTo>
                    <a:lnTo>
                      <a:pt x="44590" y="64206"/>
                    </a:lnTo>
                    <a:cubicBezTo>
                      <a:pt x="55867" y="64206"/>
                      <a:pt x="63385" y="63508"/>
                      <a:pt x="67197" y="62004"/>
                    </a:cubicBezTo>
                    <a:cubicBezTo>
                      <a:pt x="71010" y="60501"/>
                      <a:pt x="73963" y="58192"/>
                      <a:pt x="76111" y="55023"/>
                    </a:cubicBezTo>
                    <a:cubicBezTo>
                      <a:pt x="78259" y="51909"/>
                      <a:pt x="79387" y="48203"/>
                      <a:pt x="79387" y="44015"/>
                    </a:cubicBezTo>
                    <a:cubicBezTo>
                      <a:pt x="79387" y="38860"/>
                      <a:pt x="77830" y="34618"/>
                      <a:pt x="74822" y="31288"/>
                    </a:cubicBezTo>
                    <a:cubicBezTo>
                      <a:pt x="71815" y="27905"/>
                      <a:pt x="67949" y="25811"/>
                      <a:pt x="63331" y="25005"/>
                    </a:cubicBezTo>
                    <a:cubicBezTo>
                      <a:pt x="59894" y="24361"/>
                      <a:pt x="53020" y="24039"/>
                      <a:pt x="42710" y="240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DF4B64F0-5C0F-32C4-E048-C3D2C4AD131C}"/>
                  </a:ext>
                </a:extLst>
              </p:cNvPr>
              <p:cNvSpPr/>
              <p:nvPr/>
            </p:nvSpPr>
            <p:spPr>
              <a:xfrm>
                <a:off x="7895694" y="936234"/>
                <a:ext cx="115238" cy="146653"/>
              </a:xfrm>
              <a:custGeom>
                <a:avLst/>
                <a:gdLst>
                  <a:gd name="connsiteX0" fmla="*/ 301 w 115238"/>
                  <a:gd name="connsiteY0" fmla="*/ 98037 h 146653"/>
                  <a:gd name="connsiteX1" fmla="*/ 28171 w 115238"/>
                  <a:gd name="connsiteY1" fmla="*/ 95352 h 146653"/>
                  <a:gd name="connsiteX2" fmla="*/ 38321 w 115238"/>
                  <a:gd name="connsiteY2" fmla="*/ 115919 h 146653"/>
                  <a:gd name="connsiteX3" fmla="*/ 59102 w 115238"/>
                  <a:gd name="connsiteY3" fmla="*/ 122524 h 146653"/>
                  <a:gd name="connsiteX4" fmla="*/ 79884 w 115238"/>
                  <a:gd name="connsiteY4" fmla="*/ 116670 h 146653"/>
                  <a:gd name="connsiteX5" fmla="*/ 86918 w 115238"/>
                  <a:gd name="connsiteY5" fmla="*/ 102977 h 146653"/>
                  <a:gd name="connsiteX6" fmla="*/ 83965 w 115238"/>
                  <a:gd name="connsiteY6" fmla="*/ 94439 h 146653"/>
                  <a:gd name="connsiteX7" fmla="*/ 73655 w 115238"/>
                  <a:gd name="connsiteY7" fmla="*/ 88317 h 146653"/>
                  <a:gd name="connsiteX8" fmla="*/ 50779 w 115238"/>
                  <a:gd name="connsiteY8" fmla="*/ 82088 h 146653"/>
                  <a:gd name="connsiteX9" fmla="*/ 18506 w 115238"/>
                  <a:gd name="connsiteY9" fmla="*/ 68072 h 146653"/>
                  <a:gd name="connsiteX10" fmla="*/ 5457 w 115238"/>
                  <a:gd name="connsiteY10" fmla="*/ 39558 h 146653"/>
                  <a:gd name="connsiteX11" fmla="*/ 11578 w 115238"/>
                  <a:gd name="connsiteY11" fmla="*/ 19314 h 146653"/>
                  <a:gd name="connsiteX12" fmla="*/ 29245 w 115238"/>
                  <a:gd name="connsiteY12" fmla="*/ 4976 h 146653"/>
                  <a:gd name="connsiteX13" fmla="*/ 57169 w 115238"/>
                  <a:gd name="connsiteY13" fmla="*/ 35 h 146653"/>
                  <a:gd name="connsiteX14" fmla="*/ 97282 w 115238"/>
                  <a:gd name="connsiteY14" fmla="*/ 11742 h 146653"/>
                  <a:gd name="connsiteX15" fmla="*/ 111459 w 115238"/>
                  <a:gd name="connsiteY15" fmla="*/ 42941 h 146653"/>
                  <a:gd name="connsiteX16" fmla="*/ 82837 w 115238"/>
                  <a:gd name="connsiteY16" fmla="*/ 44230 h 146653"/>
                  <a:gd name="connsiteX17" fmla="*/ 74997 w 115238"/>
                  <a:gd name="connsiteY17" fmla="*/ 28496 h 146653"/>
                  <a:gd name="connsiteX18" fmla="*/ 56847 w 115238"/>
                  <a:gd name="connsiteY18" fmla="*/ 23717 h 146653"/>
                  <a:gd name="connsiteX19" fmla="*/ 37354 w 115238"/>
                  <a:gd name="connsiteY19" fmla="*/ 28872 h 146653"/>
                  <a:gd name="connsiteX20" fmla="*/ 32790 w 115238"/>
                  <a:gd name="connsiteY20" fmla="*/ 37625 h 146653"/>
                  <a:gd name="connsiteX21" fmla="*/ 37032 w 115238"/>
                  <a:gd name="connsiteY21" fmla="*/ 46271 h 146653"/>
                  <a:gd name="connsiteX22" fmla="*/ 63344 w 115238"/>
                  <a:gd name="connsiteY22" fmla="*/ 55722 h 146653"/>
                  <a:gd name="connsiteX23" fmla="*/ 94222 w 115238"/>
                  <a:gd name="connsiteY23" fmla="*/ 65924 h 146653"/>
                  <a:gd name="connsiteX24" fmla="*/ 109902 w 115238"/>
                  <a:gd name="connsiteY24" fmla="*/ 80316 h 146653"/>
                  <a:gd name="connsiteX25" fmla="*/ 115540 w 115238"/>
                  <a:gd name="connsiteY25" fmla="*/ 102870 h 146653"/>
                  <a:gd name="connsiteX26" fmla="*/ 108774 w 115238"/>
                  <a:gd name="connsiteY26" fmla="*/ 125692 h 146653"/>
                  <a:gd name="connsiteX27" fmla="*/ 89603 w 115238"/>
                  <a:gd name="connsiteY27" fmla="*/ 141533 h 146653"/>
                  <a:gd name="connsiteX28" fmla="*/ 58780 w 115238"/>
                  <a:gd name="connsiteY28" fmla="*/ 146688 h 146653"/>
                  <a:gd name="connsiteX29" fmla="*/ 17539 w 115238"/>
                  <a:gd name="connsiteY29" fmla="*/ 134284 h 146653"/>
                  <a:gd name="connsiteX30" fmla="*/ 301 w 115238"/>
                  <a:gd name="connsiteY30" fmla="*/ 98037 h 146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5238" h="146653">
                    <a:moveTo>
                      <a:pt x="301" y="98037"/>
                    </a:moveTo>
                    <a:lnTo>
                      <a:pt x="28171" y="95352"/>
                    </a:lnTo>
                    <a:cubicBezTo>
                      <a:pt x="29836" y="104695"/>
                      <a:pt x="33219" y="111569"/>
                      <a:pt x="38321" y="115919"/>
                    </a:cubicBezTo>
                    <a:cubicBezTo>
                      <a:pt x="43476" y="120322"/>
                      <a:pt x="50403" y="122524"/>
                      <a:pt x="59102" y="122524"/>
                    </a:cubicBezTo>
                    <a:cubicBezTo>
                      <a:pt x="68285" y="122524"/>
                      <a:pt x="75212" y="120590"/>
                      <a:pt x="79884" y="116670"/>
                    </a:cubicBezTo>
                    <a:cubicBezTo>
                      <a:pt x="84556" y="112750"/>
                      <a:pt x="86918" y="108186"/>
                      <a:pt x="86918" y="102977"/>
                    </a:cubicBezTo>
                    <a:cubicBezTo>
                      <a:pt x="86918" y="99648"/>
                      <a:pt x="85952" y="96802"/>
                      <a:pt x="83965" y="94439"/>
                    </a:cubicBezTo>
                    <a:cubicBezTo>
                      <a:pt x="81978" y="92076"/>
                      <a:pt x="78595" y="90036"/>
                      <a:pt x="73655" y="88317"/>
                    </a:cubicBezTo>
                    <a:cubicBezTo>
                      <a:pt x="70325" y="87136"/>
                      <a:pt x="62700" y="85095"/>
                      <a:pt x="50779" y="82088"/>
                    </a:cubicBezTo>
                    <a:cubicBezTo>
                      <a:pt x="35421" y="78329"/>
                      <a:pt x="24681" y="73657"/>
                      <a:pt x="18506" y="68072"/>
                    </a:cubicBezTo>
                    <a:cubicBezTo>
                      <a:pt x="9806" y="60286"/>
                      <a:pt x="5457" y="50781"/>
                      <a:pt x="5457" y="39558"/>
                    </a:cubicBezTo>
                    <a:cubicBezTo>
                      <a:pt x="5457" y="32363"/>
                      <a:pt x="7497" y="25596"/>
                      <a:pt x="11578" y="19314"/>
                    </a:cubicBezTo>
                    <a:cubicBezTo>
                      <a:pt x="15660" y="13031"/>
                      <a:pt x="21566" y="8251"/>
                      <a:pt x="29245" y="4976"/>
                    </a:cubicBezTo>
                    <a:cubicBezTo>
                      <a:pt x="36978" y="1700"/>
                      <a:pt x="46268" y="35"/>
                      <a:pt x="57169" y="35"/>
                    </a:cubicBezTo>
                    <a:cubicBezTo>
                      <a:pt x="74944" y="35"/>
                      <a:pt x="88315" y="3956"/>
                      <a:pt x="97282" y="11742"/>
                    </a:cubicBezTo>
                    <a:cubicBezTo>
                      <a:pt x="106304" y="19528"/>
                      <a:pt x="111029" y="29946"/>
                      <a:pt x="111459" y="42941"/>
                    </a:cubicBezTo>
                    <a:lnTo>
                      <a:pt x="82837" y="44230"/>
                    </a:lnTo>
                    <a:cubicBezTo>
                      <a:pt x="81656" y="36927"/>
                      <a:pt x="79025" y="31718"/>
                      <a:pt x="74997" y="28496"/>
                    </a:cubicBezTo>
                    <a:cubicBezTo>
                      <a:pt x="70970" y="25328"/>
                      <a:pt x="64902" y="23717"/>
                      <a:pt x="56847" y="23717"/>
                    </a:cubicBezTo>
                    <a:cubicBezTo>
                      <a:pt x="48523" y="23717"/>
                      <a:pt x="42026" y="25435"/>
                      <a:pt x="37354" y="28872"/>
                    </a:cubicBezTo>
                    <a:cubicBezTo>
                      <a:pt x="34293" y="31020"/>
                      <a:pt x="32790" y="33974"/>
                      <a:pt x="32790" y="37625"/>
                    </a:cubicBezTo>
                    <a:cubicBezTo>
                      <a:pt x="32790" y="41008"/>
                      <a:pt x="34186" y="43854"/>
                      <a:pt x="37032" y="46271"/>
                    </a:cubicBezTo>
                    <a:cubicBezTo>
                      <a:pt x="40630" y="49278"/>
                      <a:pt x="49436" y="52446"/>
                      <a:pt x="63344" y="55722"/>
                    </a:cubicBezTo>
                    <a:cubicBezTo>
                      <a:pt x="77253" y="58997"/>
                      <a:pt x="87563" y="62434"/>
                      <a:pt x="94222" y="65924"/>
                    </a:cubicBezTo>
                    <a:cubicBezTo>
                      <a:pt x="100880" y="69415"/>
                      <a:pt x="106089" y="74248"/>
                      <a:pt x="109902" y="80316"/>
                    </a:cubicBezTo>
                    <a:cubicBezTo>
                      <a:pt x="113661" y="86384"/>
                      <a:pt x="115540" y="93956"/>
                      <a:pt x="115540" y="102870"/>
                    </a:cubicBezTo>
                    <a:cubicBezTo>
                      <a:pt x="115540" y="111032"/>
                      <a:pt x="113285" y="118603"/>
                      <a:pt x="108774" y="125692"/>
                    </a:cubicBezTo>
                    <a:cubicBezTo>
                      <a:pt x="104263" y="132780"/>
                      <a:pt x="97873" y="138043"/>
                      <a:pt x="89603" y="141533"/>
                    </a:cubicBezTo>
                    <a:cubicBezTo>
                      <a:pt x="81387" y="144970"/>
                      <a:pt x="71077" y="146688"/>
                      <a:pt x="58780" y="146688"/>
                    </a:cubicBezTo>
                    <a:cubicBezTo>
                      <a:pt x="40898" y="146688"/>
                      <a:pt x="27097" y="142553"/>
                      <a:pt x="17539" y="134284"/>
                    </a:cubicBezTo>
                    <a:cubicBezTo>
                      <a:pt x="7927" y="125960"/>
                      <a:pt x="2181" y="113932"/>
                      <a:pt x="301" y="9803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B85C2CF-AA9B-F9B0-6C48-C09CEB2D3062}"/>
                  </a:ext>
                </a:extLst>
              </p:cNvPr>
              <p:cNvSpPr/>
              <p:nvPr/>
            </p:nvSpPr>
            <p:spPr>
              <a:xfrm>
                <a:off x="8026875" y="975381"/>
                <a:ext cx="95929" cy="107291"/>
              </a:xfrm>
              <a:custGeom>
                <a:avLst/>
                <a:gdLst>
                  <a:gd name="connsiteX0" fmla="*/ 67704 w 95929"/>
                  <a:gd name="connsiteY0" fmla="*/ 72368 h 107291"/>
                  <a:gd name="connsiteX1" fmla="*/ 94768 w 95929"/>
                  <a:gd name="connsiteY1" fmla="*/ 76879 h 107291"/>
                  <a:gd name="connsiteX2" fmla="*/ 78283 w 95929"/>
                  <a:gd name="connsiteY2" fmla="*/ 99540 h 107291"/>
                  <a:gd name="connsiteX3" fmla="*/ 50090 w 95929"/>
                  <a:gd name="connsiteY3" fmla="*/ 107326 h 107291"/>
                  <a:gd name="connsiteX4" fmla="*/ 10460 w 95929"/>
                  <a:gd name="connsiteY4" fmla="*/ 89820 h 107291"/>
                  <a:gd name="connsiteX5" fmla="*/ 311 w 95929"/>
                  <a:gd name="connsiteY5" fmla="*/ 54486 h 107291"/>
                  <a:gd name="connsiteX6" fmla="*/ 13629 w 95929"/>
                  <a:gd name="connsiteY6" fmla="*/ 14480 h 107291"/>
                  <a:gd name="connsiteX7" fmla="*/ 47405 w 95929"/>
                  <a:gd name="connsiteY7" fmla="*/ 35 h 107291"/>
                  <a:gd name="connsiteX8" fmla="*/ 83545 w 95929"/>
                  <a:gd name="connsiteY8" fmla="*/ 15178 h 107291"/>
                  <a:gd name="connsiteX9" fmla="*/ 96218 w 95929"/>
                  <a:gd name="connsiteY9" fmla="*/ 61521 h 107291"/>
                  <a:gd name="connsiteX10" fmla="*/ 28127 w 95929"/>
                  <a:gd name="connsiteY10" fmla="*/ 61521 h 107291"/>
                  <a:gd name="connsiteX11" fmla="*/ 34732 w 95929"/>
                  <a:gd name="connsiteY11" fmla="*/ 80316 h 107291"/>
                  <a:gd name="connsiteX12" fmla="*/ 50359 w 95929"/>
                  <a:gd name="connsiteY12" fmla="*/ 87028 h 107291"/>
                  <a:gd name="connsiteX13" fmla="*/ 61099 w 95929"/>
                  <a:gd name="connsiteY13" fmla="*/ 83538 h 107291"/>
                  <a:gd name="connsiteX14" fmla="*/ 67704 w 95929"/>
                  <a:gd name="connsiteY14" fmla="*/ 72368 h 107291"/>
                  <a:gd name="connsiteX15" fmla="*/ 69207 w 95929"/>
                  <a:gd name="connsiteY15" fmla="*/ 44874 h 107291"/>
                  <a:gd name="connsiteX16" fmla="*/ 63139 w 95929"/>
                  <a:gd name="connsiteY16" fmla="*/ 26992 h 107291"/>
                  <a:gd name="connsiteX17" fmla="*/ 49016 w 95929"/>
                  <a:gd name="connsiteY17" fmla="*/ 20817 h 107291"/>
                  <a:gd name="connsiteX18" fmla="*/ 34356 w 95929"/>
                  <a:gd name="connsiteY18" fmla="*/ 27314 h 107291"/>
                  <a:gd name="connsiteX19" fmla="*/ 28611 w 95929"/>
                  <a:gd name="connsiteY19" fmla="*/ 44874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29" h="107291">
                    <a:moveTo>
                      <a:pt x="67704" y="72368"/>
                    </a:moveTo>
                    <a:lnTo>
                      <a:pt x="94768" y="76879"/>
                    </a:lnTo>
                    <a:cubicBezTo>
                      <a:pt x="91278" y="86813"/>
                      <a:pt x="85747" y="94385"/>
                      <a:pt x="78283" y="99540"/>
                    </a:cubicBezTo>
                    <a:cubicBezTo>
                      <a:pt x="70765" y="104749"/>
                      <a:pt x="61367" y="107326"/>
                      <a:pt x="50090" y="107326"/>
                    </a:cubicBezTo>
                    <a:cubicBezTo>
                      <a:pt x="32262" y="107326"/>
                      <a:pt x="19052" y="101527"/>
                      <a:pt x="10460" y="89820"/>
                    </a:cubicBezTo>
                    <a:cubicBezTo>
                      <a:pt x="3694" y="80477"/>
                      <a:pt x="311" y="68717"/>
                      <a:pt x="311" y="54486"/>
                    </a:cubicBezTo>
                    <a:cubicBezTo>
                      <a:pt x="311" y="37464"/>
                      <a:pt x="4768" y="24146"/>
                      <a:pt x="13629" y="14480"/>
                    </a:cubicBezTo>
                    <a:cubicBezTo>
                      <a:pt x="22543" y="4868"/>
                      <a:pt x="33766" y="35"/>
                      <a:pt x="47405" y="35"/>
                    </a:cubicBezTo>
                    <a:cubicBezTo>
                      <a:pt x="62656" y="35"/>
                      <a:pt x="74685" y="5083"/>
                      <a:pt x="83545" y="15178"/>
                    </a:cubicBezTo>
                    <a:cubicBezTo>
                      <a:pt x="92352" y="25274"/>
                      <a:pt x="96594" y="40686"/>
                      <a:pt x="96218" y="61521"/>
                    </a:cubicBezTo>
                    <a:lnTo>
                      <a:pt x="28127" y="61521"/>
                    </a:lnTo>
                    <a:cubicBezTo>
                      <a:pt x="28342" y="69576"/>
                      <a:pt x="30544" y="75859"/>
                      <a:pt x="34732" y="80316"/>
                    </a:cubicBezTo>
                    <a:cubicBezTo>
                      <a:pt x="38921" y="84826"/>
                      <a:pt x="44130" y="87028"/>
                      <a:pt x="50359" y="87028"/>
                    </a:cubicBezTo>
                    <a:cubicBezTo>
                      <a:pt x="54655" y="87028"/>
                      <a:pt x="58199" y="85900"/>
                      <a:pt x="61099" y="83538"/>
                    </a:cubicBezTo>
                    <a:cubicBezTo>
                      <a:pt x="63998" y="81228"/>
                      <a:pt x="66200" y="77523"/>
                      <a:pt x="67704" y="72368"/>
                    </a:cubicBezTo>
                    <a:moveTo>
                      <a:pt x="69207" y="44874"/>
                    </a:moveTo>
                    <a:cubicBezTo>
                      <a:pt x="69046" y="37034"/>
                      <a:pt x="67006" y="31073"/>
                      <a:pt x="63139" y="26992"/>
                    </a:cubicBezTo>
                    <a:cubicBezTo>
                      <a:pt x="59273" y="22857"/>
                      <a:pt x="54547" y="20817"/>
                      <a:pt x="49016" y="20817"/>
                    </a:cubicBezTo>
                    <a:cubicBezTo>
                      <a:pt x="43109" y="20817"/>
                      <a:pt x="38223" y="22965"/>
                      <a:pt x="34356" y="27314"/>
                    </a:cubicBezTo>
                    <a:cubicBezTo>
                      <a:pt x="30490" y="31610"/>
                      <a:pt x="28557" y="37464"/>
                      <a:pt x="28611" y="448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30A665A9-C993-2118-D971-406F6EE6FC9C}"/>
                  </a:ext>
                </a:extLst>
              </p:cNvPr>
              <p:cNvSpPr/>
              <p:nvPr/>
            </p:nvSpPr>
            <p:spPr>
              <a:xfrm>
                <a:off x="8139499" y="975381"/>
                <a:ext cx="99665" cy="144021"/>
              </a:xfrm>
              <a:custGeom>
                <a:avLst/>
                <a:gdLst>
                  <a:gd name="connsiteX0" fmla="*/ 72813 w 99665"/>
                  <a:gd name="connsiteY0" fmla="*/ 144057 h 144021"/>
                  <a:gd name="connsiteX1" fmla="*/ 72813 w 99665"/>
                  <a:gd name="connsiteY1" fmla="*/ 92452 h 144021"/>
                  <a:gd name="connsiteX2" fmla="*/ 59549 w 99665"/>
                  <a:gd name="connsiteY2" fmla="*/ 103353 h 144021"/>
                  <a:gd name="connsiteX3" fmla="*/ 42473 w 99665"/>
                  <a:gd name="connsiteY3" fmla="*/ 107326 h 144021"/>
                  <a:gd name="connsiteX4" fmla="*/ 13637 w 99665"/>
                  <a:gd name="connsiteY4" fmla="*/ 94170 h 144021"/>
                  <a:gd name="connsiteX5" fmla="*/ 319 w 99665"/>
                  <a:gd name="connsiteY5" fmla="*/ 52553 h 144021"/>
                  <a:gd name="connsiteX6" fmla="*/ 12831 w 99665"/>
                  <a:gd name="connsiteY6" fmla="*/ 13943 h 144021"/>
                  <a:gd name="connsiteX7" fmla="*/ 43923 w 99665"/>
                  <a:gd name="connsiteY7" fmla="*/ 35 h 144021"/>
                  <a:gd name="connsiteX8" fmla="*/ 61644 w 99665"/>
                  <a:gd name="connsiteY8" fmla="*/ 4385 h 144021"/>
                  <a:gd name="connsiteX9" fmla="*/ 74907 w 99665"/>
                  <a:gd name="connsiteY9" fmla="*/ 17541 h 144021"/>
                  <a:gd name="connsiteX10" fmla="*/ 74907 w 99665"/>
                  <a:gd name="connsiteY10" fmla="*/ 2344 h 144021"/>
                  <a:gd name="connsiteX11" fmla="*/ 99985 w 99665"/>
                  <a:gd name="connsiteY11" fmla="*/ 2344 h 144021"/>
                  <a:gd name="connsiteX12" fmla="*/ 99985 w 99665"/>
                  <a:gd name="connsiteY12" fmla="*/ 144057 h 144021"/>
                  <a:gd name="connsiteX13" fmla="*/ 72813 w 99665"/>
                  <a:gd name="connsiteY13" fmla="*/ 144057 h 144021"/>
                  <a:gd name="connsiteX14" fmla="*/ 73672 w 99665"/>
                  <a:gd name="connsiteY14" fmla="*/ 52446 h 144021"/>
                  <a:gd name="connsiteX15" fmla="*/ 67228 w 99665"/>
                  <a:gd name="connsiteY15" fmla="*/ 28979 h 144021"/>
                  <a:gd name="connsiteX16" fmla="*/ 51172 w 99665"/>
                  <a:gd name="connsiteY16" fmla="*/ 21300 h 144021"/>
                  <a:gd name="connsiteX17" fmla="*/ 34687 w 99665"/>
                  <a:gd name="connsiteY17" fmla="*/ 29140 h 144021"/>
                  <a:gd name="connsiteX18" fmla="*/ 28028 w 99665"/>
                  <a:gd name="connsiteY18" fmla="*/ 54003 h 144021"/>
                  <a:gd name="connsiteX19" fmla="*/ 34418 w 99665"/>
                  <a:gd name="connsiteY19" fmla="*/ 78382 h 144021"/>
                  <a:gd name="connsiteX20" fmla="*/ 50206 w 99665"/>
                  <a:gd name="connsiteY20" fmla="*/ 85900 h 144021"/>
                  <a:gd name="connsiteX21" fmla="*/ 66638 w 99665"/>
                  <a:gd name="connsiteY21" fmla="*/ 77470 h 144021"/>
                  <a:gd name="connsiteX22" fmla="*/ 73672 w 99665"/>
                  <a:gd name="connsiteY22" fmla="*/ 52446 h 144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9665" h="144021">
                    <a:moveTo>
                      <a:pt x="72813" y="144057"/>
                    </a:moveTo>
                    <a:lnTo>
                      <a:pt x="72813" y="92452"/>
                    </a:lnTo>
                    <a:cubicBezTo>
                      <a:pt x="69269" y="97016"/>
                      <a:pt x="64866" y="100668"/>
                      <a:pt x="59549" y="103353"/>
                    </a:cubicBezTo>
                    <a:cubicBezTo>
                      <a:pt x="54287" y="105984"/>
                      <a:pt x="48595" y="107326"/>
                      <a:pt x="42473" y="107326"/>
                    </a:cubicBezTo>
                    <a:cubicBezTo>
                      <a:pt x="30767" y="107326"/>
                      <a:pt x="21208" y="102977"/>
                      <a:pt x="13637" y="94170"/>
                    </a:cubicBezTo>
                    <a:cubicBezTo>
                      <a:pt x="4776" y="83967"/>
                      <a:pt x="319" y="70059"/>
                      <a:pt x="319" y="52553"/>
                    </a:cubicBezTo>
                    <a:cubicBezTo>
                      <a:pt x="319" y="36014"/>
                      <a:pt x="4454" y="23180"/>
                      <a:pt x="12831" y="13943"/>
                    </a:cubicBezTo>
                    <a:cubicBezTo>
                      <a:pt x="21154" y="4653"/>
                      <a:pt x="31518" y="35"/>
                      <a:pt x="43923" y="35"/>
                    </a:cubicBezTo>
                    <a:cubicBezTo>
                      <a:pt x="50743" y="35"/>
                      <a:pt x="56650" y="1485"/>
                      <a:pt x="61644" y="4385"/>
                    </a:cubicBezTo>
                    <a:cubicBezTo>
                      <a:pt x="66638" y="7285"/>
                      <a:pt x="71041" y="11688"/>
                      <a:pt x="74907" y="17541"/>
                    </a:cubicBezTo>
                    <a:lnTo>
                      <a:pt x="74907" y="2344"/>
                    </a:lnTo>
                    <a:lnTo>
                      <a:pt x="99985" y="2344"/>
                    </a:lnTo>
                    <a:lnTo>
                      <a:pt x="99985" y="144057"/>
                    </a:lnTo>
                    <a:lnTo>
                      <a:pt x="72813" y="144057"/>
                    </a:lnTo>
                    <a:moveTo>
                      <a:pt x="73672" y="52446"/>
                    </a:moveTo>
                    <a:cubicBezTo>
                      <a:pt x="73672" y="41921"/>
                      <a:pt x="71524" y="34134"/>
                      <a:pt x="67228" y="28979"/>
                    </a:cubicBezTo>
                    <a:cubicBezTo>
                      <a:pt x="62932" y="23878"/>
                      <a:pt x="57616" y="21300"/>
                      <a:pt x="51172" y="21300"/>
                    </a:cubicBezTo>
                    <a:cubicBezTo>
                      <a:pt x="44567" y="21300"/>
                      <a:pt x="39090" y="23931"/>
                      <a:pt x="34687" y="29140"/>
                    </a:cubicBezTo>
                    <a:cubicBezTo>
                      <a:pt x="30230" y="34349"/>
                      <a:pt x="28028" y="42619"/>
                      <a:pt x="28028" y="54003"/>
                    </a:cubicBezTo>
                    <a:cubicBezTo>
                      <a:pt x="28028" y="65280"/>
                      <a:pt x="30176" y="73388"/>
                      <a:pt x="34418" y="78382"/>
                    </a:cubicBezTo>
                    <a:cubicBezTo>
                      <a:pt x="38660" y="83376"/>
                      <a:pt x="43923" y="85900"/>
                      <a:pt x="50206" y="85900"/>
                    </a:cubicBezTo>
                    <a:cubicBezTo>
                      <a:pt x="56435" y="85900"/>
                      <a:pt x="61912" y="83054"/>
                      <a:pt x="66638" y="77470"/>
                    </a:cubicBezTo>
                    <a:cubicBezTo>
                      <a:pt x="71310" y="71885"/>
                      <a:pt x="73672" y="63508"/>
                      <a:pt x="73672" y="5244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2329001-4084-B126-672D-3D3FF9683ECB}"/>
                  </a:ext>
                </a:extLst>
              </p:cNvPr>
              <p:cNvSpPr/>
              <p:nvPr/>
            </p:nvSpPr>
            <p:spPr>
              <a:xfrm>
                <a:off x="8265251" y="977690"/>
                <a:ext cx="93383" cy="104982"/>
              </a:xfrm>
              <a:custGeom>
                <a:avLst/>
                <a:gdLst>
                  <a:gd name="connsiteX0" fmla="*/ 68472 w 93383"/>
                  <a:gd name="connsiteY0" fmla="*/ 102708 h 104982"/>
                  <a:gd name="connsiteX1" fmla="*/ 68472 w 93383"/>
                  <a:gd name="connsiteY1" fmla="*/ 87350 h 104982"/>
                  <a:gd name="connsiteX2" fmla="*/ 53705 w 93383"/>
                  <a:gd name="connsiteY2" fmla="*/ 100292 h 104982"/>
                  <a:gd name="connsiteX3" fmla="*/ 34427 w 93383"/>
                  <a:gd name="connsiteY3" fmla="*/ 105017 h 104982"/>
                  <a:gd name="connsiteX4" fmla="*/ 15901 w 93383"/>
                  <a:gd name="connsiteY4" fmla="*/ 100507 h 104982"/>
                  <a:gd name="connsiteX5" fmla="*/ 3979 w 93383"/>
                  <a:gd name="connsiteY5" fmla="*/ 87726 h 104982"/>
                  <a:gd name="connsiteX6" fmla="*/ 328 w 93383"/>
                  <a:gd name="connsiteY6" fmla="*/ 65011 h 104982"/>
                  <a:gd name="connsiteX7" fmla="*/ 328 w 93383"/>
                  <a:gd name="connsiteY7" fmla="*/ 35 h 104982"/>
                  <a:gd name="connsiteX8" fmla="*/ 27500 w 93383"/>
                  <a:gd name="connsiteY8" fmla="*/ 35 h 104982"/>
                  <a:gd name="connsiteX9" fmla="*/ 27500 w 93383"/>
                  <a:gd name="connsiteY9" fmla="*/ 47237 h 104982"/>
                  <a:gd name="connsiteX10" fmla="*/ 28950 w 93383"/>
                  <a:gd name="connsiteY10" fmla="*/ 73764 h 104982"/>
                  <a:gd name="connsiteX11" fmla="*/ 34427 w 93383"/>
                  <a:gd name="connsiteY11" fmla="*/ 81497 h 104982"/>
                  <a:gd name="connsiteX12" fmla="*/ 44469 w 93383"/>
                  <a:gd name="connsiteY12" fmla="*/ 84343 h 104982"/>
                  <a:gd name="connsiteX13" fmla="*/ 56981 w 93383"/>
                  <a:gd name="connsiteY13" fmla="*/ 80530 h 104982"/>
                  <a:gd name="connsiteX14" fmla="*/ 64499 w 93383"/>
                  <a:gd name="connsiteY14" fmla="*/ 71079 h 104982"/>
                  <a:gd name="connsiteX15" fmla="*/ 66539 w 93383"/>
                  <a:gd name="connsiteY15" fmla="*/ 43370 h 104982"/>
                  <a:gd name="connsiteX16" fmla="*/ 66539 w 93383"/>
                  <a:gd name="connsiteY16" fmla="*/ 35 h 104982"/>
                  <a:gd name="connsiteX17" fmla="*/ 93711 w 93383"/>
                  <a:gd name="connsiteY17" fmla="*/ 35 h 104982"/>
                  <a:gd name="connsiteX18" fmla="*/ 93711 w 93383"/>
                  <a:gd name="connsiteY18" fmla="*/ 102708 h 104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383" h="104982">
                    <a:moveTo>
                      <a:pt x="68472" y="102708"/>
                    </a:moveTo>
                    <a:lnTo>
                      <a:pt x="68472" y="87350"/>
                    </a:lnTo>
                    <a:cubicBezTo>
                      <a:pt x="64713" y="92828"/>
                      <a:pt x="59827" y="97123"/>
                      <a:pt x="53705" y="100292"/>
                    </a:cubicBezTo>
                    <a:cubicBezTo>
                      <a:pt x="47637" y="103460"/>
                      <a:pt x="41193" y="105017"/>
                      <a:pt x="34427" y="105017"/>
                    </a:cubicBezTo>
                    <a:cubicBezTo>
                      <a:pt x="27553" y="105017"/>
                      <a:pt x="21378" y="103514"/>
                      <a:pt x="15901" y="100507"/>
                    </a:cubicBezTo>
                    <a:cubicBezTo>
                      <a:pt x="10423" y="97446"/>
                      <a:pt x="6450" y="93203"/>
                      <a:pt x="3979" y="87726"/>
                    </a:cubicBezTo>
                    <a:cubicBezTo>
                      <a:pt x="1563" y="82249"/>
                      <a:pt x="328" y="74677"/>
                      <a:pt x="328" y="65011"/>
                    </a:cubicBezTo>
                    <a:lnTo>
                      <a:pt x="328" y="35"/>
                    </a:lnTo>
                    <a:lnTo>
                      <a:pt x="27500" y="35"/>
                    </a:lnTo>
                    <a:lnTo>
                      <a:pt x="27500" y="47237"/>
                    </a:lnTo>
                    <a:cubicBezTo>
                      <a:pt x="27500" y="61682"/>
                      <a:pt x="27983" y="70489"/>
                      <a:pt x="28950" y="73764"/>
                    </a:cubicBezTo>
                    <a:cubicBezTo>
                      <a:pt x="29970" y="77040"/>
                      <a:pt x="31796" y="79617"/>
                      <a:pt x="34427" y="81497"/>
                    </a:cubicBezTo>
                    <a:cubicBezTo>
                      <a:pt x="37058" y="83376"/>
                      <a:pt x="40441" y="84343"/>
                      <a:pt x="44469" y="84343"/>
                    </a:cubicBezTo>
                    <a:cubicBezTo>
                      <a:pt x="49141" y="84343"/>
                      <a:pt x="53275" y="83054"/>
                      <a:pt x="56981" y="80530"/>
                    </a:cubicBezTo>
                    <a:cubicBezTo>
                      <a:pt x="60632" y="78006"/>
                      <a:pt x="63156" y="74838"/>
                      <a:pt x="64499" y="71079"/>
                    </a:cubicBezTo>
                    <a:cubicBezTo>
                      <a:pt x="65841" y="67267"/>
                      <a:pt x="66539" y="58030"/>
                      <a:pt x="66539" y="43370"/>
                    </a:cubicBezTo>
                    <a:lnTo>
                      <a:pt x="66539" y="35"/>
                    </a:lnTo>
                    <a:lnTo>
                      <a:pt x="93711" y="35"/>
                    </a:lnTo>
                    <a:lnTo>
                      <a:pt x="93711" y="10270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185AF79A-6628-C37A-D0AF-0A51865C8C6B}"/>
                  </a:ext>
                </a:extLst>
              </p:cNvPr>
              <p:cNvSpPr/>
              <p:nvPr/>
            </p:nvSpPr>
            <p:spPr>
              <a:xfrm>
                <a:off x="8378813" y="975381"/>
                <a:ext cx="95929" cy="107291"/>
              </a:xfrm>
              <a:custGeom>
                <a:avLst/>
                <a:gdLst>
                  <a:gd name="connsiteX0" fmla="*/ 67729 w 95929"/>
                  <a:gd name="connsiteY0" fmla="*/ 72368 h 107291"/>
                  <a:gd name="connsiteX1" fmla="*/ 94794 w 95929"/>
                  <a:gd name="connsiteY1" fmla="*/ 76879 h 107291"/>
                  <a:gd name="connsiteX2" fmla="*/ 78308 w 95929"/>
                  <a:gd name="connsiteY2" fmla="*/ 99540 h 107291"/>
                  <a:gd name="connsiteX3" fmla="*/ 50116 w 95929"/>
                  <a:gd name="connsiteY3" fmla="*/ 107326 h 107291"/>
                  <a:gd name="connsiteX4" fmla="*/ 10486 w 95929"/>
                  <a:gd name="connsiteY4" fmla="*/ 89820 h 107291"/>
                  <a:gd name="connsiteX5" fmla="*/ 337 w 95929"/>
                  <a:gd name="connsiteY5" fmla="*/ 54486 h 107291"/>
                  <a:gd name="connsiteX6" fmla="*/ 13654 w 95929"/>
                  <a:gd name="connsiteY6" fmla="*/ 14480 h 107291"/>
                  <a:gd name="connsiteX7" fmla="*/ 47431 w 95929"/>
                  <a:gd name="connsiteY7" fmla="*/ 35 h 107291"/>
                  <a:gd name="connsiteX8" fmla="*/ 83571 w 95929"/>
                  <a:gd name="connsiteY8" fmla="*/ 15178 h 107291"/>
                  <a:gd name="connsiteX9" fmla="*/ 96244 w 95929"/>
                  <a:gd name="connsiteY9" fmla="*/ 61521 h 107291"/>
                  <a:gd name="connsiteX10" fmla="*/ 28153 w 95929"/>
                  <a:gd name="connsiteY10" fmla="*/ 61521 h 107291"/>
                  <a:gd name="connsiteX11" fmla="*/ 34758 w 95929"/>
                  <a:gd name="connsiteY11" fmla="*/ 80316 h 107291"/>
                  <a:gd name="connsiteX12" fmla="*/ 50384 w 95929"/>
                  <a:gd name="connsiteY12" fmla="*/ 87028 h 107291"/>
                  <a:gd name="connsiteX13" fmla="*/ 61124 w 95929"/>
                  <a:gd name="connsiteY13" fmla="*/ 83538 h 107291"/>
                  <a:gd name="connsiteX14" fmla="*/ 67729 w 95929"/>
                  <a:gd name="connsiteY14" fmla="*/ 72368 h 107291"/>
                  <a:gd name="connsiteX15" fmla="*/ 69233 w 95929"/>
                  <a:gd name="connsiteY15" fmla="*/ 44874 h 107291"/>
                  <a:gd name="connsiteX16" fmla="*/ 63165 w 95929"/>
                  <a:gd name="connsiteY16" fmla="*/ 26992 h 107291"/>
                  <a:gd name="connsiteX17" fmla="*/ 49042 w 95929"/>
                  <a:gd name="connsiteY17" fmla="*/ 20817 h 107291"/>
                  <a:gd name="connsiteX18" fmla="*/ 34382 w 95929"/>
                  <a:gd name="connsiteY18" fmla="*/ 27314 h 107291"/>
                  <a:gd name="connsiteX19" fmla="*/ 28636 w 95929"/>
                  <a:gd name="connsiteY19" fmla="*/ 44874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29" h="107291">
                    <a:moveTo>
                      <a:pt x="67729" y="72368"/>
                    </a:moveTo>
                    <a:lnTo>
                      <a:pt x="94794" y="76879"/>
                    </a:lnTo>
                    <a:cubicBezTo>
                      <a:pt x="91303" y="86813"/>
                      <a:pt x="85772" y="94385"/>
                      <a:pt x="78308" y="99540"/>
                    </a:cubicBezTo>
                    <a:cubicBezTo>
                      <a:pt x="70790" y="104749"/>
                      <a:pt x="61393" y="107326"/>
                      <a:pt x="50116" y="107326"/>
                    </a:cubicBezTo>
                    <a:cubicBezTo>
                      <a:pt x="32288" y="107326"/>
                      <a:pt x="19078" y="101527"/>
                      <a:pt x="10486" y="89820"/>
                    </a:cubicBezTo>
                    <a:cubicBezTo>
                      <a:pt x="3720" y="80477"/>
                      <a:pt x="337" y="68717"/>
                      <a:pt x="337" y="54486"/>
                    </a:cubicBezTo>
                    <a:cubicBezTo>
                      <a:pt x="337" y="37464"/>
                      <a:pt x="4794" y="24146"/>
                      <a:pt x="13654" y="14480"/>
                    </a:cubicBezTo>
                    <a:cubicBezTo>
                      <a:pt x="22568" y="4868"/>
                      <a:pt x="33791" y="35"/>
                      <a:pt x="47431" y="35"/>
                    </a:cubicBezTo>
                    <a:cubicBezTo>
                      <a:pt x="62682" y="35"/>
                      <a:pt x="74710" y="5083"/>
                      <a:pt x="83571" y="15178"/>
                    </a:cubicBezTo>
                    <a:cubicBezTo>
                      <a:pt x="92377" y="25274"/>
                      <a:pt x="96620" y="40686"/>
                      <a:pt x="96244" y="61521"/>
                    </a:cubicBezTo>
                    <a:lnTo>
                      <a:pt x="28153" y="61521"/>
                    </a:lnTo>
                    <a:cubicBezTo>
                      <a:pt x="28368" y="69576"/>
                      <a:pt x="30569" y="75859"/>
                      <a:pt x="34758" y="80316"/>
                    </a:cubicBezTo>
                    <a:cubicBezTo>
                      <a:pt x="38946" y="84826"/>
                      <a:pt x="44155" y="87028"/>
                      <a:pt x="50384" y="87028"/>
                    </a:cubicBezTo>
                    <a:cubicBezTo>
                      <a:pt x="54680" y="87028"/>
                      <a:pt x="58225" y="85900"/>
                      <a:pt x="61124" y="83538"/>
                    </a:cubicBezTo>
                    <a:cubicBezTo>
                      <a:pt x="64024" y="81228"/>
                      <a:pt x="66226" y="77523"/>
                      <a:pt x="67729" y="72368"/>
                    </a:cubicBezTo>
                    <a:moveTo>
                      <a:pt x="69233" y="44874"/>
                    </a:moveTo>
                    <a:cubicBezTo>
                      <a:pt x="69072" y="37034"/>
                      <a:pt x="67031" y="31073"/>
                      <a:pt x="63165" y="26992"/>
                    </a:cubicBezTo>
                    <a:cubicBezTo>
                      <a:pt x="59298" y="22857"/>
                      <a:pt x="54573" y="20817"/>
                      <a:pt x="49042" y="20817"/>
                    </a:cubicBezTo>
                    <a:cubicBezTo>
                      <a:pt x="43135" y="20817"/>
                      <a:pt x="38248" y="22965"/>
                      <a:pt x="34382" y="27314"/>
                    </a:cubicBezTo>
                    <a:cubicBezTo>
                      <a:pt x="30516" y="31610"/>
                      <a:pt x="28583" y="37464"/>
                      <a:pt x="28636" y="448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DAD66DFB-A4E1-D4F2-DE4E-8BCF8BDFCFD1}"/>
                  </a:ext>
                </a:extLst>
              </p:cNvPr>
              <p:cNvSpPr/>
              <p:nvPr/>
            </p:nvSpPr>
            <p:spPr>
              <a:xfrm>
                <a:off x="8496631" y="975381"/>
                <a:ext cx="93544" cy="104982"/>
              </a:xfrm>
              <a:custGeom>
                <a:avLst/>
                <a:gdLst>
                  <a:gd name="connsiteX0" fmla="*/ 93889 w 93544"/>
                  <a:gd name="connsiteY0" fmla="*/ 105017 h 104982"/>
                  <a:gd name="connsiteX1" fmla="*/ 66771 w 93544"/>
                  <a:gd name="connsiteY1" fmla="*/ 105017 h 104982"/>
                  <a:gd name="connsiteX2" fmla="*/ 66771 w 93544"/>
                  <a:gd name="connsiteY2" fmla="*/ 52607 h 104982"/>
                  <a:gd name="connsiteX3" fmla="*/ 64999 w 93544"/>
                  <a:gd name="connsiteY3" fmla="*/ 31127 h 104982"/>
                  <a:gd name="connsiteX4" fmla="*/ 59360 w 93544"/>
                  <a:gd name="connsiteY4" fmla="*/ 23556 h 104982"/>
                  <a:gd name="connsiteX5" fmla="*/ 49909 w 93544"/>
                  <a:gd name="connsiteY5" fmla="*/ 20817 h 104982"/>
                  <a:gd name="connsiteX6" fmla="*/ 37290 w 93544"/>
                  <a:gd name="connsiteY6" fmla="*/ 24683 h 104982"/>
                  <a:gd name="connsiteX7" fmla="*/ 29557 w 93544"/>
                  <a:gd name="connsiteY7" fmla="*/ 34940 h 104982"/>
                  <a:gd name="connsiteX8" fmla="*/ 27517 w 93544"/>
                  <a:gd name="connsiteY8" fmla="*/ 58514 h 104982"/>
                  <a:gd name="connsiteX9" fmla="*/ 27517 w 93544"/>
                  <a:gd name="connsiteY9" fmla="*/ 105017 h 104982"/>
                  <a:gd name="connsiteX10" fmla="*/ 345 w 93544"/>
                  <a:gd name="connsiteY10" fmla="*/ 105017 h 104982"/>
                  <a:gd name="connsiteX11" fmla="*/ 345 w 93544"/>
                  <a:gd name="connsiteY11" fmla="*/ 2344 h 104982"/>
                  <a:gd name="connsiteX12" fmla="*/ 25583 w 93544"/>
                  <a:gd name="connsiteY12" fmla="*/ 2344 h 104982"/>
                  <a:gd name="connsiteX13" fmla="*/ 25583 w 93544"/>
                  <a:gd name="connsiteY13" fmla="*/ 17434 h 104982"/>
                  <a:gd name="connsiteX14" fmla="*/ 59414 w 93544"/>
                  <a:gd name="connsiteY14" fmla="*/ 35 h 104982"/>
                  <a:gd name="connsiteX15" fmla="*/ 75846 w 93544"/>
                  <a:gd name="connsiteY15" fmla="*/ 3311 h 104982"/>
                  <a:gd name="connsiteX16" fmla="*/ 87069 w 93544"/>
                  <a:gd name="connsiteY16" fmla="*/ 11527 h 104982"/>
                  <a:gd name="connsiteX17" fmla="*/ 92385 w 93544"/>
                  <a:gd name="connsiteY17" fmla="*/ 22965 h 104982"/>
                  <a:gd name="connsiteX18" fmla="*/ 93889 w 93544"/>
                  <a:gd name="connsiteY18" fmla="*/ 41223 h 104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3544" h="104982">
                    <a:moveTo>
                      <a:pt x="93889" y="105017"/>
                    </a:moveTo>
                    <a:lnTo>
                      <a:pt x="66771" y="105017"/>
                    </a:lnTo>
                    <a:lnTo>
                      <a:pt x="66771" y="52607"/>
                    </a:lnTo>
                    <a:cubicBezTo>
                      <a:pt x="66771" y="41545"/>
                      <a:pt x="66180" y="34403"/>
                      <a:pt x="64999" y="31127"/>
                    </a:cubicBezTo>
                    <a:cubicBezTo>
                      <a:pt x="63871" y="27851"/>
                      <a:pt x="61938" y="25327"/>
                      <a:pt x="59360" y="23556"/>
                    </a:cubicBezTo>
                    <a:cubicBezTo>
                      <a:pt x="56729" y="21730"/>
                      <a:pt x="53614" y="20817"/>
                      <a:pt x="49909" y="20817"/>
                    </a:cubicBezTo>
                    <a:cubicBezTo>
                      <a:pt x="45237" y="20817"/>
                      <a:pt x="40995" y="22106"/>
                      <a:pt x="37290" y="24683"/>
                    </a:cubicBezTo>
                    <a:cubicBezTo>
                      <a:pt x="33531" y="27261"/>
                      <a:pt x="30953" y="30697"/>
                      <a:pt x="29557" y="34940"/>
                    </a:cubicBezTo>
                    <a:cubicBezTo>
                      <a:pt x="28215" y="39182"/>
                      <a:pt x="27517" y="47076"/>
                      <a:pt x="27517" y="58514"/>
                    </a:cubicBezTo>
                    <a:lnTo>
                      <a:pt x="27517" y="105017"/>
                    </a:lnTo>
                    <a:lnTo>
                      <a:pt x="345" y="105017"/>
                    </a:lnTo>
                    <a:lnTo>
                      <a:pt x="345" y="2344"/>
                    </a:lnTo>
                    <a:lnTo>
                      <a:pt x="25583" y="2344"/>
                    </a:lnTo>
                    <a:lnTo>
                      <a:pt x="25583" y="17434"/>
                    </a:lnTo>
                    <a:cubicBezTo>
                      <a:pt x="34551" y="5835"/>
                      <a:pt x="45828" y="35"/>
                      <a:pt x="59414" y="35"/>
                    </a:cubicBezTo>
                    <a:cubicBezTo>
                      <a:pt x="65375" y="35"/>
                      <a:pt x="70852" y="1109"/>
                      <a:pt x="75846" y="3311"/>
                    </a:cubicBezTo>
                    <a:cubicBezTo>
                      <a:pt x="80786" y="5459"/>
                      <a:pt x="84545" y="8197"/>
                      <a:pt x="87069" y="11527"/>
                    </a:cubicBezTo>
                    <a:cubicBezTo>
                      <a:pt x="89647" y="14910"/>
                      <a:pt x="91419" y="18723"/>
                      <a:pt x="92385" y="22965"/>
                    </a:cubicBezTo>
                    <a:cubicBezTo>
                      <a:pt x="93406" y="27207"/>
                      <a:pt x="93889" y="33275"/>
                      <a:pt x="93889" y="412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EA5BBD21-1FF9-D386-B6AA-1413AEF2ED1D}"/>
                  </a:ext>
                </a:extLst>
              </p:cNvPr>
              <p:cNvSpPr/>
              <p:nvPr/>
            </p:nvSpPr>
            <p:spPr>
              <a:xfrm>
                <a:off x="8611751" y="975381"/>
                <a:ext cx="96873" cy="107291"/>
              </a:xfrm>
              <a:custGeom>
                <a:avLst/>
                <a:gdLst>
                  <a:gd name="connsiteX0" fmla="*/ 95831 w 96873"/>
                  <a:gd name="connsiteY0" fmla="*/ 32738 h 107291"/>
                  <a:gd name="connsiteX1" fmla="*/ 69089 w 96873"/>
                  <a:gd name="connsiteY1" fmla="*/ 37571 h 107291"/>
                  <a:gd name="connsiteX2" fmla="*/ 62913 w 96873"/>
                  <a:gd name="connsiteY2" fmla="*/ 25489 h 107291"/>
                  <a:gd name="connsiteX3" fmla="*/ 50509 w 96873"/>
                  <a:gd name="connsiteY3" fmla="*/ 21408 h 107291"/>
                  <a:gd name="connsiteX4" fmla="*/ 34345 w 96873"/>
                  <a:gd name="connsiteY4" fmla="*/ 28442 h 107291"/>
                  <a:gd name="connsiteX5" fmla="*/ 28277 w 96873"/>
                  <a:gd name="connsiteY5" fmla="*/ 51855 h 107291"/>
                  <a:gd name="connsiteX6" fmla="*/ 34399 w 96873"/>
                  <a:gd name="connsiteY6" fmla="*/ 77684 h 107291"/>
                  <a:gd name="connsiteX7" fmla="*/ 50885 w 96873"/>
                  <a:gd name="connsiteY7" fmla="*/ 85202 h 107291"/>
                  <a:gd name="connsiteX8" fmla="*/ 63558 w 96873"/>
                  <a:gd name="connsiteY8" fmla="*/ 80799 h 107291"/>
                  <a:gd name="connsiteX9" fmla="*/ 70538 w 96873"/>
                  <a:gd name="connsiteY9" fmla="*/ 65656 h 107291"/>
                  <a:gd name="connsiteX10" fmla="*/ 97227 w 96873"/>
                  <a:gd name="connsiteY10" fmla="*/ 70220 h 107291"/>
                  <a:gd name="connsiteX11" fmla="*/ 81278 w 96873"/>
                  <a:gd name="connsiteY11" fmla="*/ 97983 h 107291"/>
                  <a:gd name="connsiteX12" fmla="*/ 49649 w 96873"/>
                  <a:gd name="connsiteY12" fmla="*/ 107326 h 107291"/>
                  <a:gd name="connsiteX13" fmla="*/ 13725 w 96873"/>
                  <a:gd name="connsiteY13" fmla="*/ 93150 h 107291"/>
                  <a:gd name="connsiteX14" fmla="*/ 354 w 96873"/>
                  <a:gd name="connsiteY14" fmla="*/ 53788 h 107291"/>
                  <a:gd name="connsiteX15" fmla="*/ 13778 w 96873"/>
                  <a:gd name="connsiteY15" fmla="*/ 14212 h 107291"/>
                  <a:gd name="connsiteX16" fmla="*/ 50133 w 96873"/>
                  <a:gd name="connsiteY16" fmla="*/ 35 h 107291"/>
                  <a:gd name="connsiteX17" fmla="*/ 79936 w 96873"/>
                  <a:gd name="connsiteY17" fmla="*/ 8144 h 107291"/>
                  <a:gd name="connsiteX18" fmla="*/ 95831 w 96873"/>
                  <a:gd name="connsiteY18" fmla="*/ 32738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6873" h="107291">
                    <a:moveTo>
                      <a:pt x="95831" y="32738"/>
                    </a:moveTo>
                    <a:lnTo>
                      <a:pt x="69089" y="37571"/>
                    </a:lnTo>
                    <a:cubicBezTo>
                      <a:pt x="68176" y="32201"/>
                      <a:pt x="66135" y="28174"/>
                      <a:pt x="62913" y="25489"/>
                    </a:cubicBezTo>
                    <a:cubicBezTo>
                      <a:pt x="59745" y="22750"/>
                      <a:pt x="55610" y="21408"/>
                      <a:pt x="50509" y="21408"/>
                    </a:cubicBezTo>
                    <a:cubicBezTo>
                      <a:pt x="43743" y="21408"/>
                      <a:pt x="38373" y="23770"/>
                      <a:pt x="34345" y="28442"/>
                    </a:cubicBezTo>
                    <a:cubicBezTo>
                      <a:pt x="30318" y="33114"/>
                      <a:pt x="28277" y="40900"/>
                      <a:pt x="28277" y="51855"/>
                    </a:cubicBezTo>
                    <a:cubicBezTo>
                      <a:pt x="28277" y="64045"/>
                      <a:pt x="30318" y="72637"/>
                      <a:pt x="34399" y="77684"/>
                    </a:cubicBezTo>
                    <a:cubicBezTo>
                      <a:pt x="38534" y="82678"/>
                      <a:pt x="44011" y="85202"/>
                      <a:pt x="50885" y="85202"/>
                    </a:cubicBezTo>
                    <a:cubicBezTo>
                      <a:pt x="56040" y="85202"/>
                      <a:pt x="60282" y="83752"/>
                      <a:pt x="63558" y="80799"/>
                    </a:cubicBezTo>
                    <a:cubicBezTo>
                      <a:pt x="66833" y="77899"/>
                      <a:pt x="69196" y="72851"/>
                      <a:pt x="70538" y="65656"/>
                    </a:cubicBezTo>
                    <a:lnTo>
                      <a:pt x="97227" y="70220"/>
                    </a:lnTo>
                    <a:cubicBezTo>
                      <a:pt x="94435" y="82464"/>
                      <a:pt x="89118" y="91700"/>
                      <a:pt x="81278" y="97983"/>
                    </a:cubicBezTo>
                    <a:cubicBezTo>
                      <a:pt x="73385" y="104212"/>
                      <a:pt x="62859" y="107326"/>
                      <a:pt x="49649" y="107326"/>
                    </a:cubicBezTo>
                    <a:cubicBezTo>
                      <a:pt x="34614" y="107326"/>
                      <a:pt x="22639" y="102601"/>
                      <a:pt x="13725" y="93150"/>
                    </a:cubicBezTo>
                    <a:cubicBezTo>
                      <a:pt x="4811" y="83645"/>
                      <a:pt x="354" y="70542"/>
                      <a:pt x="354" y="53788"/>
                    </a:cubicBezTo>
                    <a:cubicBezTo>
                      <a:pt x="354" y="36819"/>
                      <a:pt x="4811" y="23663"/>
                      <a:pt x="13778" y="14212"/>
                    </a:cubicBezTo>
                    <a:cubicBezTo>
                      <a:pt x="22746" y="4761"/>
                      <a:pt x="34882" y="35"/>
                      <a:pt x="50133" y="35"/>
                    </a:cubicBezTo>
                    <a:cubicBezTo>
                      <a:pt x="62645" y="35"/>
                      <a:pt x="72579" y="2720"/>
                      <a:pt x="79936" y="8144"/>
                    </a:cubicBezTo>
                    <a:cubicBezTo>
                      <a:pt x="87346" y="13514"/>
                      <a:pt x="92609" y="21676"/>
                      <a:pt x="95831" y="327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3C5FB446-A271-418F-AD28-113D1D3916A4}"/>
                  </a:ext>
                </a:extLst>
              </p:cNvPr>
              <p:cNvSpPr/>
              <p:nvPr/>
            </p:nvSpPr>
            <p:spPr>
              <a:xfrm>
                <a:off x="8719917" y="975381"/>
                <a:ext cx="95929" cy="107291"/>
              </a:xfrm>
              <a:custGeom>
                <a:avLst/>
                <a:gdLst>
                  <a:gd name="connsiteX0" fmla="*/ 67754 w 95929"/>
                  <a:gd name="connsiteY0" fmla="*/ 72368 h 107291"/>
                  <a:gd name="connsiteX1" fmla="*/ 94818 w 95929"/>
                  <a:gd name="connsiteY1" fmla="*/ 76879 h 107291"/>
                  <a:gd name="connsiteX2" fmla="*/ 78333 w 95929"/>
                  <a:gd name="connsiteY2" fmla="*/ 99540 h 107291"/>
                  <a:gd name="connsiteX3" fmla="*/ 50141 w 95929"/>
                  <a:gd name="connsiteY3" fmla="*/ 107326 h 107291"/>
                  <a:gd name="connsiteX4" fmla="*/ 10511 w 95929"/>
                  <a:gd name="connsiteY4" fmla="*/ 89820 h 107291"/>
                  <a:gd name="connsiteX5" fmla="*/ 362 w 95929"/>
                  <a:gd name="connsiteY5" fmla="*/ 54486 h 107291"/>
                  <a:gd name="connsiteX6" fmla="*/ 13679 w 95929"/>
                  <a:gd name="connsiteY6" fmla="*/ 14480 h 107291"/>
                  <a:gd name="connsiteX7" fmla="*/ 47456 w 95929"/>
                  <a:gd name="connsiteY7" fmla="*/ 35 h 107291"/>
                  <a:gd name="connsiteX8" fmla="*/ 83595 w 95929"/>
                  <a:gd name="connsiteY8" fmla="*/ 15178 h 107291"/>
                  <a:gd name="connsiteX9" fmla="*/ 96268 w 95929"/>
                  <a:gd name="connsiteY9" fmla="*/ 61521 h 107291"/>
                  <a:gd name="connsiteX10" fmla="*/ 28178 w 95929"/>
                  <a:gd name="connsiteY10" fmla="*/ 61521 h 107291"/>
                  <a:gd name="connsiteX11" fmla="*/ 34783 w 95929"/>
                  <a:gd name="connsiteY11" fmla="*/ 80316 h 107291"/>
                  <a:gd name="connsiteX12" fmla="*/ 50409 w 95929"/>
                  <a:gd name="connsiteY12" fmla="*/ 87028 h 107291"/>
                  <a:gd name="connsiteX13" fmla="*/ 61149 w 95929"/>
                  <a:gd name="connsiteY13" fmla="*/ 83538 h 107291"/>
                  <a:gd name="connsiteX14" fmla="*/ 67754 w 95929"/>
                  <a:gd name="connsiteY14" fmla="*/ 72368 h 107291"/>
                  <a:gd name="connsiteX15" fmla="*/ 69258 w 95929"/>
                  <a:gd name="connsiteY15" fmla="*/ 44874 h 107291"/>
                  <a:gd name="connsiteX16" fmla="*/ 63190 w 95929"/>
                  <a:gd name="connsiteY16" fmla="*/ 26992 h 107291"/>
                  <a:gd name="connsiteX17" fmla="*/ 49067 w 95929"/>
                  <a:gd name="connsiteY17" fmla="*/ 20817 h 107291"/>
                  <a:gd name="connsiteX18" fmla="*/ 34407 w 95929"/>
                  <a:gd name="connsiteY18" fmla="*/ 27314 h 107291"/>
                  <a:gd name="connsiteX19" fmla="*/ 28661 w 95929"/>
                  <a:gd name="connsiteY19" fmla="*/ 44874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29" h="107291">
                    <a:moveTo>
                      <a:pt x="67754" y="72368"/>
                    </a:moveTo>
                    <a:lnTo>
                      <a:pt x="94818" y="76879"/>
                    </a:lnTo>
                    <a:cubicBezTo>
                      <a:pt x="91328" y="86813"/>
                      <a:pt x="85797" y="94385"/>
                      <a:pt x="78333" y="99540"/>
                    </a:cubicBezTo>
                    <a:cubicBezTo>
                      <a:pt x="70815" y="104749"/>
                      <a:pt x="61418" y="107326"/>
                      <a:pt x="50141" y="107326"/>
                    </a:cubicBezTo>
                    <a:cubicBezTo>
                      <a:pt x="32313" y="107326"/>
                      <a:pt x="19103" y="101527"/>
                      <a:pt x="10511" y="89820"/>
                    </a:cubicBezTo>
                    <a:cubicBezTo>
                      <a:pt x="3745" y="80477"/>
                      <a:pt x="362" y="68717"/>
                      <a:pt x="362" y="54486"/>
                    </a:cubicBezTo>
                    <a:cubicBezTo>
                      <a:pt x="362" y="37464"/>
                      <a:pt x="4819" y="24146"/>
                      <a:pt x="13679" y="14480"/>
                    </a:cubicBezTo>
                    <a:cubicBezTo>
                      <a:pt x="22593" y="4868"/>
                      <a:pt x="33816" y="35"/>
                      <a:pt x="47456" y="35"/>
                    </a:cubicBezTo>
                    <a:cubicBezTo>
                      <a:pt x="62706" y="35"/>
                      <a:pt x="74735" y="5083"/>
                      <a:pt x="83595" y="15178"/>
                    </a:cubicBezTo>
                    <a:cubicBezTo>
                      <a:pt x="92402" y="25274"/>
                      <a:pt x="96644" y="40686"/>
                      <a:pt x="96268" y="61521"/>
                    </a:cubicBezTo>
                    <a:lnTo>
                      <a:pt x="28178" y="61521"/>
                    </a:lnTo>
                    <a:cubicBezTo>
                      <a:pt x="28392" y="69576"/>
                      <a:pt x="30594" y="75859"/>
                      <a:pt x="34783" y="80316"/>
                    </a:cubicBezTo>
                    <a:cubicBezTo>
                      <a:pt x="38971" y="84826"/>
                      <a:pt x="44180" y="87028"/>
                      <a:pt x="50409" y="87028"/>
                    </a:cubicBezTo>
                    <a:cubicBezTo>
                      <a:pt x="54705" y="87028"/>
                      <a:pt x="58249" y="85900"/>
                      <a:pt x="61149" y="83538"/>
                    </a:cubicBezTo>
                    <a:cubicBezTo>
                      <a:pt x="64049" y="81228"/>
                      <a:pt x="66251" y="77523"/>
                      <a:pt x="67754" y="72368"/>
                    </a:cubicBezTo>
                    <a:moveTo>
                      <a:pt x="69258" y="44874"/>
                    </a:moveTo>
                    <a:cubicBezTo>
                      <a:pt x="69097" y="37034"/>
                      <a:pt x="67056" y="31073"/>
                      <a:pt x="63190" y="26992"/>
                    </a:cubicBezTo>
                    <a:cubicBezTo>
                      <a:pt x="59323" y="22857"/>
                      <a:pt x="54598" y="20817"/>
                      <a:pt x="49067" y="20817"/>
                    </a:cubicBezTo>
                    <a:cubicBezTo>
                      <a:pt x="43160" y="20817"/>
                      <a:pt x="38273" y="22965"/>
                      <a:pt x="34407" y="27314"/>
                    </a:cubicBezTo>
                    <a:cubicBezTo>
                      <a:pt x="30540" y="31610"/>
                      <a:pt x="28607" y="37464"/>
                      <a:pt x="28661" y="448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7F999C1F-FEA7-BF9C-5F9D-115E7462FFBE}"/>
                  </a:ext>
                </a:extLst>
              </p:cNvPr>
              <p:cNvSpPr/>
              <p:nvPr/>
            </p:nvSpPr>
            <p:spPr>
              <a:xfrm>
                <a:off x="8828352" y="975381"/>
                <a:ext cx="95906" cy="107291"/>
              </a:xfrm>
              <a:custGeom>
                <a:avLst/>
                <a:gdLst>
                  <a:gd name="connsiteX0" fmla="*/ 370 w 95906"/>
                  <a:gd name="connsiteY0" fmla="*/ 75751 h 107291"/>
                  <a:gd name="connsiteX1" fmla="*/ 27649 w 95906"/>
                  <a:gd name="connsiteY1" fmla="*/ 71563 h 107291"/>
                  <a:gd name="connsiteX2" fmla="*/ 34683 w 95906"/>
                  <a:gd name="connsiteY2" fmla="*/ 83591 h 107291"/>
                  <a:gd name="connsiteX3" fmla="*/ 49612 w 95906"/>
                  <a:gd name="connsiteY3" fmla="*/ 87726 h 107291"/>
                  <a:gd name="connsiteX4" fmla="*/ 65453 w 95906"/>
                  <a:gd name="connsiteY4" fmla="*/ 83860 h 107291"/>
                  <a:gd name="connsiteX5" fmla="*/ 68997 w 95906"/>
                  <a:gd name="connsiteY5" fmla="*/ 76610 h 107291"/>
                  <a:gd name="connsiteX6" fmla="*/ 67064 w 95906"/>
                  <a:gd name="connsiteY6" fmla="*/ 71455 h 107291"/>
                  <a:gd name="connsiteX7" fmla="*/ 57989 w 95906"/>
                  <a:gd name="connsiteY7" fmla="*/ 67911 h 107291"/>
                  <a:gd name="connsiteX8" fmla="*/ 16318 w 95906"/>
                  <a:gd name="connsiteY8" fmla="*/ 54647 h 107291"/>
                  <a:gd name="connsiteX9" fmla="*/ 4182 w 95906"/>
                  <a:gd name="connsiteY9" fmla="*/ 31557 h 107291"/>
                  <a:gd name="connsiteX10" fmla="*/ 14707 w 95906"/>
                  <a:gd name="connsiteY10" fmla="*/ 9110 h 107291"/>
                  <a:gd name="connsiteX11" fmla="*/ 47356 w 95906"/>
                  <a:gd name="connsiteY11" fmla="*/ 35 h 107291"/>
                  <a:gd name="connsiteX12" fmla="*/ 78663 w 95906"/>
                  <a:gd name="connsiteY12" fmla="*/ 6909 h 107291"/>
                  <a:gd name="connsiteX13" fmla="*/ 92786 w 95906"/>
                  <a:gd name="connsiteY13" fmla="*/ 27207 h 107291"/>
                  <a:gd name="connsiteX14" fmla="*/ 67171 w 95906"/>
                  <a:gd name="connsiteY14" fmla="*/ 31933 h 107291"/>
                  <a:gd name="connsiteX15" fmla="*/ 60942 w 95906"/>
                  <a:gd name="connsiteY15" fmla="*/ 22750 h 107291"/>
                  <a:gd name="connsiteX16" fmla="*/ 47840 w 95906"/>
                  <a:gd name="connsiteY16" fmla="*/ 19582 h 107291"/>
                  <a:gd name="connsiteX17" fmla="*/ 32482 w 95906"/>
                  <a:gd name="connsiteY17" fmla="*/ 22589 h 107291"/>
                  <a:gd name="connsiteX18" fmla="*/ 29367 w 95906"/>
                  <a:gd name="connsiteY18" fmla="*/ 28066 h 107291"/>
                  <a:gd name="connsiteX19" fmla="*/ 32106 w 95906"/>
                  <a:gd name="connsiteY19" fmla="*/ 33007 h 107291"/>
                  <a:gd name="connsiteX20" fmla="*/ 57452 w 95906"/>
                  <a:gd name="connsiteY20" fmla="*/ 40632 h 107291"/>
                  <a:gd name="connsiteX21" fmla="*/ 87792 w 95906"/>
                  <a:gd name="connsiteY21" fmla="*/ 52714 h 107291"/>
                  <a:gd name="connsiteX22" fmla="*/ 96276 w 95906"/>
                  <a:gd name="connsiteY22" fmla="*/ 72905 h 107291"/>
                  <a:gd name="connsiteX23" fmla="*/ 84463 w 95906"/>
                  <a:gd name="connsiteY23" fmla="*/ 97177 h 107291"/>
                  <a:gd name="connsiteX24" fmla="*/ 49612 w 95906"/>
                  <a:gd name="connsiteY24" fmla="*/ 107326 h 107291"/>
                  <a:gd name="connsiteX25" fmla="*/ 16372 w 95906"/>
                  <a:gd name="connsiteY25" fmla="*/ 98842 h 107291"/>
                  <a:gd name="connsiteX26" fmla="*/ 370 w 95906"/>
                  <a:gd name="connsiteY26" fmla="*/ 75751 h 10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5906" h="107291">
                    <a:moveTo>
                      <a:pt x="370" y="75751"/>
                    </a:moveTo>
                    <a:lnTo>
                      <a:pt x="27649" y="71563"/>
                    </a:lnTo>
                    <a:cubicBezTo>
                      <a:pt x="28830" y="76879"/>
                      <a:pt x="31139" y="80853"/>
                      <a:pt x="34683" y="83591"/>
                    </a:cubicBezTo>
                    <a:cubicBezTo>
                      <a:pt x="38227" y="86330"/>
                      <a:pt x="43221" y="87726"/>
                      <a:pt x="49612" y="87726"/>
                    </a:cubicBezTo>
                    <a:cubicBezTo>
                      <a:pt x="56593" y="87726"/>
                      <a:pt x="61909" y="86437"/>
                      <a:pt x="65453" y="83860"/>
                    </a:cubicBezTo>
                    <a:cubicBezTo>
                      <a:pt x="67816" y="82034"/>
                      <a:pt x="68997" y="79617"/>
                      <a:pt x="68997" y="76610"/>
                    </a:cubicBezTo>
                    <a:cubicBezTo>
                      <a:pt x="68997" y="74516"/>
                      <a:pt x="68353" y="72851"/>
                      <a:pt x="67064" y="71455"/>
                    </a:cubicBezTo>
                    <a:cubicBezTo>
                      <a:pt x="65721" y="70166"/>
                      <a:pt x="62714" y="68985"/>
                      <a:pt x="57989" y="67911"/>
                    </a:cubicBezTo>
                    <a:cubicBezTo>
                      <a:pt x="36079" y="63078"/>
                      <a:pt x="22225" y="58675"/>
                      <a:pt x="16318" y="54647"/>
                    </a:cubicBezTo>
                    <a:cubicBezTo>
                      <a:pt x="8210" y="49116"/>
                      <a:pt x="4182" y="41437"/>
                      <a:pt x="4182" y="31557"/>
                    </a:cubicBezTo>
                    <a:cubicBezTo>
                      <a:pt x="4182" y="22643"/>
                      <a:pt x="7673" y="15178"/>
                      <a:pt x="14707" y="9110"/>
                    </a:cubicBezTo>
                    <a:cubicBezTo>
                      <a:pt x="21742" y="3096"/>
                      <a:pt x="32589" y="35"/>
                      <a:pt x="47356" y="35"/>
                    </a:cubicBezTo>
                    <a:cubicBezTo>
                      <a:pt x="61426" y="35"/>
                      <a:pt x="71843" y="2344"/>
                      <a:pt x="78663" y="6909"/>
                    </a:cubicBezTo>
                    <a:cubicBezTo>
                      <a:pt x="85537" y="11473"/>
                      <a:pt x="90208" y="18239"/>
                      <a:pt x="92786" y="27207"/>
                    </a:cubicBezTo>
                    <a:lnTo>
                      <a:pt x="67171" y="31933"/>
                    </a:lnTo>
                    <a:cubicBezTo>
                      <a:pt x="66097" y="27959"/>
                      <a:pt x="64003" y="24898"/>
                      <a:pt x="60942" y="22750"/>
                    </a:cubicBezTo>
                    <a:cubicBezTo>
                      <a:pt x="57881" y="20656"/>
                      <a:pt x="53532" y="19582"/>
                      <a:pt x="47840" y="19582"/>
                    </a:cubicBezTo>
                    <a:cubicBezTo>
                      <a:pt x="40698" y="19582"/>
                      <a:pt x="35596" y="20548"/>
                      <a:pt x="32482" y="22589"/>
                    </a:cubicBezTo>
                    <a:cubicBezTo>
                      <a:pt x="30441" y="23985"/>
                      <a:pt x="29367" y="25811"/>
                      <a:pt x="29367" y="28066"/>
                    </a:cubicBezTo>
                    <a:cubicBezTo>
                      <a:pt x="29367" y="29999"/>
                      <a:pt x="30280" y="31664"/>
                      <a:pt x="32106" y="33007"/>
                    </a:cubicBezTo>
                    <a:cubicBezTo>
                      <a:pt x="34522" y="34832"/>
                      <a:pt x="43007" y="37356"/>
                      <a:pt x="57452" y="40632"/>
                    </a:cubicBezTo>
                    <a:cubicBezTo>
                      <a:pt x="71951" y="43908"/>
                      <a:pt x="82046" y="47935"/>
                      <a:pt x="87792" y="52714"/>
                    </a:cubicBezTo>
                    <a:cubicBezTo>
                      <a:pt x="93430" y="57547"/>
                      <a:pt x="96276" y="64313"/>
                      <a:pt x="96276" y="72905"/>
                    </a:cubicBezTo>
                    <a:cubicBezTo>
                      <a:pt x="96276" y="82356"/>
                      <a:pt x="92356" y="90411"/>
                      <a:pt x="84463" y="97177"/>
                    </a:cubicBezTo>
                    <a:cubicBezTo>
                      <a:pt x="76622" y="103943"/>
                      <a:pt x="64970" y="107326"/>
                      <a:pt x="49612" y="107326"/>
                    </a:cubicBezTo>
                    <a:cubicBezTo>
                      <a:pt x="35596" y="107326"/>
                      <a:pt x="24534" y="104480"/>
                      <a:pt x="16372" y="98842"/>
                    </a:cubicBezTo>
                    <a:cubicBezTo>
                      <a:pt x="8263" y="93150"/>
                      <a:pt x="2893" y="85471"/>
                      <a:pt x="370" y="757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D31A9230-08C9-957D-4A4B-43BB0DB0C378}"/>
                </a:ext>
              </a:extLst>
            </p:cNvPr>
            <p:cNvSpPr/>
            <p:nvPr/>
          </p:nvSpPr>
          <p:spPr>
            <a:xfrm>
              <a:off x="4723370" y="5548572"/>
              <a:ext cx="1375292" cy="13747"/>
            </a:xfrm>
            <a:custGeom>
              <a:avLst/>
              <a:gdLst>
                <a:gd name="connsiteX0" fmla="*/ 0 w 1375292"/>
                <a:gd name="connsiteY0" fmla="*/ 0 h 13747"/>
                <a:gd name="connsiteX1" fmla="*/ 1375293 w 1375292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5292" h="13747">
                  <a:moveTo>
                    <a:pt x="0" y="0"/>
                  </a:moveTo>
                  <a:lnTo>
                    <a:pt x="1375293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922539B0-7DF2-1F4A-4869-9FE3D2AD1A8E}"/>
                </a:ext>
              </a:extLst>
            </p:cNvPr>
            <p:cNvSpPr/>
            <p:nvPr/>
          </p:nvSpPr>
          <p:spPr>
            <a:xfrm>
              <a:off x="6098663" y="5611725"/>
              <a:ext cx="2082136" cy="13747"/>
            </a:xfrm>
            <a:custGeom>
              <a:avLst/>
              <a:gdLst>
                <a:gd name="connsiteX0" fmla="*/ 0 w 2082136"/>
                <a:gd name="connsiteY0" fmla="*/ 0 h 13747"/>
                <a:gd name="connsiteX1" fmla="*/ 2082137 w 2082136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2136" h="13747">
                  <a:moveTo>
                    <a:pt x="0" y="0"/>
                  </a:moveTo>
                  <a:lnTo>
                    <a:pt x="208213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F8FE8464-D5E8-8D31-C776-3AFEA4709AD1}"/>
                </a:ext>
              </a:extLst>
            </p:cNvPr>
            <p:cNvSpPr/>
            <p:nvPr/>
          </p:nvSpPr>
          <p:spPr>
            <a:xfrm>
              <a:off x="6098663" y="5485418"/>
              <a:ext cx="1468346" cy="13747"/>
            </a:xfrm>
            <a:custGeom>
              <a:avLst/>
              <a:gdLst>
                <a:gd name="connsiteX0" fmla="*/ 0 w 1468346"/>
                <a:gd name="connsiteY0" fmla="*/ 0 h 13747"/>
                <a:gd name="connsiteX1" fmla="*/ 1468347 w 1468346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68346" h="13747">
                  <a:moveTo>
                    <a:pt x="0" y="0"/>
                  </a:moveTo>
                  <a:lnTo>
                    <a:pt x="146834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87AE80BE-CFE8-9506-47F3-F9BA6155EB33}"/>
                </a:ext>
              </a:extLst>
            </p:cNvPr>
            <p:cNvSpPr/>
            <p:nvPr/>
          </p:nvSpPr>
          <p:spPr>
            <a:xfrm>
              <a:off x="4723370" y="1866520"/>
              <a:ext cx="4887" cy="13747"/>
            </a:xfrm>
            <a:custGeom>
              <a:avLst/>
              <a:gdLst>
                <a:gd name="connsiteX0" fmla="*/ 0 w 4887"/>
                <a:gd name="connsiteY0" fmla="*/ 0 h 13747"/>
                <a:gd name="connsiteX1" fmla="*/ 4887 w 488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87" h="13747">
                  <a:moveTo>
                    <a:pt x="0" y="0"/>
                  </a:moveTo>
                  <a:lnTo>
                    <a:pt x="488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0A5B4E50-B92F-0E18-AF2F-92DE3E122DF4}"/>
                </a:ext>
              </a:extLst>
            </p:cNvPr>
            <p:cNvSpPr/>
            <p:nvPr/>
          </p:nvSpPr>
          <p:spPr>
            <a:xfrm>
              <a:off x="4728257" y="2162998"/>
              <a:ext cx="197129" cy="13747"/>
            </a:xfrm>
            <a:custGeom>
              <a:avLst/>
              <a:gdLst>
                <a:gd name="connsiteX0" fmla="*/ 0 w 197129"/>
                <a:gd name="connsiteY0" fmla="*/ 0 h 13747"/>
                <a:gd name="connsiteX1" fmla="*/ 197129 w 197129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129" h="13747">
                  <a:moveTo>
                    <a:pt x="0" y="0"/>
                  </a:moveTo>
                  <a:lnTo>
                    <a:pt x="197129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DB23BCAC-0292-F34F-CC61-FC5DB41595B9}"/>
                </a:ext>
              </a:extLst>
            </p:cNvPr>
            <p:cNvSpPr/>
            <p:nvPr/>
          </p:nvSpPr>
          <p:spPr>
            <a:xfrm>
              <a:off x="4925387" y="2471715"/>
              <a:ext cx="299804" cy="13747"/>
            </a:xfrm>
            <a:custGeom>
              <a:avLst/>
              <a:gdLst>
                <a:gd name="connsiteX0" fmla="*/ 0 w 299804"/>
                <a:gd name="connsiteY0" fmla="*/ 0 h 13747"/>
                <a:gd name="connsiteX1" fmla="*/ 299805 w 299804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9804" h="13747">
                  <a:moveTo>
                    <a:pt x="0" y="0"/>
                  </a:moveTo>
                  <a:lnTo>
                    <a:pt x="299805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782FE669-4B1C-DAC9-C187-2301B1377649}"/>
                </a:ext>
              </a:extLst>
            </p:cNvPr>
            <p:cNvSpPr/>
            <p:nvPr/>
          </p:nvSpPr>
          <p:spPr>
            <a:xfrm>
              <a:off x="5225192" y="2868179"/>
              <a:ext cx="625324" cy="13747"/>
            </a:xfrm>
            <a:custGeom>
              <a:avLst/>
              <a:gdLst>
                <a:gd name="connsiteX0" fmla="*/ 0 w 625324"/>
                <a:gd name="connsiteY0" fmla="*/ 0 h 13747"/>
                <a:gd name="connsiteX1" fmla="*/ 625324 w 625324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5324" h="13747">
                  <a:moveTo>
                    <a:pt x="0" y="0"/>
                  </a:moveTo>
                  <a:lnTo>
                    <a:pt x="625324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53479B20-D7B9-2344-88E9-F705C3D68AE6}"/>
                </a:ext>
              </a:extLst>
            </p:cNvPr>
            <p:cNvSpPr/>
            <p:nvPr/>
          </p:nvSpPr>
          <p:spPr>
            <a:xfrm>
              <a:off x="5850516" y="3297924"/>
              <a:ext cx="224145" cy="13747"/>
            </a:xfrm>
            <a:custGeom>
              <a:avLst/>
              <a:gdLst>
                <a:gd name="connsiteX0" fmla="*/ 0 w 224145"/>
                <a:gd name="connsiteY0" fmla="*/ 0 h 13747"/>
                <a:gd name="connsiteX1" fmla="*/ 224145 w 224145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4145" h="13747">
                  <a:moveTo>
                    <a:pt x="0" y="0"/>
                  </a:moveTo>
                  <a:lnTo>
                    <a:pt x="224145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64DBC6F0-C1F2-274D-8FE4-2A232ECAFD82}"/>
                </a:ext>
              </a:extLst>
            </p:cNvPr>
            <p:cNvSpPr/>
            <p:nvPr/>
          </p:nvSpPr>
          <p:spPr>
            <a:xfrm>
              <a:off x="6074661" y="3699543"/>
              <a:ext cx="179467" cy="13747"/>
            </a:xfrm>
            <a:custGeom>
              <a:avLst/>
              <a:gdLst>
                <a:gd name="connsiteX0" fmla="*/ 0 w 179467"/>
                <a:gd name="connsiteY0" fmla="*/ 0 h 13747"/>
                <a:gd name="connsiteX1" fmla="*/ 179467 w 17946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467" h="13747">
                  <a:moveTo>
                    <a:pt x="0" y="0"/>
                  </a:moveTo>
                  <a:lnTo>
                    <a:pt x="17946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57B155E3-7FDB-3148-9AE5-ABB0B9EB6E21}"/>
                </a:ext>
              </a:extLst>
            </p:cNvPr>
            <p:cNvSpPr/>
            <p:nvPr/>
          </p:nvSpPr>
          <p:spPr>
            <a:xfrm>
              <a:off x="6254128" y="3966111"/>
              <a:ext cx="108353" cy="13747"/>
            </a:xfrm>
            <a:custGeom>
              <a:avLst/>
              <a:gdLst>
                <a:gd name="connsiteX0" fmla="*/ 0 w 108353"/>
                <a:gd name="connsiteY0" fmla="*/ 0 h 13747"/>
                <a:gd name="connsiteX1" fmla="*/ 108354 w 108353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353" h="13747">
                  <a:moveTo>
                    <a:pt x="0" y="0"/>
                  </a:moveTo>
                  <a:lnTo>
                    <a:pt x="108354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81AD83F6-5B3A-E2FB-9F6C-209A34B80321}"/>
                </a:ext>
              </a:extLst>
            </p:cNvPr>
            <p:cNvSpPr/>
            <p:nvPr/>
          </p:nvSpPr>
          <p:spPr>
            <a:xfrm>
              <a:off x="6362482" y="4151848"/>
              <a:ext cx="422088" cy="13747"/>
            </a:xfrm>
            <a:custGeom>
              <a:avLst/>
              <a:gdLst>
                <a:gd name="connsiteX0" fmla="*/ 0 w 422088"/>
                <a:gd name="connsiteY0" fmla="*/ 0 h 13747"/>
                <a:gd name="connsiteX1" fmla="*/ 422089 w 422088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2088" h="13747">
                  <a:moveTo>
                    <a:pt x="0" y="0"/>
                  </a:moveTo>
                  <a:lnTo>
                    <a:pt x="422089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27FCACBE-ECF4-636B-8476-4E040207B666}"/>
                </a:ext>
              </a:extLst>
            </p:cNvPr>
            <p:cNvSpPr/>
            <p:nvPr/>
          </p:nvSpPr>
          <p:spPr>
            <a:xfrm>
              <a:off x="6784571" y="4333899"/>
              <a:ext cx="271984" cy="13747"/>
            </a:xfrm>
            <a:custGeom>
              <a:avLst/>
              <a:gdLst>
                <a:gd name="connsiteX0" fmla="*/ 0 w 271984"/>
                <a:gd name="connsiteY0" fmla="*/ 0 h 13747"/>
                <a:gd name="connsiteX1" fmla="*/ 271985 w 271984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1984" h="13747">
                  <a:moveTo>
                    <a:pt x="0" y="0"/>
                  </a:moveTo>
                  <a:lnTo>
                    <a:pt x="271985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F4FE0F9F-533A-5437-A4A2-03CC3E683508}"/>
                </a:ext>
              </a:extLst>
            </p:cNvPr>
            <p:cNvSpPr/>
            <p:nvPr/>
          </p:nvSpPr>
          <p:spPr>
            <a:xfrm>
              <a:off x="7056555" y="4571723"/>
              <a:ext cx="120877" cy="13747"/>
            </a:xfrm>
            <a:custGeom>
              <a:avLst/>
              <a:gdLst>
                <a:gd name="connsiteX0" fmla="*/ 0 w 120877"/>
                <a:gd name="connsiteY0" fmla="*/ 0 h 13747"/>
                <a:gd name="connsiteX1" fmla="*/ 120878 w 12087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877" h="13747">
                  <a:moveTo>
                    <a:pt x="0" y="0"/>
                  </a:moveTo>
                  <a:lnTo>
                    <a:pt x="120878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9E811E42-D518-F27C-AE2D-132BA64C9416}"/>
                </a:ext>
              </a:extLst>
            </p:cNvPr>
            <p:cNvSpPr/>
            <p:nvPr/>
          </p:nvSpPr>
          <p:spPr>
            <a:xfrm>
              <a:off x="7177433" y="4920993"/>
              <a:ext cx="128067" cy="13747"/>
            </a:xfrm>
            <a:custGeom>
              <a:avLst/>
              <a:gdLst>
                <a:gd name="connsiteX0" fmla="*/ 0 w 128067"/>
                <a:gd name="connsiteY0" fmla="*/ 0 h 13747"/>
                <a:gd name="connsiteX1" fmla="*/ 128067 w 12806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067" h="13747">
                  <a:moveTo>
                    <a:pt x="0" y="0"/>
                  </a:moveTo>
                  <a:lnTo>
                    <a:pt x="12806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80D9DACB-7C8A-AD99-C240-36ADC979D903}"/>
                </a:ext>
              </a:extLst>
            </p:cNvPr>
            <p:cNvSpPr/>
            <p:nvPr/>
          </p:nvSpPr>
          <p:spPr>
            <a:xfrm>
              <a:off x="7305500" y="5169676"/>
              <a:ext cx="412135" cy="13747"/>
            </a:xfrm>
            <a:custGeom>
              <a:avLst/>
              <a:gdLst>
                <a:gd name="connsiteX0" fmla="*/ 0 w 412135"/>
                <a:gd name="connsiteY0" fmla="*/ 0 h 13747"/>
                <a:gd name="connsiteX1" fmla="*/ 412136 w 412135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2135" h="13747">
                  <a:moveTo>
                    <a:pt x="0" y="0"/>
                  </a:moveTo>
                  <a:lnTo>
                    <a:pt x="412136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19858E0C-2375-1BEB-99B7-E1964837A021}"/>
                </a:ext>
              </a:extLst>
            </p:cNvPr>
            <p:cNvSpPr/>
            <p:nvPr/>
          </p:nvSpPr>
          <p:spPr>
            <a:xfrm>
              <a:off x="7717636" y="5295970"/>
              <a:ext cx="34051" cy="13747"/>
            </a:xfrm>
            <a:custGeom>
              <a:avLst/>
              <a:gdLst>
                <a:gd name="connsiteX0" fmla="*/ 0 w 34051"/>
                <a:gd name="connsiteY0" fmla="*/ 0 h 13747"/>
                <a:gd name="connsiteX1" fmla="*/ 34051 w 34051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051" h="13747">
                  <a:moveTo>
                    <a:pt x="0" y="0"/>
                  </a:moveTo>
                  <a:lnTo>
                    <a:pt x="34051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A5067B6E-3E42-4215-55F4-C57A2CC3C545}"/>
                </a:ext>
              </a:extLst>
            </p:cNvPr>
            <p:cNvSpPr/>
            <p:nvPr/>
          </p:nvSpPr>
          <p:spPr>
            <a:xfrm>
              <a:off x="7751687" y="5359124"/>
              <a:ext cx="13747" cy="13747"/>
            </a:xfrm>
            <a:custGeom>
              <a:avLst/>
              <a:gdLst>
                <a:gd name="connsiteX0" fmla="*/ 0 w 13747"/>
                <a:gd name="connsiteY0" fmla="*/ 0 h 13747"/>
                <a:gd name="connsiteX1" fmla="*/ 0 w 1374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3747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2625E621-B214-3F75-4EAB-940BC1AA5F05}"/>
                </a:ext>
              </a:extLst>
            </p:cNvPr>
            <p:cNvSpPr/>
            <p:nvPr/>
          </p:nvSpPr>
          <p:spPr>
            <a:xfrm>
              <a:off x="7751687" y="5232817"/>
              <a:ext cx="13747" cy="13747"/>
            </a:xfrm>
            <a:custGeom>
              <a:avLst/>
              <a:gdLst>
                <a:gd name="connsiteX0" fmla="*/ 0 w 13747"/>
                <a:gd name="connsiteY0" fmla="*/ 0 h 13747"/>
                <a:gd name="connsiteX1" fmla="*/ 0 w 1374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3747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2" name="Freihandform: Form 61">
              <a:extLst>
                <a:ext uri="{FF2B5EF4-FFF2-40B4-BE49-F238E27FC236}">
                  <a16:creationId xmlns:a16="http://schemas.microsoft.com/office/drawing/2014/main" id="{56155D2A-68E2-B331-8101-F40D6FE70EF1}"/>
                </a:ext>
              </a:extLst>
            </p:cNvPr>
            <p:cNvSpPr/>
            <p:nvPr/>
          </p:nvSpPr>
          <p:spPr>
            <a:xfrm>
              <a:off x="7717636" y="5043369"/>
              <a:ext cx="48018" cy="13747"/>
            </a:xfrm>
            <a:custGeom>
              <a:avLst/>
              <a:gdLst>
                <a:gd name="connsiteX0" fmla="*/ 0 w 48018"/>
                <a:gd name="connsiteY0" fmla="*/ 0 h 13747"/>
                <a:gd name="connsiteX1" fmla="*/ 48018 w 48018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018" h="13747">
                  <a:moveTo>
                    <a:pt x="0" y="0"/>
                  </a:moveTo>
                  <a:lnTo>
                    <a:pt x="48018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3" name="Freihandform: Form 62">
              <a:extLst>
                <a:ext uri="{FF2B5EF4-FFF2-40B4-BE49-F238E27FC236}">
                  <a16:creationId xmlns:a16="http://schemas.microsoft.com/office/drawing/2014/main" id="{5EEBED18-A8EB-CF35-EE89-2834F31D08A6}"/>
                </a:ext>
              </a:extLst>
            </p:cNvPr>
            <p:cNvSpPr/>
            <p:nvPr/>
          </p:nvSpPr>
          <p:spPr>
            <a:xfrm>
              <a:off x="7765654" y="5106523"/>
              <a:ext cx="114911" cy="13747"/>
            </a:xfrm>
            <a:custGeom>
              <a:avLst/>
              <a:gdLst>
                <a:gd name="connsiteX0" fmla="*/ 0 w 114911"/>
                <a:gd name="connsiteY0" fmla="*/ 0 h 13747"/>
                <a:gd name="connsiteX1" fmla="*/ 114911 w 114911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911" h="13747">
                  <a:moveTo>
                    <a:pt x="0" y="0"/>
                  </a:moveTo>
                  <a:lnTo>
                    <a:pt x="114911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4" name="Freihandform: Form 63">
              <a:extLst>
                <a:ext uri="{FF2B5EF4-FFF2-40B4-BE49-F238E27FC236}">
                  <a16:creationId xmlns:a16="http://schemas.microsoft.com/office/drawing/2014/main" id="{60B1690B-FE21-EF92-BA26-9AF72BBF9052}"/>
                </a:ext>
              </a:extLst>
            </p:cNvPr>
            <p:cNvSpPr/>
            <p:nvPr/>
          </p:nvSpPr>
          <p:spPr>
            <a:xfrm>
              <a:off x="7765654" y="4980215"/>
              <a:ext cx="34464" cy="13747"/>
            </a:xfrm>
            <a:custGeom>
              <a:avLst/>
              <a:gdLst>
                <a:gd name="connsiteX0" fmla="*/ 0 w 34464"/>
                <a:gd name="connsiteY0" fmla="*/ 0 h 13747"/>
                <a:gd name="connsiteX1" fmla="*/ 34464 w 34464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464" h="13747">
                  <a:moveTo>
                    <a:pt x="0" y="0"/>
                  </a:moveTo>
                  <a:lnTo>
                    <a:pt x="34464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D93D3779-2988-7321-6947-329CEB532A43}"/>
                </a:ext>
              </a:extLst>
            </p:cNvPr>
            <p:cNvSpPr/>
            <p:nvPr/>
          </p:nvSpPr>
          <p:spPr>
            <a:xfrm>
              <a:off x="7305500" y="4672364"/>
              <a:ext cx="85973" cy="13747"/>
            </a:xfrm>
            <a:custGeom>
              <a:avLst/>
              <a:gdLst>
                <a:gd name="connsiteX0" fmla="*/ 0 w 85973"/>
                <a:gd name="connsiteY0" fmla="*/ 0 h 13747"/>
                <a:gd name="connsiteX1" fmla="*/ 85974 w 85973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973" h="13747">
                  <a:moveTo>
                    <a:pt x="0" y="0"/>
                  </a:moveTo>
                  <a:lnTo>
                    <a:pt x="85974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2A3BCF5B-3634-BC5A-D03B-3007C3DE0063}"/>
                </a:ext>
              </a:extLst>
            </p:cNvPr>
            <p:cNvSpPr/>
            <p:nvPr/>
          </p:nvSpPr>
          <p:spPr>
            <a:xfrm>
              <a:off x="7391474" y="4853921"/>
              <a:ext cx="148632" cy="13747"/>
            </a:xfrm>
            <a:custGeom>
              <a:avLst/>
              <a:gdLst>
                <a:gd name="connsiteX0" fmla="*/ 0 w 148632"/>
                <a:gd name="connsiteY0" fmla="*/ 0 h 13747"/>
                <a:gd name="connsiteX1" fmla="*/ 148633 w 148632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632" h="13747">
                  <a:moveTo>
                    <a:pt x="0" y="0"/>
                  </a:moveTo>
                  <a:lnTo>
                    <a:pt x="148633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55659936-1CFF-9B1D-220E-39D3D8BBC01A}"/>
                </a:ext>
              </a:extLst>
            </p:cNvPr>
            <p:cNvSpPr/>
            <p:nvPr/>
          </p:nvSpPr>
          <p:spPr>
            <a:xfrm>
              <a:off x="7391474" y="4490808"/>
              <a:ext cx="86290" cy="13747"/>
            </a:xfrm>
            <a:custGeom>
              <a:avLst/>
              <a:gdLst>
                <a:gd name="connsiteX0" fmla="*/ 0 w 86290"/>
                <a:gd name="connsiteY0" fmla="*/ 0 h 13747"/>
                <a:gd name="connsiteX1" fmla="*/ 86290 w 86290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6290" h="13747">
                  <a:moveTo>
                    <a:pt x="0" y="0"/>
                  </a:moveTo>
                  <a:lnTo>
                    <a:pt x="8629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DC183E62-1A50-A8E8-3BC6-B3540B22396B}"/>
                </a:ext>
              </a:extLst>
            </p:cNvPr>
            <p:cNvSpPr/>
            <p:nvPr/>
          </p:nvSpPr>
          <p:spPr>
            <a:xfrm>
              <a:off x="7477764" y="4632897"/>
              <a:ext cx="356405" cy="13747"/>
            </a:xfrm>
            <a:custGeom>
              <a:avLst/>
              <a:gdLst>
                <a:gd name="connsiteX0" fmla="*/ 0 w 356405"/>
                <a:gd name="connsiteY0" fmla="*/ 0 h 13747"/>
                <a:gd name="connsiteX1" fmla="*/ 356405 w 356405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05" h="13747">
                  <a:moveTo>
                    <a:pt x="0" y="0"/>
                  </a:moveTo>
                  <a:lnTo>
                    <a:pt x="356405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C84AC40A-5CA1-2525-4E57-562BD7A2FCFF}"/>
                </a:ext>
              </a:extLst>
            </p:cNvPr>
            <p:cNvSpPr/>
            <p:nvPr/>
          </p:nvSpPr>
          <p:spPr>
            <a:xfrm>
              <a:off x="7834169" y="4727614"/>
              <a:ext cx="194176" cy="13747"/>
            </a:xfrm>
            <a:custGeom>
              <a:avLst/>
              <a:gdLst>
                <a:gd name="connsiteX0" fmla="*/ 0 w 194176"/>
                <a:gd name="connsiteY0" fmla="*/ 0 h 13747"/>
                <a:gd name="connsiteX1" fmla="*/ 194177 w 194176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4176" h="13747">
                  <a:moveTo>
                    <a:pt x="0" y="0"/>
                  </a:moveTo>
                  <a:lnTo>
                    <a:pt x="19417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34AAC8C3-7CAC-34AC-32EA-E6D9D8BF634C}"/>
                </a:ext>
              </a:extLst>
            </p:cNvPr>
            <p:cNvSpPr/>
            <p:nvPr/>
          </p:nvSpPr>
          <p:spPr>
            <a:xfrm>
              <a:off x="7834169" y="4538166"/>
              <a:ext cx="79911" cy="13747"/>
            </a:xfrm>
            <a:custGeom>
              <a:avLst/>
              <a:gdLst>
                <a:gd name="connsiteX0" fmla="*/ 0 w 79911"/>
                <a:gd name="connsiteY0" fmla="*/ 0 h 13747"/>
                <a:gd name="connsiteX1" fmla="*/ 79911 w 79911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911" h="13747">
                  <a:moveTo>
                    <a:pt x="0" y="0"/>
                  </a:moveTo>
                  <a:lnTo>
                    <a:pt x="79911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479E8690-79B7-954C-24A6-9677F472CBB5}"/>
                </a:ext>
              </a:extLst>
            </p:cNvPr>
            <p:cNvSpPr/>
            <p:nvPr/>
          </p:nvSpPr>
          <p:spPr>
            <a:xfrm>
              <a:off x="7914080" y="4601320"/>
              <a:ext cx="56266" cy="13747"/>
            </a:xfrm>
            <a:custGeom>
              <a:avLst/>
              <a:gdLst>
                <a:gd name="connsiteX0" fmla="*/ 0 w 56266"/>
                <a:gd name="connsiteY0" fmla="*/ 0 h 13747"/>
                <a:gd name="connsiteX1" fmla="*/ 56267 w 56266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66" h="13747">
                  <a:moveTo>
                    <a:pt x="0" y="0"/>
                  </a:moveTo>
                  <a:lnTo>
                    <a:pt x="5626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E469FC42-26FB-6666-752E-12DBC871C9F0}"/>
                </a:ext>
              </a:extLst>
            </p:cNvPr>
            <p:cNvSpPr/>
            <p:nvPr/>
          </p:nvSpPr>
          <p:spPr>
            <a:xfrm>
              <a:off x="7914080" y="4475012"/>
              <a:ext cx="33611" cy="13747"/>
            </a:xfrm>
            <a:custGeom>
              <a:avLst/>
              <a:gdLst>
                <a:gd name="connsiteX0" fmla="*/ 0 w 33611"/>
                <a:gd name="connsiteY0" fmla="*/ 0 h 13747"/>
                <a:gd name="connsiteX1" fmla="*/ 33612 w 33611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611" h="13747">
                  <a:moveTo>
                    <a:pt x="0" y="0"/>
                  </a:moveTo>
                  <a:lnTo>
                    <a:pt x="33612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3" name="Freihandform: Form 72">
              <a:extLst>
                <a:ext uri="{FF2B5EF4-FFF2-40B4-BE49-F238E27FC236}">
                  <a16:creationId xmlns:a16="http://schemas.microsoft.com/office/drawing/2014/main" id="{300EDE84-F22B-2D66-F1D4-4206DA2A1891}"/>
                </a:ext>
              </a:extLst>
            </p:cNvPr>
            <p:cNvSpPr/>
            <p:nvPr/>
          </p:nvSpPr>
          <p:spPr>
            <a:xfrm>
              <a:off x="7477764" y="4348718"/>
              <a:ext cx="185529" cy="13747"/>
            </a:xfrm>
            <a:custGeom>
              <a:avLst/>
              <a:gdLst>
                <a:gd name="connsiteX0" fmla="*/ 0 w 185529"/>
                <a:gd name="connsiteY0" fmla="*/ 0 h 13747"/>
                <a:gd name="connsiteX1" fmla="*/ 185530 w 185529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529" h="13747">
                  <a:moveTo>
                    <a:pt x="0" y="0"/>
                  </a:moveTo>
                  <a:lnTo>
                    <a:pt x="18553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4" name="Freihandform: Form 73">
              <a:extLst>
                <a:ext uri="{FF2B5EF4-FFF2-40B4-BE49-F238E27FC236}">
                  <a16:creationId xmlns:a16="http://schemas.microsoft.com/office/drawing/2014/main" id="{8B980678-84C5-0955-0D5B-2DA9E27F697C}"/>
                </a:ext>
              </a:extLst>
            </p:cNvPr>
            <p:cNvSpPr/>
            <p:nvPr/>
          </p:nvSpPr>
          <p:spPr>
            <a:xfrm>
              <a:off x="7177433" y="4222411"/>
              <a:ext cx="234771" cy="13747"/>
            </a:xfrm>
            <a:custGeom>
              <a:avLst/>
              <a:gdLst>
                <a:gd name="connsiteX0" fmla="*/ 0 w 234771"/>
                <a:gd name="connsiteY0" fmla="*/ 0 h 13747"/>
                <a:gd name="connsiteX1" fmla="*/ 234771 w 234771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771" h="13747">
                  <a:moveTo>
                    <a:pt x="0" y="0"/>
                  </a:moveTo>
                  <a:lnTo>
                    <a:pt x="234771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5" name="Freihandform: Form 74">
              <a:extLst>
                <a:ext uri="{FF2B5EF4-FFF2-40B4-BE49-F238E27FC236}">
                  <a16:creationId xmlns:a16="http://schemas.microsoft.com/office/drawing/2014/main" id="{C17A92E3-F154-2F31-F23E-7C3733BC2F8B}"/>
                </a:ext>
              </a:extLst>
            </p:cNvPr>
            <p:cNvSpPr/>
            <p:nvPr/>
          </p:nvSpPr>
          <p:spPr>
            <a:xfrm>
              <a:off x="7056555" y="4096117"/>
              <a:ext cx="504817" cy="13747"/>
            </a:xfrm>
            <a:custGeom>
              <a:avLst/>
              <a:gdLst>
                <a:gd name="connsiteX0" fmla="*/ 0 w 504817"/>
                <a:gd name="connsiteY0" fmla="*/ 0 h 13747"/>
                <a:gd name="connsiteX1" fmla="*/ 504818 w 50481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17" h="13747">
                  <a:moveTo>
                    <a:pt x="0" y="0"/>
                  </a:moveTo>
                  <a:lnTo>
                    <a:pt x="504818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6" name="Freihandform: Form 75">
              <a:extLst>
                <a:ext uri="{FF2B5EF4-FFF2-40B4-BE49-F238E27FC236}">
                  <a16:creationId xmlns:a16="http://schemas.microsoft.com/office/drawing/2014/main" id="{25BBA1DD-AA6E-6DB5-449E-3C2134C988BF}"/>
                </a:ext>
              </a:extLst>
            </p:cNvPr>
            <p:cNvSpPr/>
            <p:nvPr/>
          </p:nvSpPr>
          <p:spPr>
            <a:xfrm>
              <a:off x="6784571" y="3969810"/>
              <a:ext cx="737335" cy="13747"/>
            </a:xfrm>
            <a:custGeom>
              <a:avLst/>
              <a:gdLst>
                <a:gd name="connsiteX0" fmla="*/ 0 w 737335"/>
                <a:gd name="connsiteY0" fmla="*/ 0 h 13747"/>
                <a:gd name="connsiteX1" fmla="*/ 737335 w 737335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7335" h="13747">
                  <a:moveTo>
                    <a:pt x="0" y="0"/>
                  </a:moveTo>
                  <a:lnTo>
                    <a:pt x="737335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7" name="Freihandform: Form 76">
              <a:extLst>
                <a:ext uri="{FF2B5EF4-FFF2-40B4-BE49-F238E27FC236}">
                  <a16:creationId xmlns:a16="http://schemas.microsoft.com/office/drawing/2014/main" id="{135EB359-3862-ABCC-85BA-2AE60942E03D}"/>
                </a:ext>
              </a:extLst>
            </p:cNvPr>
            <p:cNvSpPr/>
            <p:nvPr/>
          </p:nvSpPr>
          <p:spPr>
            <a:xfrm>
              <a:off x="6362482" y="3780362"/>
              <a:ext cx="1265261" cy="13747"/>
            </a:xfrm>
            <a:custGeom>
              <a:avLst/>
              <a:gdLst>
                <a:gd name="connsiteX0" fmla="*/ 0 w 1265261"/>
                <a:gd name="connsiteY0" fmla="*/ 0 h 13747"/>
                <a:gd name="connsiteX1" fmla="*/ 1265262 w 1265261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5261" h="13747">
                  <a:moveTo>
                    <a:pt x="0" y="0"/>
                  </a:moveTo>
                  <a:lnTo>
                    <a:pt x="1265262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8" name="Freihandform: Form 77">
              <a:extLst>
                <a:ext uri="{FF2B5EF4-FFF2-40B4-BE49-F238E27FC236}">
                  <a16:creationId xmlns:a16="http://schemas.microsoft.com/office/drawing/2014/main" id="{07037988-9E2E-6262-5CC6-9C8724C7295D}"/>
                </a:ext>
              </a:extLst>
            </p:cNvPr>
            <p:cNvSpPr/>
            <p:nvPr/>
          </p:nvSpPr>
          <p:spPr>
            <a:xfrm>
              <a:off x="7627744" y="3843516"/>
              <a:ext cx="13747" cy="13747"/>
            </a:xfrm>
            <a:custGeom>
              <a:avLst/>
              <a:gdLst>
                <a:gd name="connsiteX0" fmla="*/ 0 w 13747"/>
                <a:gd name="connsiteY0" fmla="*/ 0 h 13747"/>
                <a:gd name="connsiteX1" fmla="*/ 0 w 1374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3747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79" name="Freihandform: Form 78">
              <a:extLst>
                <a:ext uri="{FF2B5EF4-FFF2-40B4-BE49-F238E27FC236}">
                  <a16:creationId xmlns:a16="http://schemas.microsoft.com/office/drawing/2014/main" id="{F56516C0-CD5C-6128-6D64-F624C33A2052}"/>
                </a:ext>
              </a:extLst>
            </p:cNvPr>
            <p:cNvSpPr/>
            <p:nvPr/>
          </p:nvSpPr>
          <p:spPr>
            <a:xfrm>
              <a:off x="7627744" y="3717208"/>
              <a:ext cx="13747" cy="13747"/>
            </a:xfrm>
            <a:custGeom>
              <a:avLst/>
              <a:gdLst>
                <a:gd name="connsiteX0" fmla="*/ 0 w 13747"/>
                <a:gd name="connsiteY0" fmla="*/ 0 h 13747"/>
                <a:gd name="connsiteX1" fmla="*/ 0 w 1374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3747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0" name="Freihandform: Form 79">
              <a:extLst>
                <a:ext uri="{FF2B5EF4-FFF2-40B4-BE49-F238E27FC236}">
                  <a16:creationId xmlns:a16="http://schemas.microsoft.com/office/drawing/2014/main" id="{334B8F93-4FC4-5AD5-D7AB-7687E80281E4}"/>
                </a:ext>
              </a:extLst>
            </p:cNvPr>
            <p:cNvSpPr/>
            <p:nvPr/>
          </p:nvSpPr>
          <p:spPr>
            <a:xfrm>
              <a:off x="6254128" y="3433030"/>
              <a:ext cx="232076" cy="13747"/>
            </a:xfrm>
            <a:custGeom>
              <a:avLst/>
              <a:gdLst>
                <a:gd name="connsiteX0" fmla="*/ 0 w 232076"/>
                <a:gd name="connsiteY0" fmla="*/ 0 h 13747"/>
                <a:gd name="connsiteX1" fmla="*/ 232077 w 232076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2076" h="13747">
                  <a:moveTo>
                    <a:pt x="0" y="0"/>
                  </a:moveTo>
                  <a:lnTo>
                    <a:pt x="23207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1" name="Freihandform: Form 80">
              <a:extLst>
                <a:ext uri="{FF2B5EF4-FFF2-40B4-BE49-F238E27FC236}">
                  <a16:creationId xmlns:a16="http://schemas.microsoft.com/office/drawing/2014/main" id="{69748592-3019-623D-54D5-154684DA3CA0}"/>
                </a:ext>
              </a:extLst>
            </p:cNvPr>
            <p:cNvSpPr/>
            <p:nvPr/>
          </p:nvSpPr>
          <p:spPr>
            <a:xfrm>
              <a:off x="6486205" y="3590914"/>
              <a:ext cx="1147339" cy="13747"/>
            </a:xfrm>
            <a:custGeom>
              <a:avLst/>
              <a:gdLst>
                <a:gd name="connsiteX0" fmla="*/ 0 w 1147339"/>
                <a:gd name="connsiteY0" fmla="*/ 0 h 13747"/>
                <a:gd name="connsiteX1" fmla="*/ 1147340 w 1147339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7339" h="13747">
                  <a:moveTo>
                    <a:pt x="0" y="0"/>
                  </a:moveTo>
                  <a:lnTo>
                    <a:pt x="114734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2" name="Freihandform: Form 81">
              <a:extLst>
                <a:ext uri="{FF2B5EF4-FFF2-40B4-BE49-F238E27FC236}">
                  <a16:creationId xmlns:a16="http://schemas.microsoft.com/office/drawing/2014/main" id="{0365DCBF-961B-936C-5088-3E2DA2A119E0}"/>
                </a:ext>
              </a:extLst>
            </p:cNvPr>
            <p:cNvSpPr/>
            <p:nvPr/>
          </p:nvSpPr>
          <p:spPr>
            <a:xfrm>
              <a:off x="6486205" y="3275159"/>
              <a:ext cx="283807" cy="13747"/>
            </a:xfrm>
            <a:custGeom>
              <a:avLst/>
              <a:gdLst>
                <a:gd name="connsiteX0" fmla="*/ 0 w 283807"/>
                <a:gd name="connsiteY0" fmla="*/ 0 h 13747"/>
                <a:gd name="connsiteX1" fmla="*/ 283807 w 28380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3807" h="13747">
                  <a:moveTo>
                    <a:pt x="0" y="0"/>
                  </a:moveTo>
                  <a:lnTo>
                    <a:pt x="28380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3" name="Freihandform: Form 82">
              <a:extLst>
                <a:ext uri="{FF2B5EF4-FFF2-40B4-BE49-F238E27FC236}">
                  <a16:creationId xmlns:a16="http://schemas.microsoft.com/office/drawing/2014/main" id="{18AB5CF3-9566-D251-3E00-641E00A51A1A}"/>
                </a:ext>
              </a:extLst>
            </p:cNvPr>
            <p:cNvSpPr/>
            <p:nvPr/>
          </p:nvSpPr>
          <p:spPr>
            <a:xfrm>
              <a:off x="6770013" y="3401467"/>
              <a:ext cx="1022214" cy="13747"/>
            </a:xfrm>
            <a:custGeom>
              <a:avLst/>
              <a:gdLst>
                <a:gd name="connsiteX0" fmla="*/ 0 w 1022214"/>
                <a:gd name="connsiteY0" fmla="*/ 0 h 13747"/>
                <a:gd name="connsiteX1" fmla="*/ 1022215 w 1022214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2214" h="13747">
                  <a:moveTo>
                    <a:pt x="0" y="0"/>
                  </a:moveTo>
                  <a:lnTo>
                    <a:pt x="1022215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4" name="Freihandform: Form 83">
              <a:extLst>
                <a:ext uri="{FF2B5EF4-FFF2-40B4-BE49-F238E27FC236}">
                  <a16:creationId xmlns:a16="http://schemas.microsoft.com/office/drawing/2014/main" id="{DA143A8A-A625-1571-5F65-BBAEF71354E7}"/>
                </a:ext>
              </a:extLst>
            </p:cNvPr>
            <p:cNvSpPr/>
            <p:nvPr/>
          </p:nvSpPr>
          <p:spPr>
            <a:xfrm>
              <a:off x="7792227" y="3464607"/>
              <a:ext cx="16757" cy="13747"/>
            </a:xfrm>
            <a:custGeom>
              <a:avLst/>
              <a:gdLst>
                <a:gd name="connsiteX0" fmla="*/ 0 w 16757"/>
                <a:gd name="connsiteY0" fmla="*/ 0 h 13747"/>
                <a:gd name="connsiteX1" fmla="*/ 16758 w 1675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757" h="13747">
                  <a:moveTo>
                    <a:pt x="0" y="0"/>
                  </a:moveTo>
                  <a:lnTo>
                    <a:pt x="16758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5" name="Freihandform: Form 84">
              <a:extLst>
                <a:ext uri="{FF2B5EF4-FFF2-40B4-BE49-F238E27FC236}">
                  <a16:creationId xmlns:a16="http://schemas.microsoft.com/office/drawing/2014/main" id="{09901EBB-BCE5-1AAA-6812-FD97D60FE50A}"/>
                </a:ext>
              </a:extLst>
            </p:cNvPr>
            <p:cNvSpPr/>
            <p:nvPr/>
          </p:nvSpPr>
          <p:spPr>
            <a:xfrm>
              <a:off x="7792227" y="3338313"/>
              <a:ext cx="6873" cy="13747"/>
            </a:xfrm>
            <a:custGeom>
              <a:avLst/>
              <a:gdLst>
                <a:gd name="connsiteX0" fmla="*/ 0 w 6873"/>
                <a:gd name="connsiteY0" fmla="*/ 0 h 13747"/>
                <a:gd name="connsiteX1" fmla="*/ 6874 w 6873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3" h="13747">
                  <a:moveTo>
                    <a:pt x="0" y="0"/>
                  </a:moveTo>
                  <a:lnTo>
                    <a:pt x="6874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6" name="Freihandform: Form 85">
              <a:extLst>
                <a:ext uri="{FF2B5EF4-FFF2-40B4-BE49-F238E27FC236}">
                  <a16:creationId xmlns:a16="http://schemas.microsoft.com/office/drawing/2014/main" id="{EC808FC8-71F3-B0F4-FBED-4855CA6CB9AF}"/>
                </a:ext>
              </a:extLst>
            </p:cNvPr>
            <p:cNvSpPr/>
            <p:nvPr/>
          </p:nvSpPr>
          <p:spPr>
            <a:xfrm>
              <a:off x="6770013" y="3148865"/>
              <a:ext cx="732564" cy="13747"/>
            </a:xfrm>
            <a:custGeom>
              <a:avLst/>
              <a:gdLst>
                <a:gd name="connsiteX0" fmla="*/ 0 w 732564"/>
                <a:gd name="connsiteY0" fmla="*/ 0 h 13747"/>
                <a:gd name="connsiteX1" fmla="*/ 732565 w 732564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2564" h="13747">
                  <a:moveTo>
                    <a:pt x="0" y="0"/>
                  </a:moveTo>
                  <a:lnTo>
                    <a:pt x="732565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7" name="Freihandform: Form 86">
              <a:extLst>
                <a:ext uri="{FF2B5EF4-FFF2-40B4-BE49-F238E27FC236}">
                  <a16:creationId xmlns:a16="http://schemas.microsoft.com/office/drawing/2014/main" id="{DC31AF77-D636-CE2C-7A8F-E8BDB37C7D02}"/>
                </a:ext>
              </a:extLst>
            </p:cNvPr>
            <p:cNvSpPr/>
            <p:nvPr/>
          </p:nvSpPr>
          <p:spPr>
            <a:xfrm>
              <a:off x="7502577" y="3212005"/>
              <a:ext cx="660076" cy="13747"/>
            </a:xfrm>
            <a:custGeom>
              <a:avLst/>
              <a:gdLst>
                <a:gd name="connsiteX0" fmla="*/ 0 w 660076"/>
                <a:gd name="connsiteY0" fmla="*/ 0 h 13747"/>
                <a:gd name="connsiteX1" fmla="*/ 660077 w 660076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0076" h="13747">
                  <a:moveTo>
                    <a:pt x="0" y="0"/>
                  </a:moveTo>
                  <a:lnTo>
                    <a:pt x="66007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8" name="Freihandform: Form 87">
              <a:extLst>
                <a:ext uri="{FF2B5EF4-FFF2-40B4-BE49-F238E27FC236}">
                  <a16:creationId xmlns:a16="http://schemas.microsoft.com/office/drawing/2014/main" id="{DD902E89-DEEE-12D3-D62A-C5236D62ABB2}"/>
                </a:ext>
              </a:extLst>
            </p:cNvPr>
            <p:cNvSpPr/>
            <p:nvPr/>
          </p:nvSpPr>
          <p:spPr>
            <a:xfrm>
              <a:off x="7502577" y="3085711"/>
              <a:ext cx="678222" cy="13747"/>
            </a:xfrm>
            <a:custGeom>
              <a:avLst/>
              <a:gdLst>
                <a:gd name="connsiteX0" fmla="*/ 0 w 678222"/>
                <a:gd name="connsiteY0" fmla="*/ 0 h 13747"/>
                <a:gd name="connsiteX1" fmla="*/ 678223 w 678222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8222" h="13747">
                  <a:moveTo>
                    <a:pt x="0" y="0"/>
                  </a:moveTo>
                  <a:lnTo>
                    <a:pt x="678223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89" name="Freihandform: Form 88">
              <a:extLst>
                <a:ext uri="{FF2B5EF4-FFF2-40B4-BE49-F238E27FC236}">
                  <a16:creationId xmlns:a16="http://schemas.microsoft.com/office/drawing/2014/main" id="{86E711E3-A7BD-DBE2-217B-946AAE9321A6}"/>
                </a:ext>
              </a:extLst>
            </p:cNvPr>
            <p:cNvSpPr/>
            <p:nvPr/>
          </p:nvSpPr>
          <p:spPr>
            <a:xfrm>
              <a:off x="6074661" y="2896264"/>
              <a:ext cx="199757" cy="13747"/>
            </a:xfrm>
            <a:custGeom>
              <a:avLst/>
              <a:gdLst>
                <a:gd name="connsiteX0" fmla="*/ 0 w 199757"/>
                <a:gd name="connsiteY0" fmla="*/ 0 h 13747"/>
                <a:gd name="connsiteX1" fmla="*/ 199758 w 19975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757" h="13747">
                  <a:moveTo>
                    <a:pt x="0" y="0"/>
                  </a:moveTo>
                  <a:lnTo>
                    <a:pt x="199758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0" name="Freihandform: Form 89">
              <a:extLst>
                <a:ext uri="{FF2B5EF4-FFF2-40B4-BE49-F238E27FC236}">
                  <a16:creationId xmlns:a16="http://schemas.microsoft.com/office/drawing/2014/main" id="{9F10C2A8-3240-B095-9A16-85726BE541F3}"/>
                </a:ext>
              </a:extLst>
            </p:cNvPr>
            <p:cNvSpPr/>
            <p:nvPr/>
          </p:nvSpPr>
          <p:spPr>
            <a:xfrm>
              <a:off x="6274419" y="2959404"/>
              <a:ext cx="1555667" cy="13747"/>
            </a:xfrm>
            <a:custGeom>
              <a:avLst/>
              <a:gdLst>
                <a:gd name="connsiteX0" fmla="*/ 0 w 1555667"/>
                <a:gd name="connsiteY0" fmla="*/ 0 h 13747"/>
                <a:gd name="connsiteX1" fmla="*/ 1555667 w 155566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55667" h="13747">
                  <a:moveTo>
                    <a:pt x="0" y="0"/>
                  </a:moveTo>
                  <a:lnTo>
                    <a:pt x="155566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1" name="Freihandform: Form 90">
              <a:extLst>
                <a:ext uri="{FF2B5EF4-FFF2-40B4-BE49-F238E27FC236}">
                  <a16:creationId xmlns:a16="http://schemas.microsoft.com/office/drawing/2014/main" id="{67C6D115-7556-3699-5C12-84BEC60572DA}"/>
                </a:ext>
              </a:extLst>
            </p:cNvPr>
            <p:cNvSpPr/>
            <p:nvPr/>
          </p:nvSpPr>
          <p:spPr>
            <a:xfrm>
              <a:off x="6274419" y="2833110"/>
              <a:ext cx="1507236" cy="13747"/>
            </a:xfrm>
            <a:custGeom>
              <a:avLst/>
              <a:gdLst>
                <a:gd name="connsiteX0" fmla="*/ 0 w 1507236"/>
                <a:gd name="connsiteY0" fmla="*/ 0 h 13747"/>
                <a:gd name="connsiteX1" fmla="*/ 1507237 w 1507236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7236" h="13747">
                  <a:moveTo>
                    <a:pt x="0" y="0"/>
                  </a:moveTo>
                  <a:lnTo>
                    <a:pt x="150723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2" name="Freihandform: Form 91">
              <a:extLst>
                <a:ext uri="{FF2B5EF4-FFF2-40B4-BE49-F238E27FC236}">
                  <a16:creationId xmlns:a16="http://schemas.microsoft.com/office/drawing/2014/main" id="{F151C859-7B38-9DAA-7510-FF87C7146E22}"/>
                </a:ext>
              </a:extLst>
            </p:cNvPr>
            <p:cNvSpPr/>
            <p:nvPr/>
          </p:nvSpPr>
          <p:spPr>
            <a:xfrm>
              <a:off x="5850516" y="2438419"/>
              <a:ext cx="387610" cy="13747"/>
            </a:xfrm>
            <a:custGeom>
              <a:avLst/>
              <a:gdLst>
                <a:gd name="connsiteX0" fmla="*/ 0 w 387610"/>
                <a:gd name="connsiteY0" fmla="*/ 0 h 13747"/>
                <a:gd name="connsiteX1" fmla="*/ 387611 w 387610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7610" h="13747">
                  <a:moveTo>
                    <a:pt x="0" y="0"/>
                  </a:moveTo>
                  <a:lnTo>
                    <a:pt x="387611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102BD09B-0603-3B4C-1E5B-7B512C5B8168}"/>
                </a:ext>
              </a:extLst>
            </p:cNvPr>
            <p:cNvSpPr/>
            <p:nvPr/>
          </p:nvSpPr>
          <p:spPr>
            <a:xfrm>
              <a:off x="6238127" y="2612086"/>
              <a:ext cx="858322" cy="13747"/>
            </a:xfrm>
            <a:custGeom>
              <a:avLst/>
              <a:gdLst>
                <a:gd name="connsiteX0" fmla="*/ 0 w 858322"/>
                <a:gd name="connsiteY0" fmla="*/ 0 h 13747"/>
                <a:gd name="connsiteX1" fmla="*/ 858322 w 858322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8322" h="13747">
                  <a:moveTo>
                    <a:pt x="0" y="0"/>
                  </a:moveTo>
                  <a:lnTo>
                    <a:pt x="858322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4" name="Freihandform: Form 93">
              <a:extLst>
                <a:ext uri="{FF2B5EF4-FFF2-40B4-BE49-F238E27FC236}">
                  <a16:creationId xmlns:a16="http://schemas.microsoft.com/office/drawing/2014/main" id="{58D5F973-9C3C-0B5C-5E95-5493B6B4CC14}"/>
                </a:ext>
              </a:extLst>
            </p:cNvPr>
            <p:cNvSpPr/>
            <p:nvPr/>
          </p:nvSpPr>
          <p:spPr>
            <a:xfrm>
              <a:off x="7096449" y="2706803"/>
              <a:ext cx="308881" cy="13747"/>
            </a:xfrm>
            <a:custGeom>
              <a:avLst/>
              <a:gdLst>
                <a:gd name="connsiteX0" fmla="*/ 0 w 308881"/>
                <a:gd name="connsiteY0" fmla="*/ 0 h 13747"/>
                <a:gd name="connsiteX1" fmla="*/ 308882 w 308881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8881" h="13747">
                  <a:moveTo>
                    <a:pt x="0" y="0"/>
                  </a:moveTo>
                  <a:lnTo>
                    <a:pt x="308882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4E9DB200-3540-FED6-C5F3-0615EF83C86C}"/>
                </a:ext>
              </a:extLst>
            </p:cNvPr>
            <p:cNvSpPr/>
            <p:nvPr/>
          </p:nvSpPr>
          <p:spPr>
            <a:xfrm>
              <a:off x="7096449" y="2517355"/>
              <a:ext cx="293952" cy="13747"/>
            </a:xfrm>
            <a:custGeom>
              <a:avLst/>
              <a:gdLst>
                <a:gd name="connsiteX0" fmla="*/ 0 w 293952"/>
                <a:gd name="connsiteY0" fmla="*/ 0 h 13747"/>
                <a:gd name="connsiteX1" fmla="*/ 293952 w 293952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3952" h="13747">
                  <a:moveTo>
                    <a:pt x="0" y="0"/>
                  </a:moveTo>
                  <a:lnTo>
                    <a:pt x="293952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0E4E2980-E7C8-3F48-7677-030BB68A70E7}"/>
                </a:ext>
              </a:extLst>
            </p:cNvPr>
            <p:cNvSpPr/>
            <p:nvPr/>
          </p:nvSpPr>
          <p:spPr>
            <a:xfrm>
              <a:off x="7390402" y="2580509"/>
              <a:ext cx="18475" cy="13747"/>
            </a:xfrm>
            <a:custGeom>
              <a:avLst/>
              <a:gdLst>
                <a:gd name="connsiteX0" fmla="*/ 0 w 18475"/>
                <a:gd name="connsiteY0" fmla="*/ 0 h 13747"/>
                <a:gd name="connsiteX1" fmla="*/ 18476 w 18475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75" h="13747">
                  <a:moveTo>
                    <a:pt x="0" y="0"/>
                  </a:moveTo>
                  <a:lnTo>
                    <a:pt x="18476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AD602E1D-7E4A-B835-0B55-7840FA0290DC}"/>
                </a:ext>
              </a:extLst>
            </p:cNvPr>
            <p:cNvSpPr/>
            <p:nvPr/>
          </p:nvSpPr>
          <p:spPr>
            <a:xfrm>
              <a:off x="7390402" y="2454201"/>
              <a:ext cx="24483" cy="13747"/>
            </a:xfrm>
            <a:custGeom>
              <a:avLst/>
              <a:gdLst>
                <a:gd name="connsiteX0" fmla="*/ 0 w 24483"/>
                <a:gd name="connsiteY0" fmla="*/ 0 h 13747"/>
                <a:gd name="connsiteX1" fmla="*/ 24484 w 24483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83" h="13747">
                  <a:moveTo>
                    <a:pt x="0" y="0"/>
                  </a:moveTo>
                  <a:lnTo>
                    <a:pt x="24484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2B212AF4-7ED5-B763-B17B-B9F7D5DF5676}"/>
                </a:ext>
              </a:extLst>
            </p:cNvPr>
            <p:cNvSpPr/>
            <p:nvPr/>
          </p:nvSpPr>
          <p:spPr>
            <a:xfrm>
              <a:off x="6238127" y="2264753"/>
              <a:ext cx="393769" cy="13747"/>
            </a:xfrm>
            <a:custGeom>
              <a:avLst/>
              <a:gdLst>
                <a:gd name="connsiteX0" fmla="*/ 0 w 393769"/>
                <a:gd name="connsiteY0" fmla="*/ 0 h 13747"/>
                <a:gd name="connsiteX1" fmla="*/ 393770 w 393769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3769" h="13747">
                  <a:moveTo>
                    <a:pt x="0" y="0"/>
                  </a:moveTo>
                  <a:lnTo>
                    <a:pt x="39377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3221B43D-B56D-5256-AEF6-F999FB96CF68}"/>
                </a:ext>
              </a:extLst>
            </p:cNvPr>
            <p:cNvSpPr/>
            <p:nvPr/>
          </p:nvSpPr>
          <p:spPr>
            <a:xfrm>
              <a:off x="6631896" y="2327907"/>
              <a:ext cx="458861" cy="13747"/>
            </a:xfrm>
            <a:custGeom>
              <a:avLst/>
              <a:gdLst>
                <a:gd name="connsiteX0" fmla="*/ 0 w 458861"/>
                <a:gd name="connsiteY0" fmla="*/ 0 h 13747"/>
                <a:gd name="connsiteX1" fmla="*/ 458862 w 458861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8861" h="13747">
                  <a:moveTo>
                    <a:pt x="0" y="0"/>
                  </a:moveTo>
                  <a:lnTo>
                    <a:pt x="458862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8C21B0FB-28F9-10DF-D286-6566E21F1DAE}"/>
                </a:ext>
              </a:extLst>
            </p:cNvPr>
            <p:cNvSpPr/>
            <p:nvPr/>
          </p:nvSpPr>
          <p:spPr>
            <a:xfrm>
              <a:off x="6631896" y="2201600"/>
              <a:ext cx="505037" cy="13747"/>
            </a:xfrm>
            <a:custGeom>
              <a:avLst/>
              <a:gdLst>
                <a:gd name="connsiteX0" fmla="*/ 0 w 505037"/>
                <a:gd name="connsiteY0" fmla="*/ 0 h 13747"/>
                <a:gd name="connsiteX1" fmla="*/ 505038 w 50503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5037" h="13747">
                  <a:moveTo>
                    <a:pt x="0" y="0"/>
                  </a:moveTo>
                  <a:lnTo>
                    <a:pt x="505038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1" name="Freihandform: Form 100">
              <a:extLst>
                <a:ext uri="{FF2B5EF4-FFF2-40B4-BE49-F238E27FC236}">
                  <a16:creationId xmlns:a16="http://schemas.microsoft.com/office/drawing/2014/main" id="{F4EF1CB5-C0DF-9EBE-99BA-97B2213C8D58}"/>
                </a:ext>
              </a:extLst>
            </p:cNvPr>
            <p:cNvSpPr/>
            <p:nvPr/>
          </p:nvSpPr>
          <p:spPr>
            <a:xfrm>
              <a:off x="5225192" y="2075306"/>
              <a:ext cx="1984780" cy="13747"/>
            </a:xfrm>
            <a:custGeom>
              <a:avLst/>
              <a:gdLst>
                <a:gd name="connsiteX0" fmla="*/ 0 w 1984780"/>
                <a:gd name="connsiteY0" fmla="*/ 0 h 13747"/>
                <a:gd name="connsiteX1" fmla="*/ 1984781 w 1984780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84780" h="13747">
                  <a:moveTo>
                    <a:pt x="0" y="0"/>
                  </a:moveTo>
                  <a:lnTo>
                    <a:pt x="1984781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A78DF8AE-3275-A562-8216-E0C8CFCD9098}"/>
                </a:ext>
              </a:extLst>
            </p:cNvPr>
            <p:cNvSpPr/>
            <p:nvPr/>
          </p:nvSpPr>
          <p:spPr>
            <a:xfrm>
              <a:off x="4925387" y="1854277"/>
              <a:ext cx="239015" cy="13747"/>
            </a:xfrm>
            <a:custGeom>
              <a:avLst/>
              <a:gdLst>
                <a:gd name="connsiteX0" fmla="*/ 0 w 239015"/>
                <a:gd name="connsiteY0" fmla="*/ 0 h 13747"/>
                <a:gd name="connsiteX1" fmla="*/ 239015 w 239015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9015" h="13747">
                  <a:moveTo>
                    <a:pt x="0" y="0"/>
                  </a:moveTo>
                  <a:lnTo>
                    <a:pt x="239015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D5AABAA6-B544-4644-E28A-7EC452C8799A}"/>
                </a:ext>
              </a:extLst>
            </p:cNvPr>
            <p:cNvSpPr/>
            <p:nvPr/>
          </p:nvSpPr>
          <p:spPr>
            <a:xfrm>
              <a:off x="5164402" y="1949002"/>
              <a:ext cx="2224390" cy="13747"/>
            </a:xfrm>
            <a:custGeom>
              <a:avLst/>
              <a:gdLst>
                <a:gd name="connsiteX0" fmla="*/ 0 w 2224390"/>
                <a:gd name="connsiteY0" fmla="*/ 0 h 13747"/>
                <a:gd name="connsiteX1" fmla="*/ 2224391 w 2224390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24390" h="13747">
                  <a:moveTo>
                    <a:pt x="0" y="0"/>
                  </a:moveTo>
                  <a:lnTo>
                    <a:pt x="2224391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5764D17B-4783-1FC0-B6A6-21498FB5D8B8}"/>
                </a:ext>
              </a:extLst>
            </p:cNvPr>
            <p:cNvSpPr/>
            <p:nvPr/>
          </p:nvSpPr>
          <p:spPr>
            <a:xfrm>
              <a:off x="5164402" y="1759551"/>
              <a:ext cx="502137" cy="13747"/>
            </a:xfrm>
            <a:custGeom>
              <a:avLst/>
              <a:gdLst>
                <a:gd name="connsiteX0" fmla="*/ 0 w 502137"/>
                <a:gd name="connsiteY0" fmla="*/ 0 h 13747"/>
                <a:gd name="connsiteX1" fmla="*/ 502137 w 50213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2137" h="13747">
                  <a:moveTo>
                    <a:pt x="0" y="0"/>
                  </a:moveTo>
                  <a:lnTo>
                    <a:pt x="502137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98632A31-E791-3477-D7E0-C0A99883D30C}"/>
                </a:ext>
              </a:extLst>
            </p:cNvPr>
            <p:cNvSpPr/>
            <p:nvPr/>
          </p:nvSpPr>
          <p:spPr>
            <a:xfrm>
              <a:off x="5666539" y="1822702"/>
              <a:ext cx="1162709" cy="13747"/>
            </a:xfrm>
            <a:custGeom>
              <a:avLst/>
              <a:gdLst>
                <a:gd name="connsiteX0" fmla="*/ 0 w 1162709"/>
                <a:gd name="connsiteY0" fmla="*/ 0 h 13747"/>
                <a:gd name="connsiteX1" fmla="*/ 1162709 w 1162709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2709" h="13747">
                  <a:moveTo>
                    <a:pt x="0" y="0"/>
                  </a:moveTo>
                  <a:lnTo>
                    <a:pt x="1162709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B76418A2-3C7C-BBC4-56B5-1C0C21D219FA}"/>
                </a:ext>
              </a:extLst>
            </p:cNvPr>
            <p:cNvSpPr/>
            <p:nvPr/>
          </p:nvSpPr>
          <p:spPr>
            <a:xfrm>
              <a:off x="5666539" y="1696401"/>
              <a:ext cx="1317197" cy="13747"/>
            </a:xfrm>
            <a:custGeom>
              <a:avLst/>
              <a:gdLst>
                <a:gd name="connsiteX0" fmla="*/ 0 w 1317197"/>
                <a:gd name="connsiteY0" fmla="*/ 0 h 13747"/>
                <a:gd name="connsiteX1" fmla="*/ 1317198 w 1317197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7197" h="13747">
                  <a:moveTo>
                    <a:pt x="0" y="0"/>
                  </a:moveTo>
                  <a:lnTo>
                    <a:pt x="1317198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55E9A77D-1450-817B-58F4-F19552E559CD}"/>
                </a:ext>
              </a:extLst>
            </p:cNvPr>
            <p:cNvSpPr/>
            <p:nvPr/>
          </p:nvSpPr>
          <p:spPr>
            <a:xfrm>
              <a:off x="4728257" y="1570100"/>
              <a:ext cx="2451856" cy="13747"/>
            </a:xfrm>
            <a:custGeom>
              <a:avLst/>
              <a:gdLst>
                <a:gd name="connsiteX0" fmla="*/ 0 w 2451856"/>
                <a:gd name="connsiteY0" fmla="*/ 0 h 13747"/>
                <a:gd name="connsiteX1" fmla="*/ 2451856 w 2451856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51856" h="13747">
                  <a:moveTo>
                    <a:pt x="0" y="0"/>
                  </a:moveTo>
                  <a:lnTo>
                    <a:pt x="2451856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C4AAEFD6-7B47-4216-A429-B8DC07A0F62C}"/>
                </a:ext>
              </a:extLst>
            </p:cNvPr>
            <p:cNvSpPr/>
            <p:nvPr/>
          </p:nvSpPr>
          <p:spPr>
            <a:xfrm>
              <a:off x="4723370" y="1866520"/>
              <a:ext cx="13747" cy="3682051"/>
            </a:xfrm>
            <a:custGeom>
              <a:avLst/>
              <a:gdLst>
                <a:gd name="connsiteX0" fmla="*/ 0 w 13747"/>
                <a:gd name="connsiteY0" fmla="*/ 3682052 h 3682051"/>
                <a:gd name="connsiteX1" fmla="*/ 0 w 13747"/>
                <a:gd name="connsiteY1" fmla="*/ 0 h 3682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3682051">
                  <a:moveTo>
                    <a:pt x="0" y="3682052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09" name="Freihandform: Form 108">
              <a:extLst>
                <a:ext uri="{FF2B5EF4-FFF2-40B4-BE49-F238E27FC236}">
                  <a16:creationId xmlns:a16="http://schemas.microsoft.com/office/drawing/2014/main" id="{B991B628-1C9D-177E-45F4-5470F2CB3F29}"/>
                </a:ext>
              </a:extLst>
            </p:cNvPr>
            <p:cNvSpPr/>
            <p:nvPr/>
          </p:nvSpPr>
          <p:spPr>
            <a:xfrm>
              <a:off x="7177433" y="4222411"/>
              <a:ext cx="13747" cy="698581"/>
            </a:xfrm>
            <a:custGeom>
              <a:avLst/>
              <a:gdLst>
                <a:gd name="connsiteX0" fmla="*/ 0 w 13747"/>
                <a:gd name="connsiteY0" fmla="*/ 698582 h 698581"/>
                <a:gd name="connsiteX1" fmla="*/ 0 w 13747"/>
                <a:gd name="connsiteY1" fmla="*/ 0 h 69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698581">
                  <a:moveTo>
                    <a:pt x="0" y="698582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0" name="Freihandform: Form 109">
              <a:extLst>
                <a:ext uri="{FF2B5EF4-FFF2-40B4-BE49-F238E27FC236}">
                  <a16:creationId xmlns:a16="http://schemas.microsoft.com/office/drawing/2014/main" id="{1F960E50-8DF0-3CB5-FBAF-E910CBC0F839}"/>
                </a:ext>
              </a:extLst>
            </p:cNvPr>
            <p:cNvSpPr/>
            <p:nvPr/>
          </p:nvSpPr>
          <p:spPr>
            <a:xfrm>
              <a:off x="7305500" y="4672364"/>
              <a:ext cx="13747" cy="497311"/>
            </a:xfrm>
            <a:custGeom>
              <a:avLst/>
              <a:gdLst>
                <a:gd name="connsiteX0" fmla="*/ 0 w 13747"/>
                <a:gd name="connsiteY0" fmla="*/ 497312 h 497311"/>
                <a:gd name="connsiteX1" fmla="*/ 0 w 13747"/>
                <a:gd name="connsiteY1" fmla="*/ 0 h 49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497311">
                  <a:moveTo>
                    <a:pt x="0" y="497312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96B644A8-4F61-ED4A-C204-A6044C344FD7}"/>
                </a:ext>
              </a:extLst>
            </p:cNvPr>
            <p:cNvSpPr/>
            <p:nvPr/>
          </p:nvSpPr>
          <p:spPr>
            <a:xfrm>
              <a:off x="7056555" y="4096117"/>
              <a:ext cx="13747" cy="475605"/>
            </a:xfrm>
            <a:custGeom>
              <a:avLst/>
              <a:gdLst>
                <a:gd name="connsiteX0" fmla="*/ 0 w 13747"/>
                <a:gd name="connsiteY0" fmla="*/ 475606 h 475605"/>
                <a:gd name="connsiteX1" fmla="*/ 0 w 13747"/>
                <a:gd name="connsiteY1" fmla="*/ 0 h 475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475605">
                  <a:moveTo>
                    <a:pt x="0" y="475606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3317C820-B5BB-62B0-B5D2-E3C0712D9EA5}"/>
                </a:ext>
              </a:extLst>
            </p:cNvPr>
            <p:cNvSpPr/>
            <p:nvPr/>
          </p:nvSpPr>
          <p:spPr>
            <a:xfrm>
              <a:off x="7391474" y="4490808"/>
              <a:ext cx="13747" cy="363113"/>
            </a:xfrm>
            <a:custGeom>
              <a:avLst/>
              <a:gdLst>
                <a:gd name="connsiteX0" fmla="*/ 0 w 13747"/>
                <a:gd name="connsiteY0" fmla="*/ 363114 h 363113"/>
                <a:gd name="connsiteX1" fmla="*/ 0 w 13747"/>
                <a:gd name="connsiteY1" fmla="*/ 0 h 36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363113">
                  <a:moveTo>
                    <a:pt x="0" y="363114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2C122646-6F51-3348-FB00-7C466A177763}"/>
                </a:ext>
              </a:extLst>
            </p:cNvPr>
            <p:cNvSpPr/>
            <p:nvPr/>
          </p:nvSpPr>
          <p:spPr>
            <a:xfrm>
              <a:off x="7477764" y="4348718"/>
              <a:ext cx="13747" cy="284178"/>
            </a:xfrm>
            <a:custGeom>
              <a:avLst/>
              <a:gdLst>
                <a:gd name="connsiteX0" fmla="*/ 0 w 13747"/>
                <a:gd name="connsiteY0" fmla="*/ 284178 h 284178"/>
                <a:gd name="connsiteX1" fmla="*/ 0 w 13747"/>
                <a:gd name="connsiteY1" fmla="*/ 0 h 284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284178">
                  <a:moveTo>
                    <a:pt x="0" y="284178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4" name="Freihandform: Form 113">
              <a:extLst>
                <a:ext uri="{FF2B5EF4-FFF2-40B4-BE49-F238E27FC236}">
                  <a16:creationId xmlns:a16="http://schemas.microsoft.com/office/drawing/2014/main" id="{427CCAF0-B01F-A020-BF10-5DBDF84AABDE}"/>
                </a:ext>
              </a:extLst>
            </p:cNvPr>
            <p:cNvSpPr/>
            <p:nvPr/>
          </p:nvSpPr>
          <p:spPr>
            <a:xfrm>
              <a:off x="7834169" y="4538166"/>
              <a:ext cx="13747" cy="189447"/>
            </a:xfrm>
            <a:custGeom>
              <a:avLst/>
              <a:gdLst>
                <a:gd name="connsiteX0" fmla="*/ 0 w 13747"/>
                <a:gd name="connsiteY0" fmla="*/ 189448 h 189447"/>
                <a:gd name="connsiteX1" fmla="*/ 0 w 13747"/>
                <a:gd name="connsiteY1" fmla="*/ 0 h 18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89447">
                  <a:moveTo>
                    <a:pt x="0" y="189448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5" name="Freihandform: Form 114">
              <a:extLst>
                <a:ext uri="{FF2B5EF4-FFF2-40B4-BE49-F238E27FC236}">
                  <a16:creationId xmlns:a16="http://schemas.microsoft.com/office/drawing/2014/main" id="{526E2252-0211-C51F-E829-9A9A606C31AB}"/>
                </a:ext>
              </a:extLst>
            </p:cNvPr>
            <p:cNvSpPr/>
            <p:nvPr/>
          </p:nvSpPr>
          <p:spPr>
            <a:xfrm>
              <a:off x="7914080" y="4475012"/>
              <a:ext cx="13747" cy="126307"/>
            </a:xfrm>
            <a:custGeom>
              <a:avLst/>
              <a:gdLst>
                <a:gd name="connsiteX0" fmla="*/ 0 w 13747"/>
                <a:gd name="connsiteY0" fmla="*/ 126307 h 126307"/>
                <a:gd name="connsiteX1" fmla="*/ 0 w 13747"/>
                <a:gd name="connsiteY1" fmla="*/ 0 h 12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307">
                  <a:moveTo>
                    <a:pt x="0" y="126307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9C0162F5-1F34-F57C-79D2-DEB6D807234D}"/>
                </a:ext>
              </a:extLst>
            </p:cNvPr>
            <p:cNvSpPr/>
            <p:nvPr/>
          </p:nvSpPr>
          <p:spPr>
            <a:xfrm>
              <a:off x="7717636" y="5043369"/>
              <a:ext cx="13747" cy="252601"/>
            </a:xfrm>
            <a:custGeom>
              <a:avLst/>
              <a:gdLst>
                <a:gd name="connsiteX0" fmla="*/ 0 w 13747"/>
                <a:gd name="connsiteY0" fmla="*/ 252601 h 252601"/>
                <a:gd name="connsiteX1" fmla="*/ 0 w 13747"/>
                <a:gd name="connsiteY1" fmla="*/ 0 h 25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252601">
                  <a:moveTo>
                    <a:pt x="0" y="252601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1E31EEEA-0FC6-838A-0A94-C8D64D9E6FC4}"/>
                </a:ext>
              </a:extLst>
            </p:cNvPr>
            <p:cNvSpPr/>
            <p:nvPr/>
          </p:nvSpPr>
          <p:spPr>
            <a:xfrm>
              <a:off x="7751687" y="5232817"/>
              <a:ext cx="13747" cy="126307"/>
            </a:xfrm>
            <a:custGeom>
              <a:avLst/>
              <a:gdLst>
                <a:gd name="connsiteX0" fmla="*/ 0 w 13747"/>
                <a:gd name="connsiteY0" fmla="*/ 126307 h 126307"/>
                <a:gd name="connsiteX1" fmla="*/ 0 w 13747"/>
                <a:gd name="connsiteY1" fmla="*/ 0 h 12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307">
                  <a:moveTo>
                    <a:pt x="0" y="126307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3711EA18-8FDA-8EF9-14D1-8BF69C2B5DD3}"/>
                </a:ext>
              </a:extLst>
            </p:cNvPr>
            <p:cNvSpPr/>
            <p:nvPr/>
          </p:nvSpPr>
          <p:spPr>
            <a:xfrm>
              <a:off x="7765654" y="4980215"/>
              <a:ext cx="13747" cy="126307"/>
            </a:xfrm>
            <a:custGeom>
              <a:avLst/>
              <a:gdLst>
                <a:gd name="connsiteX0" fmla="*/ 0 w 13747"/>
                <a:gd name="connsiteY0" fmla="*/ 126307 h 126307"/>
                <a:gd name="connsiteX1" fmla="*/ 0 w 13747"/>
                <a:gd name="connsiteY1" fmla="*/ 0 h 12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307">
                  <a:moveTo>
                    <a:pt x="0" y="126307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18AECEE2-844E-58BA-A2E1-A4AA521FF088}"/>
                </a:ext>
              </a:extLst>
            </p:cNvPr>
            <p:cNvSpPr/>
            <p:nvPr/>
          </p:nvSpPr>
          <p:spPr>
            <a:xfrm>
              <a:off x="6362482" y="3780362"/>
              <a:ext cx="13747" cy="371485"/>
            </a:xfrm>
            <a:custGeom>
              <a:avLst/>
              <a:gdLst>
                <a:gd name="connsiteX0" fmla="*/ 0 w 13747"/>
                <a:gd name="connsiteY0" fmla="*/ 371486 h 371485"/>
                <a:gd name="connsiteX1" fmla="*/ 0 w 13747"/>
                <a:gd name="connsiteY1" fmla="*/ 0 h 37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371485">
                  <a:moveTo>
                    <a:pt x="0" y="371486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C1B7BBD8-A4C9-C8FA-2BB1-871CB08C9DC3}"/>
                </a:ext>
              </a:extLst>
            </p:cNvPr>
            <p:cNvSpPr/>
            <p:nvPr/>
          </p:nvSpPr>
          <p:spPr>
            <a:xfrm>
              <a:off x="6784571" y="3969810"/>
              <a:ext cx="13747" cy="364089"/>
            </a:xfrm>
            <a:custGeom>
              <a:avLst/>
              <a:gdLst>
                <a:gd name="connsiteX0" fmla="*/ 0 w 13747"/>
                <a:gd name="connsiteY0" fmla="*/ 364090 h 364089"/>
                <a:gd name="connsiteX1" fmla="*/ 0 w 13747"/>
                <a:gd name="connsiteY1" fmla="*/ 0 h 364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364089">
                  <a:moveTo>
                    <a:pt x="0" y="364090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2F63D721-018B-3202-D94E-78BF8CBC462D}"/>
                </a:ext>
              </a:extLst>
            </p:cNvPr>
            <p:cNvSpPr/>
            <p:nvPr/>
          </p:nvSpPr>
          <p:spPr>
            <a:xfrm>
              <a:off x="6274419" y="2833110"/>
              <a:ext cx="13747" cy="126293"/>
            </a:xfrm>
            <a:custGeom>
              <a:avLst/>
              <a:gdLst>
                <a:gd name="connsiteX0" fmla="*/ 0 w 13747"/>
                <a:gd name="connsiteY0" fmla="*/ 126294 h 126293"/>
                <a:gd name="connsiteX1" fmla="*/ 0 w 13747"/>
                <a:gd name="connsiteY1" fmla="*/ 0 h 126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293">
                  <a:moveTo>
                    <a:pt x="0" y="126294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2819F7B7-4DD6-B304-B214-8C2F846DD8FF}"/>
                </a:ext>
              </a:extLst>
            </p:cNvPr>
            <p:cNvSpPr/>
            <p:nvPr/>
          </p:nvSpPr>
          <p:spPr>
            <a:xfrm>
              <a:off x="6631896" y="2201600"/>
              <a:ext cx="13747" cy="126307"/>
            </a:xfrm>
            <a:custGeom>
              <a:avLst/>
              <a:gdLst>
                <a:gd name="connsiteX0" fmla="*/ 0 w 13747"/>
                <a:gd name="connsiteY0" fmla="*/ 126308 h 126307"/>
                <a:gd name="connsiteX1" fmla="*/ 0 w 13747"/>
                <a:gd name="connsiteY1" fmla="*/ 0 h 12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307">
                  <a:moveTo>
                    <a:pt x="0" y="126308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3B48F709-58C4-7744-A3F8-0A0895CA6073}"/>
                </a:ext>
              </a:extLst>
            </p:cNvPr>
            <p:cNvSpPr/>
            <p:nvPr/>
          </p:nvSpPr>
          <p:spPr>
            <a:xfrm>
              <a:off x="7096449" y="2517355"/>
              <a:ext cx="13747" cy="189447"/>
            </a:xfrm>
            <a:custGeom>
              <a:avLst/>
              <a:gdLst>
                <a:gd name="connsiteX0" fmla="*/ 0 w 13747"/>
                <a:gd name="connsiteY0" fmla="*/ 189448 h 189447"/>
                <a:gd name="connsiteX1" fmla="*/ 0 w 13747"/>
                <a:gd name="connsiteY1" fmla="*/ 0 h 18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89447">
                  <a:moveTo>
                    <a:pt x="0" y="189448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2A49ECCA-1605-C31F-DE30-257A10E97342}"/>
                </a:ext>
              </a:extLst>
            </p:cNvPr>
            <p:cNvSpPr/>
            <p:nvPr/>
          </p:nvSpPr>
          <p:spPr>
            <a:xfrm>
              <a:off x="7390402" y="2454201"/>
              <a:ext cx="13747" cy="126307"/>
            </a:xfrm>
            <a:custGeom>
              <a:avLst/>
              <a:gdLst>
                <a:gd name="connsiteX0" fmla="*/ 0 w 13747"/>
                <a:gd name="connsiteY0" fmla="*/ 126307 h 126307"/>
                <a:gd name="connsiteX1" fmla="*/ 0 w 13747"/>
                <a:gd name="connsiteY1" fmla="*/ 0 h 12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307">
                  <a:moveTo>
                    <a:pt x="0" y="126307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5" name="Freihandform: Form 124">
              <a:extLst>
                <a:ext uri="{FF2B5EF4-FFF2-40B4-BE49-F238E27FC236}">
                  <a16:creationId xmlns:a16="http://schemas.microsoft.com/office/drawing/2014/main" id="{1B0BF388-D05D-5430-9276-94425132EE4E}"/>
                </a:ext>
              </a:extLst>
            </p:cNvPr>
            <p:cNvSpPr/>
            <p:nvPr/>
          </p:nvSpPr>
          <p:spPr>
            <a:xfrm>
              <a:off x="5850516" y="2438419"/>
              <a:ext cx="13747" cy="859504"/>
            </a:xfrm>
            <a:custGeom>
              <a:avLst/>
              <a:gdLst>
                <a:gd name="connsiteX0" fmla="*/ 0 w 13747"/>
                <a:gd name="connsiteY0" fmla="*/ 859505 h 859504"/>
                <a:gd name="connsiteX1" fmla="*/ 0 w 13747"/>
                <a:gd name="connsiteY1" fmla="*/ 0 h 859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859504">
                  <a:moveTo>
                    <a:pt x="0" y="859505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9366D011-57F9-DBCB-C347-CC9AFE3D2ADE}"/>
                </a:ext>
              </a:extLst>
            </p:cNvPr>
            <p:cNvSpPr/>
            <p:nvPr/>
          </p:nvSpPr>
          <p:spPr>
            <a:xfrm>
              <a:off x="6238127" y="2264753"/>
              <a:ext cx="13747" cy="347332"/>
            </a:xfrm>
            <a:custGeom>
              <a:avLst/>
              <a:gdLst>
                <a:gd name="connsiteX0" fmla="*/ 0 w 13747"/>
                <a:gd name="connsiteY0" fmla="*/ 347332 h 347332"/>
                <a:gd name="connsiteX1" fmla="*/ 0 w 13747"/>
                <a:gd name="connsiteY1" fmla="*/ 0 h 34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347332">
                  <a:moveTo>
                    <a:pt x="0" y="347332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D342CB88-6F7F-7400-37EF-051EA7B240EF}"/>
                </a:ext>
              </a:extLst>
            </p:cNvPr>
            <p:cNvSpPr/>
            <p:nvPr/>
          </p:nvSpPr>
          <p:spPr>
            <a:xfrm>
              <a:off x="6254128" y="3433030"/>
              <a:ext cx="13747" cy="533081"/>
            </a:xfrm>
            <a:custGeom>
              <a:avLst/>
              <a:gdLst>
                <a:gd name="connsiteX0" fmla="*/ 0 w 13747"/>
                <a:gd name="connsiteY0" fmla="*/ 533082 h 533081"/>
                <a:gd name="connsiteX1" fmla="*/ 0 w 13747"/>
                <a:gd name="connsiteY1" fmla="*/ 0 h 53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533081">
                  <a:moveTo>
                    <a:pt x="0" y="533082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8" name="Freihandform: Form 127">
              <a:extLst>
                <a:ext uri="{FF2B5EF4-FFF2-40B4-BE49-F238E27FC236}">
                  <a16:creationId xmlns:a16="http://schemas.microsoft.com/office/drawing/2014/main" id="{8ABE4238-EE42-C322-8067-B2BFE9CB1BA3}"/>
                </a:ext>
              </a:extLst>
            </p:cNvPr>
            <p:cNvSpPr/>
            <p:nvPr/>
          </p:nvSpPr>
          <p:spPr>
            <a:xfrm>
              <a:off x="6074661" y="2896264"/>
              <a:ext cx="13747" cy="803279"/>
            </a:xfrm>
            <a:custGeom>
              <a:avLst/>
              <a:gdLst>
                <a:gd name="connsiteX0" fmla="*/ 0 w 13747"/>
                <a:gd name="connsiteY0" fmla="*/ 803279 h 803279"/>
                <a:gd name="connsiteX1" fmla="*/ 0 w 13747"/>
                <a:gd name="connsiteY1" fmla="*/ 0 h 803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803279">
                  <a:moveTo>
                    <a:pt x="0" y="803279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29" name="Freihandform: Form 128">
              <a:extLst>
                <a:ext uri="{FF2B5EF4-FFF2-40B4-BE49-F238E27FC236}">
                  <a16:creationId xmlns:a16="http://schemas.microsoft.com/office/drawing/2014/main" id="{24FE0D46-5E06-B4E8-5D45-B9BEC9A5D742}"/>
                </a:ext>
              </a:extLst>
            </p:cNvPr>
            <p:cNvSpPr/>
            <p:nvPr/>
          </p:nvSpPr>
          <p:spPr>
            <a:xfrm>
              <a:off x="5225192" y="2075306"/>
              <a:ext cx="13747" cy="792872"/>
            </a:xfrm>
            <a:custGeom>
              <a:avLst/>
              <a:gdLst>
                <a:gd name="connsiteX0" fmla="*/ 0 w 13747"/>
                <a:gd name="connsiteY0" fmla="*/ 792873 h 792872"/>
                <a:gd name="connsiteX1" fmla="*/ 0 w 13747"/>
                <a:gd name="connsiteY1" fmla="*/ 0 h 79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792872">
                  <a:moveTo>
                    <a:pt x="0" y="792873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CB39918F-F2D3-DEB6-B29E-4B3F341E469D}"/>
                </a:ext>
              </a:extLst>
            </p:cNvPr>
            <p:cNvSpPr/>
            <p:nvPr/>
          </p:nvSpPr>
          <p:spPr>
            <a:xfrm>
              <a:off x="4925387" y="1854277"/>
              <a:ext cx="13747" cy="617437"/>
            </a:xfrm>
            <a:custGeom>
              <a:avLst/>
              <a:gdLst>
                <a:gd name="connsiteX0" fmla="*/ 0 w 13747"/>
                <a:gd name="connsiteY0" fmla="*/ 617437 h 617437"/>
                <a:gd name="connsiteX1" fmla="*/ 0 w 13747"/>
                <a:gd name="connsiteY1" fmla="*/ 0 h 617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617437">
                  <a:moveTo>
                    <a:pt x="0" y="617437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DA2880DA-C699-9FE6-91D0-D29994296274}"/>
                </a:ext>
              </a:extLst>
            </p:cNvPr>
            <p:cNvSpPr/>
            <p:nvPr/>
          </p:nvSpPr>
          <p:spPr>
            <a:xfrm>
              <a:off x="4728257" y="1570100"/>
              <a:ext cx="13747" cy="592897"/>
            </a:xfrm>
            <a:custGeom>
              <a:avLst/>
              <a:gdLst>
                <a:gd name="connsiteX0" fmla="*/ 0 w 13747"/>
                <a:gd name="connsiteY0" fmla="*/ 592898 h 592897"/>
                <a:gd name="connsiteX1" fmla="*/ 0 w 13747"/>
                <a:gd name="connsiteY1" fmla="*/ 0 h 592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592897">
                  <a:moveTo>
                    <a:pt x="0" y="592898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2" name="Freihandform: Form 131">
              <a:extLst>
                <a:ext uri="{FF2B5EF4-FFF2-40B4-BE49-F238E27FC236}">
                  <a16:creationId xmlns:a16="http://schemas.microsoft.com/office/drawing/2014/main" id="{ED06BCB4-1524-06A8-FDCF-38AEE2733CA3}"/>
                </a:ext>
              </a:extLst>
            </p:cNvPr>
            <p:cNvSpPr/>
            <p:nvPr/>
          </p:nvSpPr>
          <p:spPr>
            <a:xfrm>
              <a:off x="5164402" y="1759551"/>
              <a:ext cx="13747" cy="189451"/>
            </a:xfrm>
            <a:custGeom>
              <a:avLst/>
              <a:gdLst>
                <a:gd name="connsiteX0" fmla="*/ 0 w 13747"/>
                <a:gd name="connsiteY0" fmla="*/ 189452 h 189451"/>
                <a:gd name="connsiteX1" fmla="*/ 0 w 13747"/>
                <a:gd name="connsiteY1" fmla="*/ 0 h 189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89451">
                  <a:moveTo>
                    <a:pt x="0" y="189452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B2759E1C-0DC0-A74C-A47A-CA7298840841}"/>
                </a:ext>
              </a:extLst>
            </p:cNvPr>
            <p:cNvSpPr/>
            <p:nvPr/>
          </p:nvSpPr>
          <p:spPr>
            <a:xfrm>
              <a:off x="5666539" y="1696401"/>
              <a:ext cx="13747" cy="126300"/>
            </a:xfrm>
            <a:custGeom>
              <a:avLst/>
              <a:gdLst>
                <a:gd name="connsiteX0" fmla="*/ 0 w 13747"/>
                <a:gd name="connsiteY0" fmla="*/ 126301 h 126300"/>
                <a:gd name="connsiteX1" fmla="*/ 0 w 13747"/>
                <a:gd name="connsiteY1" fmla="*/ 0 h 12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300">
                  <a:moveTo>
                    <a:pt x="0" y="126301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203013DA-1C59-4A2B-0371-44A18F6FC898}"/>
                </a:ext>
              </a:extLst>
            </p:cNvPr>
            <p:cNvSpPr/>
            <p:nvPr/>
          </p:nvSpPr>
          <p:spPr>
            <a:xfrm>
              <a:off x="7627744" y="3717208"/>
              <a:ext cx="13747" cy="126307"/>
            </a:xfrm>
            <a:custGeom>
              <a:avLst/>
              <a:gdLst>
                <a:gd name="connsiteX0" fmla="*/ 0 w 13747"/>
                <a:gd name="connsiteY0" fmla="*/ 126307 h 126307"/>
                <a:gd name="connsiteX1" fmla="*/ 0 w 13747"/>
                <a:gd name="connsiteY1" fmla="*/ 0 h 12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307">
                  <a:moveTo>
                    <a:pt x="0" y="126307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A84B9494-B810-5610-BB51-CCE79A6EC9EF}"/>
                </a:ext>
              </a:extLst>
            </p:cNvPr>
            <p:cNvSpPr/>
            <p:nvPr/>
          </p:nvSpPr>
          <p:spPr>
            <a:xfrm>
              <a:off x="6486205" y="3275159"/>
              <a:ext cx="13747" cy="315755"/>
            </a:xfrm>
            <a:custGeom>
              <a:avLst/>
              <a:gdLst>
                <a:gd name="connsiteX0" fmla="*/ 0 w 13747"/>
                <a:gd name="connsiteY0" fmla="*/ 315755 h 315755"/>
                <a:gd name="connsiteX1" fmla="*/ 0 w 13747"/>
                <a:gd name="connsiteY1" fmla="*/ 0 h 315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315755">
                  <a:moveTo>
                    <a:pt x="0" y="315755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3F6783BB-E54A-C80C-2610-7C20044488E5}"/>
                </a:ext>
              </a:extLst>
            </p:cNvPr>
            <p:cNvSpPr/>
            <p:nvPr/>
          </p:nvSpPr>
          <p:spPr>
            <a:xfrm>
              <a:off x="6770013" y="3148865"/>
              <a:ext cx="13747" cy="252601"/>
            </a:xfrm>
            <a:custGeom>
              <a:avLst/>
              <a:gdLst>
                <a:gd name="connsiteX0" fmla="*/ 0 w 13747"/>
                <a:gd name="connsiteY0" fmla="*/ 252601 h 252601"/>
                <a:gd name="connsiteX1" fmla="*/ 0 w 13747"/>
                <a:gd name="connsiteY1" fmla="*/ 0 h 25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252601">
                  <a:moveTo>
                    <a:pt x="0" y="252601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4DD4507D-26A6-B5D7-0A9A-A63DA6FC120C}"/>
                </a:ext>
              </a:extLst>
            </p:cNvPr>
            <p:cNvSpPr/>
            <p:nvPr/>
          </p:nvSpPr>
          <p:spPr>
            <a:xfrm>
              <a:off x="7502577" y="3085711"/>
              <a:ext cx="13747" cy="126293"/>
            </a:xfrm>
            <a:custGeom>
              <a:avLst/>
              <a:gdLst>
                <a:gd name="connsiteX0" fmla="*/ 0 w 13747"/>
                <a:gd name="connsiteY0" fmla="*/ 126294 h 126293"/>
                <a:gd name="connsiteX1" fmla="*/ 0 w 13747"/>
                <a:gd name="connsiteY1" fmla="*/ 0 h 126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293">
                  <a:moveTo>
                    <a:pt x="0" y="126294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8" name="Freihandform: Form 137">
              <a:extLst>
                <a:ext uri="{FF2B5EF4-FFF2-40B4-BE49-F238E27FC236}">
                  <a16:creationId xmlns:a16="http://schemas.microsoft.com/office/drawing/2014/main" id="{283DDBBB-5D0C-8006-5BDE-95E4E8C96F5F}"/>
                </a:ext>
              </a:extLst>
            </p:cNvPr>
            <p:cNvSpPr/>
            <p:nvPr/>
          </p:nvSpPr>
          <p:spPr>
            <a:xfrm>
              <a:off x="7792227" y="3338313"/>
              <a:ext cx="13747" cy="126293"/>
            </a:xfrm>
            <a:custGeom>
              <a:avLst/>
              <a:gdLst>
                <a:gd name="connsiteX0" fmla="*/ 0 w 13747"/>
                <a:gd name="connsiteY0" fmla="*/ 126294 h 126293"/>
                <a:gd name="connsiteX1" fmla="*/ 0 w 13747"/>
                <a:gd name="connsiteY1" fmla="*/ 0 h 126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293">
                  <a:moveTo>
                    <a:pt x="0" y="126294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372C122E-20BF-9A32-B22A-2804E472543D}"/>
                </a:ext>
              </a:extLst>
            </p:cNvPr>
            <p:cNvSpPr/>
            <p:nvPr/>
          </p:nvSpPr>
          <p:spPr>
            <a:xfrm>
              <a:off x="6098663" y="5485418"/>
              <a:ext cx="13747" cy="126307"/>
            </a:xfrm>
            <a:custGeom>
              <a:avLst/>
              <a:gdLst>
                <a:gd name="connsiteX0" fmla="*/ 0 w 13747"/>
                <a:gd name="connsiteY0" fmla="*/ 126307 h 126307"/>
                <a:gd name="connsiteX1" fmla="*/ 0 w 13747"/>
                <a:gd name="connsiteY1" fmla="*/ 0 h 12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47" h="126307">
                  <a:moveTo>
                    <a:pt x="0" y="126307"/>
                  </a:moveTo>
                  <a:lnTo>
                    <a:pt x="0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grpSp>
          <p:nvGrpSpPr>
            <p:cNvPr id="140" name="Grafik 4">
              <a:extLst>
                <a:ext uri="{FF2B5EF4-FFF2-40B4-BE49-F238E27FC236}">
                  <a16:creationId xmlns:a16="http://schemas.microsoft.com/office/drawing/2014/main" id="{161BD1CB-4265-5843-BBD1-42ED46D2BE28}"/>
                </a:ext>
              </a:extLst>
            </p:cNvPr>
            <p:cNvGrpSpPr/>
            <p:nvPr/>
          </p:nvGrpSpPr>
          <p:grpSpPr>
            <a:xfrm>
              <a:off x="7385679" y="1912805"/>
              <a:ext cx="661928" cy="72332"/>
              <a:chOff x="7385679" y="1912805"/>
              <a:chExt cx="661928" cy="72332"/>
            </a:xfrm>
            <a:solidFill>
              <a:srgbClr val="000000"/>
            </a:solidFill>
          </p:grpSpPr>
          <p:sp>
            <p:nvSpPr>
              <p:cNvPr id="141" name="Freihandform: Form 140">
                <a:extLst>
                  <a:ext uri="{FF2B5EF4-FFF2-40B4-BE49-F238E27FC236}">
                    <a16:creationId xmlns:a16="http://schemas.microsoft.com/office/drawing/2014/main" id="{9252E695-7E86-9B70-1BDA-0A9BAAFD0A66}"/>
                  </a:ext>
                </a:extLst>
              </p:cNvPr>
              <p:cNvSpPr/>
              <p:nvPr/>
            </p:nvSpPr>
            <p:spPr>
              <a:xfrm>
                <a:off x="7385679" y="1913128"/>
                <a:ext cx="79206" cy="70829"/>
              </a:xfrm>
              <a:custGeom>
                <a:avLst/>
                <a:gdLst>
                  <a:gd name="connsiteX0" fmla="*/ 265 w 79206"/>
                  <a:gd name="connsiteY0" fmla="*/ 70930 h 70829"/>
                  <a:gd name="connsiteX1" fmla="*/ 34096 w 79206"/>
                  <a:gd name="connsiteY1" fmla="*/ 35113 h 70829"/>
                  <a:gd name="connsiteX2" fmla="*/ 14012 w 79206"/>
                  <a:gd name="connsiteY2" fmla="*/ 101 h 70829"/>
                  <a:gd name="connsiteX3" fmla="*/ 24430 w 79206"/>
                  <a:gd name="connsiteY3" fmla="*/ 101 h 70829"/>
                  <a:gd name="connsiteX4" fmla="*/ 33559 w 79206"/>
                  <a:gd name="connsiteY4" fmla="*/ 16103 h 70829"/>
                  <a:gd name="connsiteX5" fmla="*/ 37747 w 79206"/>
                  <a:gd name="connsiteY5" fmla="*/ 23514 h 70829"/>
                  <a:gd name="connsiteX6" fmla="*/ 40486 w 79206"/>
                  <a:gd name="connsiteY6" fmla="*/ 29152 h 70829"/>
                  <a:gd name="connsiteX7" fmla="*/ 51548 w 79206"/>
                  <a:gd name="connsiteY7" fmla="*/ 16479 h 70829"/>
                  <a:gd name="connsiteX8" fmla="*/ 67121 w 79206"/>
                  <a:gd name="connsiteY8" fmla="*/ 101 h 70829"/>
                  <a:gd name="connsiteX9" fmla="*/ 79472 w 79206"/>
                  <a:gd name="connsiteY9" fmla="*/ 101 h 70829"/>
                  <a:gd name="connsiteX10" fmla="*/ 45211 w 79206"/>
                  <a:gd name="connsiteY10" fmla="*/ 36670 h 70829"/>
                  <a:gd name="connsiteX11" fmla="*/ 64651 w 79206"/>
                  <a:gd name="connsiteY11" fmla="*/ 70930 h 70829"/>
                  <a:gd name="connsiteX12" fmla="*/ 54340 w 79206"/>
                  <a:gd name="connsiteY12" fmla="*/ 70930 h 70829"/>
                  <a:gd name="connsiteX13" fmla="*/ 42849 w 79206"/>
                  <a:gd name="connsiteY13" fmla="*/ 50202 h 70829"/>
                  <a:gd name="connsiteX14" fmla="*/ 38929 w 79206"/>
                  <a:gd name="connsiteY14" fmla="*/ 42362 h 70829"/>
                  <a:gd name="connsiteX15" fmla="*/ 32592 w 79206"/>
                  <a:gd name="connsiteY15" fmla="*/ 49880 h 70829"/>
                  <a:gd name="connsiteX16" fmla="*/ 12777 w 79206"/>
                  <a:gd name="connsiteY16" fmla="*/ 70930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65" y="70930"/>
                    </a:moveTo>
                    <a:lnTo>
                      <a:pt x="34096" y="35113"/>
                    </a:lnTo>
                    <a:lnTo>
                      <a:pt x="14012" y="101"/>
                    </a:lnTo>
                    <a:lnTo>
                      <a:pt x="24430" y="101"/>
                    </a:lnTo>
                    <a:lnTo>
                      <a:pt x="33559" y="16103"/>
                    </a:lnTo>
                    <a:cubicBezTo>
                      <a:pt x="35975" y="20345"/>
                      <a:pt x="37371" y="22816"/>
                      <a:pt x="37747" y="23514"/>
                    </a:cubicBezTo>
                    <a:cubicBezTo>
                      <a:pt x="38553" y="25125"/>
                      <a:pt x="39519" y="27004"/>
                      <a:pt x="40486" y="29152"/>
                    </a:cubicBezTo>
                    <a:cubicBezTo>
                      <a:pt x="42902" y="25930"/>
                      <a:pt x="46554" y="21742"/>
                      <a:pt x="51548" y="16479"/>
                    </a:cubicBezTo>
                    <a:lnTo>
                      <a:pt x="67121" y="101"/>
                    </a:lnTo>
                    <a:lnTo>
                      <a:pt x="79472" y="101"/>
                    </a:lnTo>
                    <a:lnTo>
                      <a:pt x="45211" y="36670"/>
                    </a:lnTo>
                    <a:lnTo>
                      <a:pt x="64651" y="70930"/>
                    </a:lnTo>
                    <a:lnTo>
                      <a:pt x="54340" y="70930"/>
                    </a:lnTo>
                    <a:lnTo>
                      <a:pt x="42849" y="50202"/>
                    </a:lnTo>
                    <a:cubicBezTo>
                      <a:pt x="41721" y="48162"/>
                      <a:pt x="40432" y="45584"/>
                      <a:pt x="38929" y="42362"/>
                    </a:cubicBezTo>
                    <a:cubicBezTo>
                      <a:pt x="37210" y="44725"/>
                      <a:pt x="35062" y="47195"/>
                      <a:pt x="32592" y="49880"/>
                    </a:cubicBezTo>
                    <a:lnTo>
                      <a:pt x="12777" y="7093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2" name="Freihandform: Form 141">
                <a:extLst>
                  <a:ext uri="{FF2B5EF4-FFF2-40B4-BE49-F238E27FC236}">
                    <a16:creationId xmlns:a16="http://schemas.microsoft.com/office/drawing/2014/main" id="{BC2ACBD6-BAF7-5849-6D34-EEC9A15EC5A9}"/>
                  </a:ext>
                </a:extLst>
              </p:cNvPr>
              <p:cNvSpPr/>
              <p:nvPr/>
            </p:nvSpPr>
            <p:spPr>
              <a:xfrm>
                <a:off x="7459049" y="1913128"/>
                <a:ext cx="64815" cy="70829"/>
              </a:xfrm>
              <a:custGeom>
                <a:avLst/>
                <a:gdLst>
                  <a:gd name="connsiteX0" fmla="*/ 270 w 64815"/>
                  <a:gd name="connsiteY0" fmla="*/ 70930 h 70829"/>
                  <a:gd name="connsiteX1" fmla="*/ 15091 w 64815"/>
                  <a:gd name="connsiteY1" fmla="*/ 101 h 70829"/>
                  <a:gd name="connsiteX2" fmla="*/ 44679 w 64815"/>
                  <a:gd name="connsiteY2" fmla="*/ 101 h 70829"/>
                  <a:gd name="connsiteX3" fmla="*/ 56225 w 64815"/>
                  <a:gd name="connsiteY3" fmla="*/ 1819 h 70829"/>
                  <a:gd name="connsiteX4" fmla="*/ 62561 w 64815"/>
                  <a:gd name="connsiteY4" fmla="*/ 7887 h 70829"/>
                  <a:gd name="connsiteX5" fmla="*/ 65085 w 64815"/>
                  <a:gd name="connsiteY5" fmla="*/ 17499 h 70829"/>
                  <a:gd name="connsiteX6" fmla="*/ 63313 w 64815"/>
                  <a:gd name="connsiteY6" fmla="*/ 26414 h 70829"/>
                  <a:gd name="connsiteX7" fmla="*/ 58802 w 64815"/>
                  <a:gd name="connsiteY7" fmla="*/ 33931 h 70829"/>
                  <a:gd name="connsiteX8" fmla="*/ 53271 w 64815"/>
                  <a:gd name="connsiteY8" fmla="*/ 38335 h 70829"/>
                  <a:gd name="connsiteX9" fmla="*/ 47257 w 64815"/>
                  <a:gd name="connsiteY9" fmla="*/ 40590 h 70829"/>
                  <a:gd name="connsiteX10" fmla="*/ 33456 w 64815"/>
                  <a:gd name="connsiteY10" fmla="*/ 42147 h 70829"/>
                  <a:gd name="connsiteX11" fmla="*/ 15735 w 64815"/>
                  <a:gd name="connsiteY11" fmla="*/ 42147 h 70829"/>
                  <a:gd name="connsiteX12" fmla="*/ 9775 w 64815"/>
                  <a:gd name="connsiteY12" fmla="*/ 70930 h 70829"/>
                  <a:gd name="connsiteX13" fmla="*/ 270 w 64815"/>
                  <a:gd name="connsiteY13" fmla="*/ 70930 h 70829"/>
                  <a:gd name="connsiteX14" fmla="*/ 17454 w 64815"/>
                  <a:gd name="connsiteY14" fmla="*/ 34146 h 70829"/>
                  <a:gd name="connsiteX15" fmla="*/ 33027 w 64815"/>
                  <a:gd name="connsiteY15" fmla="*/ 34146 h 70829"/>
                  <a:gd name="connsiteX16" fmla="*/ 46398 w 64815"/>
                  <a:gd name="connsiteY16" fmla="*/ 32213 h 70829"/>
                  <a:gd name="connsiteX17" fmla="*/ 53217 w 64815"/>
                  <a:gd name="connsiteY17" fmla="*/ 26252 h 70829"/>
                  <a:gd name="connsiteX18" fmla="*/ 55741 w 64815"/>
                  <a:gd name="connsiteY18" fmla="*/ 17714 h 70829"/>
                  <a:gd name="connsiteX19" fmla="*/ 54399 w 64815"/>
                  <a:gd name="connsiteY19" fmla="*/ 12022 h 70829"/>
                  <a:gd name="connsiteX20" fmla="*/ 50586 w 64815"/>
                  <a:gd name="connsiteY20" fmla="*/ 8800 h 70829"/>
                  <a:gd name="connsiteX21" fmla="*/ 41135 w 64815"/>
                  <a:gd name="connsiteY21" fmla="*/ 7780 h 70829"/>
                  <a:gd name="connsiteX22" fmla="*/ 22931 w 64815"/>
                  <a:gd name="connsiteY22" fmla="*/ 7780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270" y="70930"/>
                    </a:moveTo>
                    <a:lnTo>
                      <a:pt x="15091" y="101"/>
                    </a:lnTo>
                    <a:lnTo>
                      <a:pt x="44679" y="101"/>
                    </a:lnTo>
                    <a:cubicBezTo>
                      <a:pt x="49834" y="101"/>
                      <a:pt x="53647" y="691"/>
                      <a:pt x="56225" y="1819"/>
                    </a:cubicBezTo>
                    <a:cubicBezTo>
                      <a:pt x="58802" y="3001"/>
                      <a:pt x="60896" y="5041"/>
                      <a:pt x="62561" y="7887"/>
                    </a:cubicBezTo>
                    <a:cubicBezTo>
                      <a:pt x="64226" y="10733"/>
                      <a:pt x="65085" y="13955"/>
                      <a:pt x="65085" y="17499"/>
                    </a:cubicBezTo>
                    <a:cubicBezTo>
                      <a:pt x="65085" y="20399"/>
                      <a:pt x="64494" y="23406"/>
                      <a:pt x="63313" y="26414"/>
                    </a:cubicBezTo>
                    <a:cubicBezTo>
                      <a:pt x="62131" y="29474"/>
                      <a:pt x="60628" y="31944"/>
                      <a:pt x="58802" y="33931"/>
                    </a:cubicBezTo>
                    <a:cubicBezTo>
                      <a:pt x="56976" y="35865"/>
                      <a:pt x="55097" y="37368"/>
                      <a:pt x="53271" y="38335"/>
                    </a:cubicBezTo>
                    <a:cubicBezTo>
                      <a:pt x="51392" y="39355"/>
                      <a:pt x="49405" y="40107"/>
                      <a:pt x="47257" y="40590"/>
                    </a:cubicBezTo>
                    <a:cubicBezTo>
                      <a:pt x="42692" y="41664"/>
                      <a:pt x="38128" y="42147"/>
                      <a:pt x="33456" y="42147"/>
                    </a:cubicBezTo>
                    <a:lnTo>
                      <a:pt x="15735" y="42147"/>
                    </a:lnTo>
                    <a:lnTo>
                      <a:pt x="9775" y="70930"/>
                    </a:lnTo>
                    <a:lnTo>
                      <a:pt x="270" y="70930"/>
                    </a:lnTo>
                    <a:moveTo>
                      <a:pt x="17454" y="34146"/>
                    </a:moveTo>
                    <a:lnTo>
                      <a:pt x="33027" y="34146"/>
                    </a:lnTo>
                    <a:cubicBezTo>
                      <a:pt x="39094" y="34146"/>
                      <a:pt x="43552" y="33502"/>
                      <a:pt x="46398" y="32213"/>
                    </a:cubicBezTo>
                    <a:cubicBezTo>
                      <a:pt x="49244" y="30871"/>
                      <a:pt x="51499" y="28884"/>
                      <a:pt x="53217" y="26252"/>
                    </a:cubicBezTo>
                    <a:cubicBezTo>
                      <a:pt x="54882" y="23567"/>
                      <a:pt x="55741" y="20721"/>
                      <a:pt x="55741" y="17714"/>
                    </a:cubicBezTo>
                    <a:cubicBezTo>
                      <a:pt x="55741" y="15405"/>
                      <a:pt x="55312" y="13526"/>
                      <a:pt x="54399" y="12022"/>
                    </a:cubicBezTo>
                    <a:cubicBezTo>
                      <a:pt x="53486" y="10572"/>
                      <a:pt x="52251" y="9498"/>
                      <a:pt x="50586" y="8800"/>
                    </a:cubicBezTo>
                    <a:cubicBezTo>
                      <a:pt x="48922" y="8102"/>
                      <a:pt x="45807" y="7780"/>
                      <a:pt x="41135" y="7780"/>
                    </a:cubicBezTo>
                    <a:lnTo>
                      <a:pt x="22931" y="778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3" name="Freihandform: Form 142">
                <a:extLst>
                  <a:ext uri="{FF2B5EF4-FFF2-40B4-BE49-F238E27FC236}">
                    <a16:creationId xmlns:a16="http://schemas.microsoft.com/office/drawing/2014/main" id="{82127496-5C81-2EA5-2464-FF4CC123DBB3}"/>
                  </a:ext>
                </a:extLst>
              </p:cNvPr>
              <p:cNvSpPr/>
              <p:nvPr/>
            </p:nvSpPr>
            <p:spPr>
              <a:xfrm>
                <a:off x="7555308" y="1912805"/>
                <a:ext cx="48973" cy="72332"/>
              </a:xfrm>
              <a:custGeom>
                <a:avLst/>
                <a:gdLst>
                  <a:gd name="connsiteX0" fmla="*/ 277 w 48973"/>
                  <a:gd name="connsiteY0" fmla="*/ 48001 h 72332"/>
                  <a:gd name="connsiteX1" fmla="*/ 2962 w 48973"/>
                  <a:gd name="connsiteY1" fmla="*/ 29743 h 72332"/>
                  <a:gd name="connsiteX2" fmla="*/ 8976 w 48973"/>
                  <a:gd name="connsiteY2" fmla="*/ 14922 h 72332"/>
                  <a:gd name="connsiteX3" fmla="*/ 15742 w 48973"/>
                  <a:gd name="connsiteY3" fmla="*/ 6223 h 72332"/>
                  <a:gd name="connsiteX4" fmla="*/ 22723 w 48973"/>
                  <a:gd name="connsiteY4" fmla="*/ 1604 h 72332"/>
                  <a:gd name="connsiteX5" fmla="*/ 30241 w 48973"/>
                  <a:gd name="connsiteY5" fmla="*/ 101 h 72332"/>
                  <a:gd name="connsiteX6" fmla="*/ 43827 w 48973"/>
                  <a:gd name="connsiteY6" fmla="*/ 6169 h 72332"/>
                  <a:gd name="connsiteX7" fmla="*/ 49250 w 48973"/>
                  <a:gd name="connsiteY7" fmla="*/ 23621 h 72332"/>
                  <a:gd name="connsiteX8" fmla="*/ 45492 w 48973"/>
                  <a:gd name="connsiteY8" fmla="*/ 46873 h 72332"/>
                  <a:gd name="connsiteX9" fmla="*/ 33141 w 48973"/>
                  <a:gd name="connsiteY9" fmla="*/ 67279 h 72332"/>
                  <a:gd name="connsiteX10" fmla="*/ 19233 w 48973"/>
                  <a:gd name="connsiteY10" fmla="*/ 72434 h 72332"/>
                  <a:gd name="connsiteX11" fmla="*/ 5808 w 48973"/>
                  <a:gd name="connsiteY11" fmla="*/ 66205 h 72332"/>
                  <a:gd name="connsiteX12" fmla="*/ 277 w 48973"/>
                  <a:gd name="connsiteY12" fmla="*/ 48001 h 72332"/>
                  <a:gd name="connsiteX13" fmla="*/ 8761 w 48973"/>
                  <a:gd name="connsiteY13" fmla="*/ 50256 h 72332"/>
                  <a:gd name="connsiteX14" fmla="*/ 10909 w 48973"/>
                  <a:gd name="connsiteY14" fmla="*/ 60405 h 72332"/>
                  <a:gd name="connsiteX15" fmla="*/ 19662 w 48973"/>
                  <a:gd name="connsiteY15" fmla="*/ 65507 h 72332"/>
                  <a:gd name="connsiteX16" fmla="*/ 28898 w 48973"/>
                  <a:gd name="connsiteY16" fmla="*/ 60888 h 72332"/>
                  <a:gd name="connsiteX17" fmla="*/ 37920 w 48973"/>
                  <a:gd name="connsiteY17" fmla="*/ 41933 h 72332"/>
                  <a:gd name="connsiteX18" fmla="*/ 40927 w 48973"/>
                  <a:gd name="connsiteY18" fmla="*/ 21527 h 72332"/>
                  <a:gd name="connsiteX19" fmla="*/ 38027 w 48973"/>
                  <a:gd name="connsiteY19" fmla="*/ 10519 h 72332"/>
                  <a:gd name="connsiteX20" fmla="*/ 30295 w 48973"/>
                  <a:gd name="connsiteY20" fmla="*/ 7136 h 72332"/>
                  <a:gd name="connsiteX21" fmla="*/ 23797 w 48973"/>
                  <a:gd name="connsiteY21" fmla="*/ 8908 h 72332"/>
                  <a:gd name="connsiteX22" fmla="*/ 18051 w 48973"/>
                  <a:gd name="connsiteY22" fmla="*/ 15029 h 72332"/>
                  <a:gd name="connsiteX23" fmla="*/ 11231 w 48973"/>
                  <a:gd name="connsiteY23" fmla="*/ 33394 h 72332"/>
                  <a:gd name="connsiteX24" fmla="*/ 8761 w 48973"/>
                  <a:gd name="connsiteY24" fmla="*/ 5025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77" y="48001"/>
                    </a:moveTo>
                    <a:cubicBezTo>
                      <a:pt x="277" y="42040"/>
                      <a:pt x="1190" y="35918"/>
                      <a:pt x="2962" y="29743"/>
                    </a:cubicBezTo>
                    <a:cubicBezTo>
                      <a:pt x="4787" y="23567"/>
                      <a:pt x="6774" y="18627"/>
                      <a:pt x="8976" y="14922"/>
                    </a:cubicBezTo>
                    <a:cubicBezTo>
                      <a:pt x="11124" y="11217"/>
                      <a:pt x="13433" y="8317"/>
                      <a:pt x="15742" y="6223"/>
                    </a:cubicBezTo>
                    <a:cubicBezTo>
                      <a:pt x="18105" y="4128"/>
                      <a:pt x="20414" y="2571"/>
                      <a:pt x="22723" y="1604"/>
                    </a:cubicBezTo>
                    <a:cubicBezTo>
                      <a:pt x="24978" y="584"/>
                      <a:pt x="27502" y="101"/>
                      <a:pt x="30241" y="101"/>
                    </a:cubicBezTo>
                    <a:cubicBezTo>
                      <a:pt x="35665" y="101"/>
                      <a:pt x="40175" y="2142"/>
                      <a:pt x="43827" y="6169"/>
                    </a:cubicBezTo>
                    <a:cubicBezTo>
                      <a:pt x="47425" y="10196"/>
                      <a:pt x="49250" y="15996"/>
                      <a:pt x="49250" y="23621"/>
                    </a:cubicBezTo>
                    <a:cubicBezTo>
                      <a:pt x="49250" y="31408"/>
                      <a:pt x="48015" y="39194"/>
                      <a:pt x="45492" y="46873"/>
                    </a:cubicBezTo>
                    <a:cubicBezTo>
                      <a:pt x="42538" y="55948"/>
                      <a:pt x="38403" y="62768"/>
                      <a:pt x="33141" y="67279"/>
                    </a:cubicBezTo>
                    <a:cubicBezTo>
                      <a:pt x="29060" y="70715"/>
                      <a:pt x="24441" y="72434"/>
                      <a:pt x="19233" y="72434"/>
                    </a:cubicBezTo>
                    <a:cubicBezTo>
                      <a:pt x="13916" y="72434"/>
                      <a:pt x="9459" y="70393"/>
                      <a:pt x="5808" y="66205"/>
                    </a:cubicBezTo>
                    <a:cubicBezTo>
                      <a:pt x="2156" y="62016"/>
                      <a:pt x="277" y="55948"/>
                      <a:pt x="277" y="48001"/>
                    </a:cubicBezTo>
                    <a:moveTo>
                      <a:pt x="8761" y="50256"/>
                    </a:moveTo>
                    <a:cubicBezTo>
                      <a:pt x="8761" y="54606"/>
                      <a:pt x="9459" y="57989"/>
                      <a:pt x="10909" y="60405"/>
                    </a:cubicBezTo>
                    <a:cubicBezTo>
                      <a:pt x="12896" y="63788"/>
                      <a:pt x="15796" y="65507"/>
                      <a:pt x="19662" y="65507"/>
                    </a:cubicBezTo>
                    <a:cubicBezTo>
                      <a:pt x="23045" y="65507"/>
                      <a:pt x="26160" y="63949"/>
                      <a:pt x="28898" y="60888"/>
                    </a:cubicBezTo>
                    <a:cubicBezTo>
                      <a:pt x="32926" y="56592"/>
                      <a:pt x="35933" y="50256"/>
                      <a:pt x="37920" y="41933"/>
                    </a:cubicBezTo>
                    <a:cubicBezTo>
                      <a:pt x="39961" y="33609"/>
                      <a:pt x="40927" y="26789"/>
                      <a:pt x="40927" y="21527"/>
                    </a:cubicBezTo>
                    <a:cubicBezTo>
                      <a:pt x="40927" y="16425"/>
                      <a:pt x="39961" y="12774"/>
                      <a:pt x="38027" y="10519"/>
                    </a:cubicBezTo>
                    <a:cubicBezTo>
                      <a:pt x="36094" y="8263"/>
                      <a:pt x="33517" y="7136"/>
                      <a:pt x="30295" y="7136"/>
                    </a:cubicBezTo>
                    <a:cubicBezTo>
                      <a:pt x="27986" y="7136"/>
                      <a:pt x="25838" y="7726"/>
                      <a:pt x="23797" y="8908"/>
                    </a:cubicBezTo>
                    <a:cubicBezTo>
                      <a:pt x="21810" y="10089"/>
                      <a:pt x="19877" y="12130"/>
                      <a:pt x="18051" y="15029"/>
                    </a:cubicBezTo>
                    <a:cubicBezTo>
                      <a:pt x="15420" y="19164"/>
                      <a:pt x="13165" y="25286"/>
                      <a:pt x="11231" y="33394"/>
                    </a:cubicBezTo>
                    <a:cubicBezTo>
                      <a:pt x="9567" y="40375"/>
                      <a:pt x="8761" y="45960"/>
                      <a:pt x="8761" y="502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4" name="Freihandform: Form 143">
                <a:extLst>
                  <a:ext uri="{FF2B5EF4-FFF2-40B4-BE49-F238E27FC236}">
                    <a16:creationId xmlns:a16="http://schemas.microsoft.com/office/drawing/2014/main" id="{26A75343-6303-3EE3-E885-190D0168681F}"/>
                  </a:ext>
                </a:extLst>
              </p:cNvPr>
              <p:cNvSpPr/>
              <p:nvPr/>
            </p:nvSpPr>
            <p:spPr>
              <a:xfrm>
                <a:off x="7610351" y="1912805"/>
                <a:ext cx="48973" cy="72332"/>
              </a:xfrm>
              <a:custGeom>
                <a:avLst/>
                <a:gdLst>
                  <a:gd name="connsiteX0" fmla="*/ 281 w 48973"/>
                  <a:gd name="connsiteY0" fmla="*/ 48001 h 72332"/>
                  <a:gd name="connsiteX1" fmla="*/ 2966 w 48973"/>
                  <a:gd name="connsiteY1" fmla="*/ 29743 h 72332"/>
                  <a:gd name="connsiteX2" fmla="*/ 8980 w 48973"/>
                  <a:gd name="connsiteY2" fmla="*/ 14922 h 72332"/>
                  <a:gd name="connsiteX3" fmla="*/ 15746 w 48973"/>
                  <a:gd name="connsiteY3" fmla="*/ 6223 h 72332"/>
                  <a:gd name="connsiteX4" fmla="*/ 22727 w 48973"/>
                  <a:gd name="connsiteY4" fmla="*/ 1604 h 72332"/>
                  <a:gd name="connsiteX5" fmla="*/ 30245 w 48973"/>
                  <a:gd name="connsiteY5" fmla="*/ 101 h 72332"/>
                  <a:gd name="connsiteX6" fmla="*/ 43831 w 48973"/>
                  <a:gd name="connsiteY6" fmla="*/ 6169 h 72332"/>
                  <a:gd name="connsiteX7" fmla="*/ 49254 w 48973"/>
                  <a:gd name="connsiteY7" fmla="*/ 23621 h 72332"/>
                  <a:gd name="connsiteX8" fmla="*/ 45496 w 48973"/>
                  <a:gd name="connsiteY8" fmla="*/ 46873 h 72332"/>
                  <a:gd name="connsiteX9" fmla="*/ 33145 w 48973"/>
                  <a:gd name="connsiteY9" fmla="*/ 67279 h 72332"/>
                  <a:gd name="connsiteX10" fmla="*/ 19237 w 48973"/>
                  <a:gd name="connsiteY10" fmla="*/ 72434 h 72332"/>
                  <a:gd name="connsiteX11" fmla="*/ 5812 w 48973"/>
                  <a:gd name="connsiteY11" fmla="*/ 66205 h 72332"/>
                  <a:gd name="connsiteX12" fmla="*/ 281 w 48973"/>
                  <a:gd name="connsiteY12" fmla="*/ 48001 h 72332"/>
                  <a:gd name="connsiteX13" fmla="*/ 8765 w 48973"/>
                  <a:gd name="connsiteY13" fmla="*/ 50256 h 72332"/>
                  <a:gd name="connsiteX14" fmla="*/ 10913 w 48973"/>
                  <a:gd name="connsiteY14" fmla="*/ 60405 h 72332"/>
                  <a:gd name="connsiteX15" fmla="*/ 19666 w 48973"/>
                  <a:gd name="connsiteY15" fmla="*/ 65507 h 72332"/>
                  <a:gd name="connsiteX16" fmla="*/ 28902 w 48973"/>
                  <a:gd name="connsiteY16" fmla="*/ 60888 h 72332"/>
                  <a:gd name="connsiteX17" fmla="*/ 37924 w 48973"/>
                  <a:gd name="connsiteY17" fmla="*/ 41933 h 72332"/>
                  <a:gd name="connsiteX18" fmla="*/ 40931 w 48973"/>
                  <a:gd name="connsiteY18" fmla="*/ 21527 h 72332"/>
                  <a:gd name="connsiteX19" fmla="*/ 38031 w 48973"/>
                  <a:gd name="connsiteY19" fmla="*/ 10519 h 72332"/>
                  <a:gd name="connsiteX20" fmla="*/ 30299 w 48973"/>
                  <a:gd name="connsiteY20" fmla="*/ 7136 h 72332"/>
                  <a:gd name="connsiteX21" fmla="*/ 23801 w 48973"/>
                  <a:gd name="connsiteY21" fmla="*/ 8908 h 72332"/>
                  <a:gd name="connsiteX22" fmla="*/ 18055 w 48973"/>
                  <a:gd name="connsiteY22" fmla="*/ 15029 h 72332"/>
                  <a:gd name="connsiteX23" fmla="*/ 11235 w 48973"/>
                  <a:gd name="connsiteY23" fmla="*/ 33394 h 72332"/>
                  <a:gd name="connsiteX24" fmla="*/ 8765 w 48973"/>
                  <a:gd name="connsiteY24" fmla="*/ 5025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81" y="48001"/>
                    </a:moveTo>
                    <a:cubicBezTo>
                      <a:pt x="281" y="42040"/>
                      <a:pt x="1194" y="35918"/>
                      <a:pt x="2966" y="29743"/>
                    </a:cubicBezTo>
                    <a:cubicBezTo>
                      <a:pt x="4792" y="23567"/>
                      <a:pt x="6778" y="18627"/>
                      <a:pt x="8980" y="14922"/>
                    </a:cubicBezTo>
                    <a:cubicBezTo>
                      <a:pt x="11128" y="11217"/>
                      <a:pt x="13437" y="8317"/>
                      <a:pt x="15746" y="6223"/>
                    </a:cubicBezTo>
                    <a:cubicBezTo>
                      <a:pt x="18109" y="4128"/>
                      <a:pt x="20418" y="2571"/>
                      <a:pt x="22727" y="1604"/>
                    </a:cubicBezTo>
                    <a:cubicBezTo>
                      <a:pt x="24982" y="584"/>
                      <a:pt x="27506" y="101"/>
                      <a:pt x="30245" y="101"/>
                    </a:cubicBezTo>
                    <a:cubicBezTo>
                      <a:pt x="35669" y="101"/>
                      <a:pt x="40179" y="2142"/>
                      <a:pt x="43831" y="6169"/>
                    </a:cubicBezTo>
                    <a:cubicBezTo>
                      <a:pt x="47429" y="10196"/>
                      <a:pt x="49254" y="15996"/>
                      <a:pt x="49254" y="23621"/>
                    </a:cubicBezTo>
                    <a:cubicBezTo>
                      <a:pt x="49254" y="31408"/>
                      <a:pt x="48019" y="39194"/>
                      <a:pt x="45496" y="46873"/>
                    </a:cubicBezTo>
                    <a:cubicBezTo>
                      <a:pt x="42542" y="55948"/>
                      <a:pt x="38407" y="62768"/>
                      <a:pt x="33145" y="67279"/>
                    </a:cubicBezTo>
                    <a:cubicBezTo>
                      <a:pt x="29064" y="70715"/>
                      <a:pt x="24445" y="72434"/>
                      <a:pt x="19237" y="72434"/>
                    </a:cubicBezTo>
                    <a:cubicBezTo>
                      <a:pt x="13920" y="72434"/>
                      <a:pt x="9463" y="70393"/>
                      <a:pt x="5812" y="66205"/>
                    </a:cubicBezTo>
                    <a:cubicBezTo>
                      <a:pt x="2160" y="62016"/>
                      <a:pt x="281" y="55948"/>
                      <a:pt x="281" y="48001"/>
                    </a:cubicBezTo>
                    <a:moveTo>
                      <a:pt x="8765" y="50256"/>
                    </a:moveTo>
                    <a:cubicBezTo>
                      <a:pt x="8765" y="54606"/>
                      <a:pt x="9463" y="57989"/>
                      <a:pt x="10913" y="60405"/>
                    </a:cubicBezTo>
                    <a:cubicBezTo>
                      <a:pt x="12900" y="63788"/>
                      <a:pt x="15800" y="65507"/>
                      <a:pt x="19666" y="65507"/>
                    </a:cubicBezTo>
                    <a:cubicBezTo>
                      <a:pt x="23049" y="65507"/>
                      <a:pt x="26164" y="63949"/>
                      <a:pt x="28902" y="60888"/>
                    </a:cubicBezTo>
                    <a:cubicBezTo>
                      <a:pt x="32930" y="56592"/>
                      <a:pt x="35937" y="50256"/>
                      <a:pt x="37924" y="41933"/>
                    </a:cubicBezTo>
                    <a:cubicBezTo>
                      <a:pt x="39965" y="33609"/>
                      <a:pt x="40931" y="26789"/>
                      <a:pt x="40931" y="21527"/>
                    </a:cubicBezTo>
                    <a:cubicBezTo>
                      <a:pt x="40931" y="16425"/>
                      <a:pt x="39965" y="12774"/>
                      <a:pt x="38031" y="10519"/>
                    </a:cubicBezTo>
                    <a:cubicBezTo>
                      <a:pt x="36098" y="8263"/>
                      <a:pt x="33521" y="7136"/>
                      <a:pt x="30299" y="7136"/>
                    </a:cubicBezTo>
                    <a:cubicBezTo>
                      <a:pt x="27990" y="7136"/>
                      <a:pt x="25842" y="7726"/>
                      <a:pt x="23801" y="8908"/>
                    </a:cubicBezTo>
                    <a:cubicBezTo>
                      <a:pt x="21814" y="10089"/>
                      <a:pt x="19881" y="12130"/>
                      <a:pt x="18055" y="15029"/>
                    </a:cubicBezTo>
                    <a:cubicBezTo>
                      <a:pt x="15424" y="19164"/>
                      <a:pt x="13169" y="25286"/>
                      <a:pt x="11235" y="33394"/>
                    </a:cubicBezTo>
                    <a:cubicBezTo>
                      <a:pt x="9571" y="40375"/>
                      <a:pt x="8765" y="45960"/>
                      <a:pt x="8765" y="502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5" name="Freihandform: Form 144">
                <a:extLst>
                  <a:ext uri="{FF2B5EF4-FFF2-40B4-BE49-F238E27FC236}">
                    <a16:creationId xmlns:a16="http://schemas.microsoft.com/office/drawing/2014/main" id="{E1FAD053-E153-3459-6B6F-86BF9D63F3B3}"/>
                  </a:ext>
                </a:extLst>
              </p:cNvPr>
              <p:cNvSpPr/>
              <p:nvPr/>
            </p:nvSpPr>
            <p:spPr>
              <a:xfrm>
                <a:off x="7665072" y="1912805"/>
                <a:ext cx="47899" cy="72332"/>
              </a:xfrm>
              <a:custGeom>
                <a:avLst/>
                <a:gdLst>
                  <a:gd name="connsiteX0" fmla="*/ 285 w 47899"/>
                  <a:gd name="connsiteY0" fmla="*/ 55035 h 72332"/>
                  <a:gd name="connsiteX1" fmla="*/ 8501 w 47899"/>
                  <a:gd name="connsiteY1" fmla="*/ 54176 h 72332"/>
                  <a:gd name="connsiteX2" fmla="*/ 11884 w 47899"/>
                  <a:gd name="connsiteY2" fmla="*/ 62661 h 72332"/>
                  <a:gd name="connsiteX3" fmla="*/ 18006 w 47899"/>
                  <a:gd name="connsiteY3" fmla="*/ 65184 h 72332"/>
                  <a:gd name="connsiteX4" fmla="*/ 27296 w 47899"/>
                  <a:gd name="connsiteY4" fmla="*/ 60835 h 72332"/>
                  <a:gd name="connsiteX5" fmla="*/ 36639 w 47899"/>
                  <a:gd name="connsiteY5" fmla="*/ 42470 h 72332"/>
                  <a:gd name="connsiteX6" fmla="*/ 28853 w 47899"/>
                  <a:gd name="connsiteY6" fmla="*/ 47195 h 72332"/>
                  <a:gd name="connsiteX7" fmla="*/ 21872 w 47899"/>
                  <a:gd name="connsiteY7" fmla="*/ 48591 h 72332"/>
                  <a:gd name="connsiteX8" fmla="*/ 10273 w 47899"/>
                  <a:gd name="connsiteY8" fmla="*/ 44242 h 72332"/>
                  <a:gd name="connsiteX9" fmla="*/ 3507 w 47899"/>
                  <a:gd name="connsiteY9" fmla="*/ 28025 h 72332"/>
                  <a:gd name="connsiteX10" fmla="*/ 11293 w 47899"/>
                  <a:gd name="connsiteY10" fmla="*/ 7458 h 72332"/>
                  <a:gd name="connsiteX11" fmla="*/ 27779 w 47899"/>
                  <a:gd name="connsiteY11" fmla="*/ 101 h 72332"/>
                  <a:gd name="connsiteX12" fmla="*/ 42385 w 47899"/>
                  <a:gd name="connsiteY12" fmla="*/ 6599 h 72332"/>
                  <a:gd name="connsiteX13" fmla="*/ 48185 w 47899"/>
                  <a:gd name="connsiteY13" fmla="*/ 25017 h 72332"/>
                  <a:gd name="connsiteX14" fmla="*/ 44318 w 47899"/>
                  <a:gd name="connsiteY14" fmla="*/ 47840 h 72332"/>
                  <a:gd name="connsiteX15" fmla="*/ 31914 w 47899"/>
                  <a:gd name="connsiteY15" fmla="*/ 67332 h 72332"/>
                  <a:gd name="connsiteX16" fmla="*/ 17522 w 47899"/>
                  <a:gd name="connsiteY16" fmla="*/ 72434 h 72332"/>
                  <a:gd name="connsiteX17" fmla="*/ 5547 w 47899"/>
                  <a:gd name="connsiteY17" fmla="*/ 67869 h 72332"/>
                  <a:gd name="connsiteX18" fmla="*/ 285 w 47899"/>
                  <a:gd name="connsiteY18" fmla="*/ 55035 h 72332"/>
                  <a:gd name="connsiteX19" fmla="*/ 11937 w 47899"/>
                  <a:gd name="connsiteY19" fmla="*/ 27004 h 72332"/>
                  <a:gd name="connsiteX20" fmla="*/ 15482 w 47899"/>
                  <a:gd name="connsiteY20" fmla="*/ 37637 h 72332"/>
                  <a:gd name="connsiteX21" fmla="*/ 23912 w 47899"/>
                  <a:gd name="connsiteY21" fmla="*/ 41557 h 72332"/>
                  <a:gd name="connsiteX22" fmla="*/ 31108 w 47899"/>
                  <a:gd name="connsiteY22" fmla="*/ 39140 h 72332"/>
                  <a:gd name="connsiteX23" fmla="*/ 37284 w 47899"/>
                  <a:gd name="connsiteY23" fmla="*/ 31730 h 72332"/>
                  <a:gd name="connsiteX24" fmla="*/ 39807 w 47899"/>
                  <a:gd name="connsiteY24" fmla="*/ 21688 h 72332"/>
                  <a:gd name="connsiteX25" fmla="*/ 38143 w 47899"/>
                  <a:gd name="connsiteY25" fmla="*/ 14116 h 72332"/>
                  <a:gd name="connsiteX26" fmla="*/ 33525 w 47899"/>
                  <a:gd name="connsiteY26" fmla="*/ 8908 h 72332"/>
                  <a:gd name="connsiteX27" fmla="*/ 27618 w 47899"/>
                  <a:gd name="connsiteY27" fmla="*/ 7136 h 72332"/>
                  <a:gd name="connsiteX28" fmla="*/ 21872 w 47899"/>
                  <a:gd name="connsiteY28" fmla="*/ 8693 h 72332"/>
                  <a:gd name="connsiteX29" fmla="*/ 16717 w 47899"/>
                  <a:gd name="connsiteY29" fmla="*/ 13203 h 72332"/>
                  <a:gd name="connsiteX30" fmla="*/ 13119 w 47899"/>
                  <a:gd name="connsiteY30" fmla="*/ 20077 h 72332"/>
                  <a:gd name="connsiteX31" fmla="*/ 11937 w 47899"/>
                  <a:gd name="connsiteY31" fmla="*/ 27004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285" y="55035"/>
                    </a:moveTo>
                    <a:lnTo>
                      <a:pt x="8501" y="54176"/>
                    </a:lnTo>
                    <a:cubicBezTo>
                      <a:pt x="9038" y="58150"/>
                      <a:pt x="10165" y="60996"/>
                      <a:pt x="11884" y="62661"/>
                    </a:cubicBezTo>
                    <a:cubicBezTo>
                      <a:pt x="13602" y="64325"/>
                      <a:pt x="15643" y="65184"/>
                      <a:pt x="18006" y="65184"/>
                    </a:cubicBezTo>
                    <a:cubicBezTo>
                      <a:pt x="21335" y="65184"/>
                      <a:pt x="24449" y="63735"/>
                      <a:pt x="27296" y="60835"/>
                    </a:cubicBezTo>
                    <a:cubicBezTo>
                      <a:pt x="31538" y="56539"/>
                      <a:pt x="34652" y="50471"/>
                      <a:pt x="36639" y="42470"/>
                    </a:cubicBezTo>
                    <a:cubicBezTo>
                      <a:pt x="33686" y="44671"/>
                      <a:pt x="31108" y="46229"/>
                      <a:pt x="28853" y="47195"/>
                    </a:cubicBezTo>
                    <a:cubicBezTo>
                      <a:pt x="26544" y="48108"/>
                      <a:pt x="24235" y="48591"/>
                      <a:pt x="21872" y="48591"/>
                    </a:cubicBezTo>
                    <a:cubicBezTo>
                      <a:pt x="17522" y="48591"/>
                      <a:pt x="13656" y="47141"/>
                      <a:pt x="10273" y="44242"/>
                    </a:cubicBezTo>
                    <a:cubicBezTo>
                      <a:pt x="5762" y="40483"/>
                      <a:pt x="3507" y="35059"/>
                      <a:pt x="3507" y="28025"/>
                    </a:cubicBezTo>
                    <a:cubicBezTo>
                      <a:pt x="3507" y="20023"/>
                      <a:pt x="6084" y="13150"/>
                      <a:pt x="11293" y="7458"/>
                    </a:cubicBezTo>
                    <a:cubicBezTo>
                      <a:pt x="15804" y="2571"/>
                      <a:pt x="21281" y="101"/>
                      <a:pt x="27779" y="101"/>
                    </a:cubicBezTo>
                    <a:cubicBezTo>
                      <a:pt x="33632" y="101"/>
                      <a:pt x="38519" y="2303"/>
                      <a:pt x="42385" y="6599"/>
                    </a:cubicBezTo>
                    <a:cubicBezTo>
                      <a:pt x="46251" y="10948"/>
                      <a:pt x="48185" y="17070"/>
                      <a:pt x="48185" y="25017"/>
                    </a:cubicBezTo>
                    <a:cubicBezTo>
                      <a:pt x="48185" y="32696"/>
                      <a:pt x="46896" y="40322"/>
                      <a:pt x="44318" y="47840"/>
                    </a:cubicBezTo>
                    <a:cubicBezTo>
                      <a:pt x="41257" y="56646"/>
                      <a:pt x="37122" y="63144"/>
                      <a:pt x="31914" y="67332"/>
                    </a:cubicBezTo>
                    <a:cubicBezTo>
                      <a:pt x="27671" y="70769"/>
                      <a:pt x="22838" y="72434"/>
                      <a:pt x="17522" y="72434"/>
                    </a:cubicBezTo>
                    <a:cubicBezTo>
                      <a:pt x="12636" y="72434"/>
                      <a:pt x="8662" y="70930"/>
                      <a:pt x="5547" y="67869"/>
                    </a:cubicBezTo>
                    <a:cubicBezTo>
                      <a:pt x="2433" y="64862"/>
                      <a:pt x="661" y="60566"/>
                      <a:pt x="285" y="55035"/>
                    </a:cubicBezTo>
                    <a:moveTo>
                      <a:pt x="11937" y="27004"/>
                    </a:moveTo>
                    <a:cubicBezTo>
                      <a:pt x="11937" y="31408"/>
                      <a:pt x="13119" y="34952"/>
                      <a:pt x="15482" y="37637"/>
                    </a:cubicBezTo>
                    <a:cubicBezTo>
                      <a:pt x="17844" y="40268"/>
                      <a:pt x="20690" y="41557"/>
                      <a:pt x="23912" y="41557"/>
                    </a:cubicBezTo>
                    <a:cubicBezTo>
                      <a:pt x="26329" y="41557"/>
                      <a:pt x="28745" y="40751"/>
                      <a:pt x="31108" y="39140"/>
                    </a:cubicBezTo>
                    <a:cubicBezTo>
                      <a:pt x="33525" y="37476"/>
                      <a:pt x="35565" y="35005"/>
                      <a:pt x="37284" y="31730"/>
                    </a:cubicBezTo>
                    <a:cubicBezTo>
                      <a:pt x="38948" y="28454"/>
                      <a:pt x="39807" y="25125"/>
                      <a:pt x="39807" y="21688"/>
                    </a:cubicBezTo>
                    <a:cubicBezTo>
                      <a:pt x="39807" y="18949"/>
                      <a:pt x="39270" y="16425"/>
                      <a:pt x="38143" y="14116"/>
                    </a:cubicBezTo>
                    <a:cubicBezTo>
                      <a:pt x="37015" y="11807"/>
                      <a:pt x="35458" y="10035"/>
                      <a:pt x="33525" y="8908"/>
                    </a:cubicBezTo>
                    <a:cubicBezTo>
                      <a:pt x="31591" y="7726"/>
                      <a:pt x="29605" y="7136"/>
                      <a:pt x="27618" y="7136"/>
                    </a:cubicBezTo>
                    <a:cubicBezTo>
                      <a:pt x="25684" y="7136"/>
                      <a:pt x="23751" y="7619"/>
                      <a:pt x="21872" y="8693"/>
                    </a:cubicBezTo>
                    <a:cubicBezTo>
                      <a:pt x="20046" y="9713"/>
                      <a:pt x="18274" y="11217"/>
                      <a:pt x="16717" y="13203"/>
                    </a:cubicBezTo>
                    <a:cubicBezTo>
                      <a:pt x="15106" y="15190"/>
                      <a:pt x="13924" y="17499"/>
                      <a:pt x="13119" y="20077"/>
                    </a:cubicBezTo>
                    <a:cubicBezTo>
                      <a:pt x="12313" y="22708"/>
                      <a:pt x="11937" y="24964"/>
                      <a:pt x="11937" y="2700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6" name="Freihandform: Form 145">
                <a:extLst>
                  <a:ext uri="{FF2B5EF4-FFF2-40B4-BE49-F238E27FC236}">
                    <a16:creationId xmlns:a16="http://schemas.microsoft.com/office/drawing/2014/main" id="{A0D55E1E-FB12-1940-6337-374BC500FBB8}"/>
                  </a:ext>
                </a:extLst>
              </p:cNvPr>
              <p:cNvSpPr/>
              <p:nvPr/>
            </p:nvSpPr>
            <p:spPr>
              <a:xfrm>
                <a:off x="7720451" y="1912805"/>
                <a:ext cx="48973" cy="72332"/>
              </a:xfrm>
              <a:custGeom>
                <a:avLst/>
                <a:gdLst>
                  <a:gd name="connsiteX0" fmla="*/ 289 w 48973"/>
                  <a:gd name="connsiteY0" fmla="*/ 48001 h 72332"/>
                  <a:gd name="connsiteX1" fmla="*/ 2974 w 48973"/>
                  <a:gd name="connsiteY1" fmla="*/ 29743 h 72332"/>
                  <a:gd name="connsiteX2" fmla="*/ 8988 w 48973"/>
                  <a:gd name="connsiteY2" fmla="*/ 14922 h 72332"/>
                  <a:gd name="connsiteX3" fmla="*/ 15754 w 48973"/>
                  <a:gd name="connsiteY3" fmla="*/ 6223 h 72332"/>
                  <a:gd name="connsiteX4" fmla="*/ 22735 w 48973"/>
                  <a:gd name="connsiteY4" fmla="*/ 1604 h 72332"/>
                  <a:gd name="connsiteX5" fmla="*/ 30253 w 48973"/>
                  <a:gd name="connsiteY5" fmla="*/ 101 h 72332"/>
                  <a:gd name="connsiteX6" fmla="*/ 43839 w 48973"/>
                  <a:gd name="connsiteY6" fmla="*/ 6169 h 72332"/>
                  <a:gd name="connsiteX7" fmla="*/ 49262 w 48973"/>
                  <a:gd name="connsiteY7" fmla="*/ 23621 h 72332"/>
                  <a:gd name="connsiteX8" fmla="*/ 45504 w 48973"/>
                  <a:gd name="connsiteY8" fmla="*/ 46873 h 72332"/>
                  <a:gd name="connsiteX9" fmla="*/ 33153 w 48973"/>
                  <a:gd name="connsiteY9" fmla="*/ 67279 h 72332"/>
                  <a:gd name="connsiteX10" fmla="*/ 19245 w 48973"/>
                  <a:gd name="connsiteY10" fmla="*/ 72434 h 72332"/>
                  <a:gd name="connsiteX11" fmla="*/ 5820 w 48973"/>
                  <a:gd name="connsiteY11" fmla="*/ 66205 h 72332"/>
                  <a:gd name="connsiteX12" fmla="*/ 289 w 48973"/>
                  <a:gd name="connsiteY12" fmla="*/ 48001 h 72332"/>
                  <a:gd name="connsiteX13" fmla="*/ 8773 w 48973"/>
                  <a:gd name="connsiteY13" fmla="*/ 50256 h 72332"/>
                  <a:gd name="connsiteX14" fmla="*/ 10921 w 48973"/>
                  <a:gd name="connsiteY14" fmla="*/ 60405 h 72332"/>
                  <a:gd name="connsiteX15" fmla="*/ 19674 w 48973"/>
                  <a:gd name="connsiteY15" fmla="*/ 65507 h 72332"/>
                  <a:gd name="connsiteX16" fmla="*/ 28910 w 48973"/>
                  <a:gd name="connsiteY16" fmla="*/ 60888 h 72332"/>
                  <a:gd name="connsiteX17" fmla="*/ 37932 w 48973"/>
                  <a:gd name="connsiteY17" fmla="*/ 41933 h 72332"/>
                  <a:gd name="connsiteX18" fmla="*/ 40939 w 48973"/>
                  <a:gd name="connsiteY18" fmla="*/ 21527 h 72332"/>
                  <a:gd name="connsiteX19" fmla="*/ 38039 w 48973"/>
                  <a:gd name="connsiteY19" fmla="*/ 10519 h 72332"/>
                  <a:gd name="connsiteX20" fmla="*/ 30307 w 48973"/>
                  <a:gd name="connsiteY20" fmla="*/ 7136 h 72332"/>
                  <a:gd name="connsiteX21" fmla="*/ 23809 w 48973"/>
                  <a:gd name="connsiteY21" fmla="*/ 8908 h 72332"/>
                  <a:gd name="connsiteX22" fmla="*/ 18063 w 48973"/>
                  <a:gd name="connsiteY22" fmla="*/ 15029 h 72332"/>
                  <a:gd name="connsiteX23" fmla="*/ 11243 w 48973"/>
                  <a:gd name="connsiteY23" fmla="*/ 33394 h 72332"/>
                  <a:gd name="connsiteX24" fmla="*/ 8773 w 48973"/>
                  <a:gd name="connsiteY24" fmla="*/ 5025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89" y="48001"/>
                    </a:moveTo>
                    <a:cubicBezTo>
                      <a:pt x="289" y="42040"/>
                      <a:pt x="1202" y="35918"/>
                      <a:pt x="2974" y="29743"/>
                    </a:cubicBezTo>
                    <a:cubicBezTo>
                      <a:pt x="4800" y="23567"/>
                      <a:pt x="6786" y="18627"/>
                      <a:pt x="8988" y="14922"/>
                    </a:cubicBezTo>
                    <a:cubicBezTo>
                      <a:pt x="11136" y="11217"/>
                      <a:pt x="13445" y="8317"/>
                      <a:pt x="15754" y="6223"/>
                    </a:cubicBezTo>
                    <a:cubicBezTo>
                      <a:pt x="18117" y="4128"/>
                      <a:pt x="20426" y="2571"/>
                      <a:pt x="22735" y="1604"/>
                    </a:cubicBezTo>
                    <a:cubicBezTo>
                      <a:pt x="24990" y="584"/>
                      <a:pt x="27514" y="101"/>
                      <a:pt x="30253" y="101"/>
                    </a:cubicBezTo>
                    <a:cubicBezTo>
                      <a:pt x="35677" y="101"/>
                      <a:pt x="40187" y="2142"/>
                      <a:pt x="43839" y="6169"/>
                    </a:cubicBezTo>
                    <a:cubicBezTo>
                      <a:pt x="47437" y="10196"/>
                      <a:pt x="49262" y="15996"/>
                      <a:pt x="49262" y="23621"/>
                    </a:cubicBezTo>
                    <a:cubicBezTo>
                      <a:pt x="49262" y="31408"/>
                      <a:pt x="48027" y="39194"/>
                      <a:pt x="45504" y="46873"/>
                    </a:cubicBezTo>
                    <a:cubicBezTo>
                      <a:pt x="42550" y="55948"/>
                      <a:pt x="38415" y="62768"/>
                      <a:pt x="33153" y="67279"/>
                    </a:cubicBezTo>
                    <a:cubicBezTo>
                      <a:pt x="29072" y="70715"/>
                      <a:pt x="24453" y="72434"/>
                      <a:pt x="19245" y="72434"/>
                    </a:cubicBezTo>
                    <a:cubicBezTo>
                      <a:pt x="13928" y="72434"/>
                      <a:pt x="9471" y="70393"/>
                      <a:pt x="5820" y="66205"/>
                    </a:cubicBezTo>
                    <a:cubicBezTo>
                      <a:pt x="2168" y="62016"/>
                      <a:pt x="289" y="55948"/>
                      <a:pt x="289" y="48001"/>
                    </a:cubicBezTo>
                    <a:moveTo>
                      <a:pt x="8773" y="50256"/>
                    </a:moveTo>
                    <a:cubicBezTo>
                      <a:pt x="8773" y="54606"/>
                      <a:pt x="9471" y="57989"/>
                      <a:pt x="10921" y="60405"/>
                    </a:cubicBezTo>
                    <a:cubicBezTo>
                      <a:pt x="12908" y="63788"/>
                      <a:pt x="15808" y="65507"/>
                      <a:pt x="19674" y="65507"/>
                    </a:cubicBezTo>
                    <a:cubicBezTo>
                      <a:pt x="23057" y="65507"/>
                      <a:pt x="26172" y="63949"/>
                      <a:pt x="28910" y="60888"/>
                    </a:cubicBezTo>
                    <a:cubicBezTo>
                      <a:pt x="32938" y="56592"/>
                      <a:pt x="35945" y="50256"/>
                      <a:pt x="37932" y="41933"/>
                    </a:cubicBezTo>
                    <a:cubicBezTo>
                      <a:pt x="39973" y="33609"/>
                      <a:pt x="40939" y="26789"/>
                      <a:pt x="40939" y="21527"/>
                    </a:cubicBezTo>
                    <a:cubicBezTo>
                      <a:pt x="40939" y="16425"/>
                      <a:pt x="39973" y="12774"/>
                      <a:pt x="38039" y="10519"/>
                    </a:cubicBezTo>
                    <a:cubicBezTo>
                      <a:pt x="36106" y="8263"/>
                      <a:pt x="33529" y="7136"/>
                      <a:pt x="30307" y="7136"/>
                    </a:cubicBezTo>
                    <a:cubicBezTo>
                      <a:pt x="27998" y="7136"/>
                      <a:pt x="25850" y="7726"/>
                      <a:pt x="23809" y="8908"/>
                    </a:cubicBezTo>
                    <a:cubicBezTo>
                      <a:pt x="21822" y="10089"/>
                      <a:pt x="19889" y="12130"/>
                      <a:pt x="18063" y="15029"/>
                    </a:cubicBezTo>
                    <a:cubicBezTo>
                      <a:pt x="15432" y="19164"/>
                      <a:pt x="13177" y="25286"/>
                      <a:pt x="11243" y="33394"/>
                    </a:cubicBezTo>
                    <a:cubicBezTo>
                      <a:pt x="9579" y="40375"/>
                      <a:pt x="8773" y="45960"/>
                      <a:pt x="8773" y="502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7" name="Freihandform: Form 146">
                <a:extLst>
                  <a:ext uri="{FF2B5EF4-FFF2-40B4-BE49-F238E27FC236}">
                    <a16:creationId xmlns:a16="http://schemas.microsoft.com/office/drawing/2014/main" id="{006DF2F3-71A1-343B-81A3-31484F8EE339}"/>
                  </a:ext>
                </a:extLst>
              </p:cNvPr>
              <p:cNvSpPr/>
              <p:nvPr/>
            </p:nvSpPr>
            <p:spPr>
              <a:xfrm>
                <a:off x="7773937" y="1912805"/>
                <a:ext cx="49725" cy="72332"/>
              </a:xfrm>
              <a:custGeom>
                <a:avLst/>
                <a:gdLst>
                  <a:gd name="connsiteX0" fmla="*/ 293 w 49725"/>
                  <a:gd name="connsiteY0" fmla="*/ 52673 h 72332"/>
                  <a:gd name="connsiteX1" fmla="*/ 8777 w 49725"/>
                  <a:gd name="connsiteY1" fmla="*/ 51652 h 72332"/>
                  <a:gd name="connsiteX2" fmla="*/ 13073 w 49725"/>
                  <a:gd name="connsiteY2" fmla="*/ 62285 h 72332"/>
                  <a:gd name="connsiteX3" fmla="*/ 21719 w 49725"/>
                  <a:gd name="connsiteY3" fmla="*/ 65507 h 72332"/>
                  <a:gd name="connsiteX4" fmla="*/ 32942 w 49725"/>
                  <a:gd name="connsiteY4" fmla="*/ 60888 h 72332"/>
                  <a:gd name="connsiteX5" fmla="*/ 37614 w 49725"/>
                  <a:gd name="connsiteY5" fmla="*/ 50256 h 72332"/>
                  <a:gd name="connsiteX6" fmla="*/ 34123 w 49725"/>
                  <a:gd name="connsiteY6" fmla="*/ 41610 h 72332"/>
                  <a:gd name="connsiteX7" fmla="*/ 24619 w 49725"/>
                  <a:gd name="connsiteY7" fmla="*/ 38174 h 72332"/>
                  <a:gd name="connsiteX8" fmla="*/ 21826 w 49725"/>
                  <a:gd name="connsiteY8" fmla="*/ 38389 h 72332"/>
                  <a:gd name="connsiteX9" fmla="*/ 23330 w 49725"/>
                  <a:gd name="connsiteY9" fmla="*/ 31085 h 72332"/>
                  <a:gd name="connsiteX10" fmla="*/ 25746 w 49725"/>
                  <a:gd name="connsiteY10" fmla="*/ 31300 h 72332"/>
                  <a:gd name="connsiteX11" fmla="*/ 37292 w 49725"/>
                  <a:gd name="connsiteY11" fmla="*/ 27649 h 72332"/>
                  <a:gd name="connsiteX12" fmla="*/ 41319 w 49725"/>
                  <a:gd name="connsiteY12" fmla="*/ 18681 h 72332"/>
                  <a:gd name="connsiteX13" fmla="*/ 37990 w 49725"/>
                  <a:gd name="connsiteY13" fmla="*/ 10465 h 72332"/>
                  <a:gd name="connsiteX14" fmla="*/ 29881 w 49725"/>
                  <a:gd name="connsiteY14" fmla="*/ 7136 h 72332"/>
                  <a:gd name="connsiteX15" fmla="*/ 21450 w 49725"/>
                  <a:gd name="connsiteY15" fmla="*/ 10519 h 72332"/>
                  <a:gd name="connsiteX16" fmla="*/ 16671 w 49725"/>
                  <a:gd name="connsiteY16" fmla="*/ 20184 h 72332"/>
                  <a:gd name="connsiteX17" fmla="*/ 8079 w 49725"/>
                  <a:gd name="connsiteY17" fmla="*/ 18412 h 72332"/>
                  <a:gd name="connsiteX18" fmla="*/ 16241 w 49725"/>
                  <a:gd name="connsiteY18" fmla="*/ 4880 h 72332"/>
                  <a:gd name="connsiteX19" fmla="*/ 30525 w 49725"/>
                  <a:gd name="connsiteY19" fmla="*/ 101 h 72332"/>
                  <a:gd name="connsiteX20" fmla="*/ 44648 w 49725"/>
                  <a:gd name="connsiteY20" fmla="*/ 5363 h 72332"/>
                  <a:gd name="connsiteX21" fmla="*/ 50018 w 49725"/>
                  <a:gd name="connsiteY21" fmla="*/ 18359 h 72332"/>
                  <a:gd name="connsiteX22" fmla="*/ 47065 w 49725"/>
                  <a:gd name="connsiteY22" fmla="*/ 28132 h 72332"/>
                  <a:gd name="connsiteX23" fmla="*/ 38312 w 49725"/>
                  <a:gd name="connsiteY23" fmla="*/ 35059 h 72332"/>
                  <a:gd name="connsiteX24" fmla="*/ 44541 w 49725"/>
                  <a:gd name="connsiteY24" fmla="*/ 41020 h 72332"/>
                  <a:gd name="connsiteX25" fmla="*/ 46582 w 49725"/>
                  <a:gd name="connsiteY25" fmla="*/ 48967 h 72332"/>
                  <a:gd name="connsiteX26" fmla="*/ 39440 w 49725"/>
                  <a:gd name="connsiteY26" fmla="*/ 65453 h 72332"/>
                  <a:gd name="connsiteX27" fmla="*/ 22417 w 49725"/>
                  <a:gd name="connsiteY27" fmla="*/ 72434 h 72332"/>
                  <a:gd name="connsiteX28" fmla="*/ 6898 w 49725"/>
                  <a:gd name="connsiteY28" fmla="*/ 67064 h 72332"/>
                  <a:gd name="connsiteX29" fmla="*/ 293 w 49725"/>
                  <a:gd name="connsiteY29" fmla="*/ 5267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293" y="52673"/>
                    </a:moveTo>
                    <a:lnTo>
                      <a:pt x="8777" y="51652"/>
                    </a:lnTo>
                    <a:cubicBezTo>
                      <a:pt x="9422" y="56592"/>
                      <a:pt x="10871" y="60137"/>
                      <a:pt x="13073" y="62285"/>
                    </a:cubicBezTo>
                    <a:cubicBezTo>
                      <a:pt x="15275" y="64433"/>
                      <a:pt x="18175" y="65507"/>
                      <a:pt x="21719" y="65507"/>
                    </a:cubicBezTo>
                    <a:cubicBezTo>
                      <a:pt x="26068" y="65507"/>
                      <a:pt x="29774" y="63949"/>
                      <a:pt x="32942" y="60888"/>
                    </a:cubicBezTo>
                    <a:cubicBezTo>
                      <a:pt x="36056" y="57774"/>
                      <a:pt x="37614" y="54230"/>
                      <a:pt x="37614" y="50256"/>
                    </a:cubicBezTo>
                    <a:cubicBezTo>
                      <a:pt x="37614" y="46766"/>
                      <a:pt x="36486" y="43866"/>
                      <a:pt x="34123" y="41610"/>
                    </a:cubicBezTo>
                    <a:cubicBezTo>
                      <a:pt x="31760" y="39355"/>
                      <a:pt x="28592" y="38174"/>
                      <a:pt x="24619" y="38174"/>
                    </a:cubicBezTo>
                    <a:cubicBezTo>
                      <a:pt x="24189" y="38174"/>
                      <a:pt x="23276" y="38281"/>
                      <a:pt x="21826" y="38389"/>
                    </a:cubicBezTo>
                    <a:lnTo>
                      <a:pt x="23330" y="31085"/>
                    </a:lnTo>
                    <a:cubicBezTo>
                      <a:pt x="24189" y="31246"/>
                      <a:pt x="24994" y="31300"/>
                      <a:pt x="25746" y="31300"/>
                    </a:cubicBezTo>
                    <a:cubicBezTo>
                      <a:pt x="30740" y="31300"/>
                      <a:pt x="34607" y="30065"/>
                      <a:pt x="37292" y="27649"/>
                    </a:cubicBezTo>
                    <a:cubicBezTo>
                      <a:pt x="39977" y="25178"/>
                      <a:pt x="41319" y="22225"/>
                      <a:pt x="41319" y="18681"/>
                    </a:cubicBezTo>
                    <a:cubicBezTo>
                      <a:pt x="41319" y="15405"/>
                      <a:pt x="40191" y="12666"/>
                      <a:pt x="37990" y="10465"/>
                    </a:cubicBezTo>
                    <a:cubicBezTo>
                      <a:pt x="35788" y="8209"/>
                      <a:pt x="33103" y="7136"/>
                      <a:pt x="29881" y="7136"/>
                    </a:cubicBezTo>
                    <a:cubicBezTo>
                      <a:pt x="26766" y="7136"/>
                      <a:pt x="23974" y="8263"/>
                      <a:pt x="21450" y="10519"/>
                    </a:cubicBezTo>
                    <a:cubicBezTo>
                      <a:pt x="18980" y="12774"/>
                      <a:pt x="17369" y="15996"/>
                      <a:pt x="16671" y="20184"/>
                    </a:cubicBezTo>
                    <a:lnTo>
                      <a:pt x="8079" y="18412"/>
                    </a:lnTo>
                    <a:cubicBezTo>
                      <a:pt x="9475" y="12613"/>
                      <a:pt x="12214" y="8102"/>
                      <a:pt x="16241" y="4880"/>
                    </a:cubicBezTo>
                    <a:cubicBezTo>
                      <a:pt x="20269" y="1712"/>
                      <a:pt x="25048" y="101"/>
                      <a:pt x="30525" y="101"/>
                    </a:cubicBezTo>
                    <a:cubicBezTo>
                      <a:pt x="36325" y="101"/>
                      <a:pt x="41051" y="1873"/>
                      <a:pt x="44648" y="5363"/>
                    </a:cubicBezTo>
                    <a:cubicBezTo>
                      <a:pt x="48193" y="8908"/>
                      <a:pt x="50018" y="13203"/>
                      <a:pt x="50018" y="18359"/>
                    </a:cubicBezTo>
                    <a:cubicBezTo>
                      <a:pt x="50018" y="22064"/>
                      <a:pt x="49052" y="25340"/>
                      <a:pt x="47065" y="28132"/>
                    </a:cubicBezTo>
                    <a:cubicBezTo>
                      <a:pt x="45132" y="30924"/>
                      <a:pt x="42232" y="33233"/>
                      <a:pt x="38312" y="35059"/>
                    </a:cubicBezTo>
                    <a:cubicBezTo>
                      <a:pt x="41104" y="36724"/>
                      <a:pt x="43145" y="38657"/>
                      <a:pt x="44541" y="41020"/>
                    </a:cubicBezTo>
                    <a:cubicBezTo>
                      <a:pt x="45883" y="43329"/>
                      <a:pt x="46582" y="45960"/>
                      <a:pt x="46582" y="48967"/>
                    </a:cubicBezTo>
                    <a:cubicBezTo>
                      <a:pt x="46582" y="55304"/>
                      <a:pt x="44219" y="60835"/>
                      <a:pt x="39440" y="65453"/>
                    </a:cubicBezTo>
                    <a:cubicBezTo>
                      <a:pt x="34714" y="70125"/>
                      <a:pt x="29022" y="72434"/>
                      <a:pt x="22417" y="72434"/>
                    </a:cubicBezTo>
                    <a:cubicBezTo>
                      <a:pt x="16027" y="72434"/>
                      <a:pt x="10818" y="70662"/>
                      <a:pt x="6898" y="67064"/>
                    </a:cubicBezTo>
                    <a:cubicBezTo>
                      <a:pt x="2924" y="63466"/>
                      <a:pt x="722" y="58687"/>
                      <a:pt x="293" y="5267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8" name="Freihandform: Form 147">
                <a:extLst>
                  <a:ext uri="{FF2B5EF4-FFF2-40B4-BE49-F238E27FC236}">
                    <a16:creationId xmlns:a16="http://schemas.microsoft.com/office/drawing/2014/main" id="{4F63756C-4067-1861-CCBF-B59128780B88}"/>
                  </a:ext>
                </a:extLst>
              </p:cNvPr>
              <p:cNvSpPr/>
              <p:nvPr/>
            </p:nvSpPr>
            <p:spPr>
              <a:xfrm>
                <a:off x="7835531" y="1914094"/>
                <a:ext cx="46933" cy="69862"/>
              </a:xfrm>
              <a:custGeom>
                <a:avLst/>
                <a:gdLst>
                  <a:gd name="connsiteX0" fmla="*/ 2660 w 46933"/>
                  <a:gd name="connsiteY0" fmla="*/ 69964 h 69862"/>
                  <a:gd name="connsiteX1" fmla="*/ 7600 w 46933"/>
                  <a:gd name="connsiteY1" fmla="*/ 52780 h 69862"/>
                  <a:gd name="connsiteX2" fmla="*/ 19414 w 46933"/>
                  <a:gd name="connsiteY2" fmla="*/ 28669 h 69862"/>
                  <a:gd name="connsiteX3" fmla="*/ 35631 w 46933"/>
                  <a:gd name="connsiteY3" fmla="*/ 8102 h 69862"/>
                  <a:gd name="connsiteX4" fmla="*/ 297 w 46933"/>
                  <a:gd name="connsiteY4" fmla="*/ 8102 h 69862"/>
                  <a:gd name="connsiteX5" fmla="*/ 2015 w 46933"/>
                  <a:gd name="connsiteY5" fmla="*/ 101 h 69862"/>
                  <a:gd name="connsiteX6" fmla="*/ 47230 w 46933"/>
                  <a:gd name="connsiteY6" fmla="*/ 101 h 69862"/>
                  <a:gd name="connsiteX7" fmla="*/ 45565 w 46933"/>
                  <a:gd name="connsiteY7" fmla="*/ 8102 h 69862"/>
                  <a:gd name="connsiteX8" fmla="*/ 25482 w 46933"/>
                  <a:gd name="connsiteY8" fmla="*/ 34146 h 69862"/>
                  <a:gd name="connsiteX9" fmla="*/ 11788 w 46933"/>
                  <a:gd name="connsiteY9" fmla="*/ 69964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60" y="69964"/>
                    </a:moveTo>
                    <a:cubicBezTo>
                      <a:pt x="3465" y="65184"/>
                      <a:pt x="5076" y="59439"/>
                      <a:pt x="7600" y="52780"/>
                    </a:cubicBezTo>
                    <a:cubicBezTo>
                      <a:pt x="10607" y="44671"/>
                      <a:pt x="14527" y="36616"/>
                      <a:pt x="19414" y="28669"/>
                    </a:cubicBezTo>
                    <a:cubicBezTo>
                      <a:pt x="24247" y="20668"/>
                      <a:pt x="29670" y="13848"/>
                      <a:pt x="35631" y="8102"/>
                    </a:cubicBezTo>
                    <a:lnTo>
                      <a:pt x="297" y="8102"/>
                    </a:lnTo>
                    <a:lnTo>
                      <a:pt x="2015" y="101"/>
                    </a:lnTo>
                    <a:lnTo>
                      <a:pt x="47230" y="101"/>
                    </a:lnTo>
                    <a:lnTo>
                      <a:pt x="45565" y="8102"/>
                    </a:lnTo>
                    <a:cubicBezTo>
                      <a:pt x="37940" y="14814"/>
                      <a:pt x="31227" y="23514"/>
                      <a:pt x="25482" y="34146"/>
                    </a:cubicBezTo>
                    <a:cubicBezTo>
                      <a:pt x="18823" y="46443"/>
                      <a:pt x="14259" y="58365"/>
                      <a:pt x="11788" y="69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49" name="Freihandform: Form 148">
                <a:extLst>
                  <a:ext uri="{FF2B5EF4-FFF2-40B4-BE49-F238E27FC236}">
                    <a16:creationId xmlns:a16="http://schemas.microsoft.com/office/drawing/2014/main" id="{24A02605-EDB9-80C1-5211-DA237F6C3F0A}"/>
                  </a:ext>
                </a:extLst>
              </p:cNvPr>
              <p:cNvSpPr/>
              <p:nvPr/>
            </p:nvSpPr>
            <p:spPr>
              <a:xfrm>
                <a:off x="7884399" y="1912805"/>
                <a:ext cx="49833" cy="71151"/>
              </a:xfrm>
              <a:custGeom>
                <a:avLst/>
                <a:gdLst>
                  <a:gd name="connsiteX0" fmla="*/ 301 w 49833"/>
                  <a:gd name="connsiteY0" fmla="*/ 71252 h 71151"/>
                  <a:gd name="connsiteX1" fmla="*/ 4060 w 49833"/>
                  <a:gd name="connsiteY1" fmla="*/ 60620 h 71151"/>
                  <a:gd name="connsiteX2" fmla="*/ 10396 w 49833"/>
                  <a:gd name="connsiteY2" fmla="*/ 52511 h 71151"/>
                  <a:gd name="connsiteX3" fmla="*/ 25647 w 49833"/>
                  <a:gd name="connsiteY3" fmla="*/ 39624 h 71151"/>
                  <a:gd name="connsiteX4" fmla="*/ 35044 w 49833"/>
                  <a:gd name="connsiteY4" fmla="*/ 31569 h 71151"/>
                  <a:gd name="connsiteX5" fmla="*/ 40307 w 49833"/>
                  <a:gd name="connsiteY5" fmla="*/ 24158 h 71151"/>
                  <a:gd name="connsiteX6" fmla="*/ 41434 w 49833"/>
                  <a:gd name="connsiteY6" fmla="*/ 18842 h 71151"/>
                  <a:gd name="connsiteX7" fmla="*/ 37998 w 49833"/>
                  <a:gd name="connsiteY7" fmla="*/ 10519 h 71151"/>
                  <a:gd name="connsiteX8" fmla="*/ 29513 w 49833"/>
                  <a:gd name="connsiteY8" fmla="*/ 7136 h 71151"/>
                  <a:gd name="connsiteX9" fmla="*/ 20814 w 49833"/>
                  <a:gd name="connsiteY9" fmla="*/ 10572 h 71151"/>
                  <a:gd name="connsiteX10" fmla="*/ 15498 w 49833"/>
                  <a:gd name="connsiteY10" fmla="*/ 21688 h 71151"/>
                  <a:gd name="connsiteX11" fmla="*/ 6906 w 49833"/>
                  <a:gd name="connsiteY11" fmla="*/ 20399 h 71151"/>
                  <a:gd name="connsiteX12" fmla="*/ 14263 w 49833"/>
                  <a:gd name="connsiteY12" fmla="*/ 5525 h 71151"/>
                  <a:gd name="connsiteX13" fmla="*/ 29352 w 49833"/>
                  <a:gd name="connsiteY13" fmla="*/ 101 h 71151"/>
                  <a:gd name="connsiteX14" fmla="*/ 40307 w 49833"/>
                  <a:gd name="connsiteY14" fmla="*/ 2625 h 71151"/>
                  <a:gd name="connsiteX15" fmla="*/ 47664 w 49833"/>
                  <a:gd name="connsiteY15" fmla="*/ 9659 h 71151"/>
                  <a:gd name="connsiteX16" fmla="*/ 50134 w 49833"/>
                  <a:gd name="connsiteY16" fmla="*/ 19057 h 71151"/>
                  <a:gd name="connsiteX17" fmla="*/ 45086 w 49833"/>
                  <a:gd name="connsiteY17" fmla="*/ 32643 h 71151"/>
                  <a:gd name="connsiteX18" fmla="*/ 26936 w 49833"/>
                  <a:gd name="connsiteY18" fmla="*/ 48645 h 71151"/>
                  <a:gd name="connsiteX19" fmla="*/ 17270 w 49833"/>
                  <a:gd name="connsiteY19" fmla="*/ 57022 h 71151"/>
                  <a:gd name="connsiteX20" fmla="*/ 12544 w 49833"/>
                  <a:gd name="connsiteY20" fmla="*/ 63251 h 71151"/>
                  <a:gd name="connsiteX21" fmla="*/ 44227 w 49833"/>
                  <a:gd name="connsiteY21" fmla="*/ 63251 h 71151"/>
                  <a:gd name="connsiteX22" fmla="*/ 42562 w 49833"/>
                  <a:gd name="connsiteY22" fmla="*/ 71252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01" y="71252"/>
                    </a:moveTo>
                    <a:cubicBezTo>
                      <a:pt x="1214" y="67010"/>
                      <a:pt x="2449" y="63520"/>
                      <a:pt x="4060" y="60620"/>
                    </a:cubicBezTo>
                    <a:cubicBezTo>
                      <a:pt x="5617" y="57774"/>
                      <a:pt x="7765" y="55089"/>
                      <a:pt x="10396" y="52511"/>
                    </a:cubicBezTo>
                    <a:cubicBezTo>
                      <a:pt x="13028" y="49987"/>
                      <a:pt x="18129" y="45692"/>
                      <a:pt x="25647" y="39624"/>
                    </a:cubicBezTo>
                    <a:cubicBezTo>
                      <a:pt x="30265" y="36026"/>
                      <a:pt x="33379" y="33341"/>
                      <a:pt x="35044" y="31569"/>
                    </a:cubicBezTo>
                    <a:cubicBezTo>
                      <a:pt x="37461" y="29045"/>
                      <a:pt x="39233" y="26575"/>
                      <a:pt x="40307" y="24158"/>
                    </a:cubicBezTo>
                    <a:cubicBezTo>
                      <a:pt x="41059" y="22547"/>
                      <a:pt x="41434" y="20775"/>
                      <a:pt x="41434" y="18842"/>
                    </a:cubicBezTo>
                    <a:cubicBezTo>
                      <a:pt x="41434" y="15566"/>
                      <a:pt x="40253" y="12774"/>
                      <a:pt x="37998" y="10519"/>
                    </a:cubicBezTo>
                    <a:cubicBezTo>
                      <a:pt x="35689" y="8263"/>
                      <a:pt x="32843" y="7136"/>
                      <a:pt x="29513" y="7136"/>
                    </a:cubicBezTo>
                    <a:cubicBezTo>
                      <a:pt x="26184" y="7136"/>
                      <a:pt x="23284" y="8263"/>
                      <a:pt x="20814" y="10572"/>
                    </a:cubicBezTo>
                    <a:cubicBezTo>
                      <a:pt x="18290" y="12881"/>
                      <a:pt x="16518" y="16587"/>
                      <a:pt x="15498" y="21688"/>
                    </a:cubicBezTo>
                    <a:lnTo>
                      <a:pt x="6906" y="20399"/>
                    </a:lnTo>
                    <a:cubicBezTo>
                      <a:pt x="7765" y="14116"/>
                      <a:pt x="10181" y="9176"/>
                      <a:pt x="14263" y="5525"/>
                    </a:cubicBezTo>
                    <a:cubicBezTo>
                      <a:pt x="18290" y="1927"/>
                      <a:pt x="23338" y="101"/>
                      <a:pt x="29352" y="101"/>
                    </a:cubicBezTo>
                    <a:cubicBezTo>
                      <a:pt x="33379" y="101"/>
                      <a:pt x="37031" y="960"/>
                      <a:pt x="40307" y="2625"/>
                    </a:cubicBezTo>
                    <a:cubicBezTo>
                      <a:pt x="43582" y="4289"/>
                      <a:pt x="45999" y="6652"/>
                      <a:pt x="47664" y="9659"/>
                    </a:cubicBezTo>
                    <a:cubicBezTo>
                      <a:pt x="49328" y="12720"/>
                      <a:pt x="50134" y="15835"/>
                      <a:pt x="50134" y="19057"/>
                    </a:cubicBezTo>
                    <a:cubicBezTo>
                      <a:pt x="50134" y="23782"/>
                      <a:pt x="48469" y="28293"/>
                      <a:pt x="45086" y="32643"/>
                    </a:cubicBezTo>
                    <a:cubicBezTo>
                      <a:pt x="43045" y="35328"/>
                      <a:pt x="36977" y="40697"/>
                      <a:pt x="26936" y="48645"/>
                    </a:cubicBezTo>
                    <a:cubicBezTo>
                      <a:pt x="22586" y="52028"/>
                      <a:pt x="19418" y="54874"/>
                      <a:pt x="17270" y="57022"/>
                    </a:cubicBezTo>
                    <a:cubicBezTo>
                      <a:pt x="15176" y="59224"/>
                      <a:pt x="13565" y="61318"/>
                      <a:pt x="12544" y="63251"/>
                    </a:cubicBezTo>
                    <a:lnTo>
                      <a:pt x="44227" y="63251"/>
                    </a:lnTo>
                    <a:lnTo>
                      <a:pt x="42562" y="7125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0" name="Freihandform: Form 149">
                <a:extLst>
                  <a:ext uri="{FF2B5EF4-FFF2-40B4-BE49-F238E27FC236}">
                    <a16:creationId xmlns:a16="http://schemas.microsoft.com/office/drawing/2014/main" id="{38D7043E-F40B-2087-5DD3-351911BF00D9}"/>
                  </a:ext>
                </a:extLst>
              </p:cNvPr>
              <p:cNvSpPr/>
              <p:nvPr/>
            </p:nvSpPr>
            <p:spPr>
              <a:xfrm>
                <a:off x="7945631" y="1914094"/>
                <a:ext cx="46933" cy="69862"/>
              </a:xfrm>
              <a:custGeom>
                <a:avLst/>
                <a:gdLst>
                  <a:gd name="connsiteX0" fmla="*/ 2668 w 46933"/>
                  <a:gd name="connsiteY0" fmla="*/ 69964 h 69862"/>
                  <a:gd name="connsiteX1" fmla="*/ 7608 w 46933"/>
                  <a:gd name="connsiteY1" fmla="*/ 52780 h 69862"/>
                  <a:gd name="connsiteX2" fmla="*/ 19422 w 46933"/>
                  <a:gd name="connsiteY2" fmla="*/ 28669 h 69862"/>
                  <a:gd name="connsiteX3" fmla="*/ 35639 w 46933"/>
                  <a:gd name="connsiteY3" fmla="*/ 8102 h 69862"/>
                  <a:gd name="connsiteX4" fmla="*/ 305 w 46933"/>
                  <a:gd name="connsiteY4" fmla="*/ 8102 h 69862"/>
                  <a:gd name="connsiteX5" fmla="*/ 2023 w 46933"/>
                  <a:gd name="connsiteY5" fmla="*/ 101 h 69862"/>
                  <a:gd name="connsiteX6" fmla="*/ 47238 w 46933"/>
                  <a:gd name="connsiteY6" fmla="*/ 101 h 69862"/>
                  <a:gd name="connsiteX7" fmla="*/ 45573 w 46933"/>
                  <a:gd name="connsiteY7" fmla="*/ 8102 h 69862"/>
                  <a:gd name="connsiteX8" fmla="*/ 25490 w 46933"/>
                  <a:gd name="connsiteY8" fmla="*/ 34146 h 69862"/>
                  <a:gd name="connsiteX9" fmla="*/ 11796 w 46933"/>
                  <a:gd name="connsiteY9" fmla="*/ 69964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68" y="69964"/>
                    </a:moveTo>
                    <a:cubicBezTo>
                      <a:pt x="3473" y="65184"/>
                      <a:pt x="5084" y="59439"/>
                      <a:pt x="7608" y="52780"/>
                    </a:cubicBezTo>
                    <a:cubicBezTo>
                      <a:pt x="10615" y="44671"/>
                      <a:pt x="14535" y="36616"/>
                      <a:pt x="19422" y="28669"/>
                    </a:cubicBezTo>
                    <a:cubicBezTo>
                      <a:pt x="24255" y="20668"/>
                      <a:pt x="29678" y="13848"/>
                      <a:pt x="35639" y="8102"/>
                    </a:cubicBezTo>
                    <a:lnTo>
                      <a:pt x="305" y="8102"/>
                    </a:lnTo>
                    <a:lnTo>
                      <a:pt x="2023" y="101"/>
                    </a:lnTo>
                    <a:lnTo>
                      <a:pt x="47238" y="101"/>
                    </a:lnTo>
                    <a:lnTo>
                      <a:pt x="45573" y="8102"/>
                    </a:lnTo>
                    <a:cubicBezTo>
                      <a:pt x="37948" y="14814"/>
                      <a:pt x="31236" y="23514"/>
                      <a:pt x="25490" y="34146"/>
                    </a:cubicBezTo>
                    <a:cubicBezTo>
                      <a:pt x="18831" y="46443"/>
                      <a:pt x="14267" y="58365"/>
                      <a:pt x="11796" y="69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1" name="Freihandform: Form 150">
                <a:extLst>
                  <a:ext uri="{FF2B5EF4-FFF2-40B4-BE49-F238E27FC236}">
                    <a16:creationId xmlns:a16="http://schemas.microsoft.com/office/drawing/2014/main" id="{E995C4BF-639F-B5DF-195A-BD41D76EAA6B}"/>
                  </a:ext>
                </a:extLst>
              </p:cNvPr>
              <p:cNvSpPr/>
              <p:nvPr/>
            </p:nvSpPr>
            <p:spPr>
              <a:xfrm>
                <a:off x="8000674" y="1914094"/>
                <a:ext cx="46933" cy="69862"/>
              </a:xfrm>
              <a:custGeom>
                <a:avLst/>
                <a:gdLst>
                  <a:gd name="connsiteX0" fmla="*/ 2672 w 46933"/>
                  <a:gd name="connsiteY0" fmla="*/ 69964 h 69862"/>
                  <a:gd name="connsiteX1" fmla="*/ 7612 w 46933"/>
                  <a:gd name="connsiteY1" fmla="*/ 52780 h 69862"/>
                  <a:gd name="connsiteX2" fmla="*/ 19426 w 46933"/>
                  <a:gd name="connsiteY2" fmla="*/ 28669 h 69862"/>
                  <a:gd name="connsiteX3" fmla="*/ 35643 w 46933"/>
                  <a:gd name="connsiteY3" fmla="*/ 8102 h 69862"/>
                  <a:gd name="connsiteX4" fmla="*/ 309 w 46933"/>
                  <a:gd name="connsiteY4" fmla="*/ 8102 h 69862"/>
                  <a:gd name="connsiteX5" fmla="*/ 2027 w 46933"/>
                  <a:gd name="connsiteY5" fmla="*/ 101 h 69862"/>
                  <a:gd name="connsiteX6" fmla="*/ 47242 w 46933"/>
                  <a:gd name="connsiteY6" fmla="*/ 101 h 69862"/>
                  <a:gd name="connsiteX7" fmla="*/ 45577 w 46933"/>
                  <a:gd name="connsiteY7" fmla="*/ 8102 h 69862"/>
                  <a:gd name="connsiteX8" fmla="*/ 25494 w 46933"/>
                  <a:gd name="connsiteY8" fmla="*/ 34146 h 69862"/>
                  <a:gd name="connsiteX9" fmla="*/ 11800 w 46933"/>
                  <a:gd name="connsiteY9" fmla="*/ 69964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72" y="69964"/>
                    </a:moveTo>
                    <a:cubicBezTo>
                      <a:pt x="3477" y="65184"/>
                      <a:pt x="5088" y="59439"/>
                      <a:pt x="7612" y="52780"/>
                    </a:cubicBezTo>
                    <a:cubicBezTo>
                      <a:pt x="10619" y="44671"/>
                      <a:pt x="14539" y="36616"/>
                      <a:pt x="19426" y="28669"/>
                    </a:cubicBezTo>
                    <a:cubicBezTo>
                      <a:pt x="24259" y="20668"/>
                      <a:pt x="29682" y="13848"/>
                      <a:pt x="35643" y="8102"/>
                    </a:cubicBezTo>
                    <a:lnTo>
                      <a:pt x="309" y="8102"/>
                    </a:lnTo>
                    <a:lnTo>
                      <a:pt x="2027" y="101"/>
                    </a:lnTo>
                    <a:lnTo>
                      <a:pt x="47242" y="101"/>
                    </a:lnTo>
                    <a:lnTo>
                      <a:pt x="45577" y="8102"/>
                    </a:lnTo>
                    <a:cubicBezTo>
                      <a:pt x="37952" y="14814"/>
                      <a:pt x="31240" y="23514"/>
                      <a:pt x="25494" y="34146"/>
                    </a:cubicBezTo>
                    <a:cubicBezTo>
                      <a:pt x="18835" y="46443"/>
                      <a:pt x="14271" y="58365"/>
                      <a:pt x="11800" y="69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152" name="Grafik 4">
              <a:extLst>
                <a:ext uri="{FF2B5EF4-FFF2-40B4-BE49-F238E27FC236}">
                  <a16:creationId xmlns:a16="http://schemas.microsoft.com/office/drawing/2014/main" id="{1C81A308-22BB-499C-1537-A4DAAAD395B6}"/>
                </a:ext>
              </a:extLst>
            </p:cNvPr>
            <p:cNvGrpSpPr/>
            <p:nvPr/>
          </p:nvGrpSpPr>
          <p:grpSpPr>
            <a:xfrm>
              <a:off x="7206858" y="2039113"/>
              <a:ext cx="659243" cy="72332"/>
              <a:chOff x="7206858" y="2039113"/>
              <a:chExt cx="659243" cy="72332"/>
            </a:xfrm>
            <a:solidFill>
              <a:srgbClr val="000000"/>
            </a:solidFill>
          </p:grpSpPr>
          <p:sp>
            <p:nvSpPr>
              <p:cNvPr id="153" name="Freihandform: Form 152">
                <a:extLst>
                  <a:ext uri="{FF2B5EF4-FFF2-40B4-BE49-F238E27FC236}">
                    <a16:creationId xmlns:a16="http://schemas.microsoft.com/office/drawing/2014/main" id="{9465483D-60B7-5D3D-DA44-05B3E92EFA80}"/>
                  </a:ext>
                </a:extLst>
              </p:cNvPr>
              <p:cNvSpPr/>
              <p:nvPr/>
            </p:nvSpPr>
            <p:spPr>
              <a:xfrm>
                <a:off x="7206858" y="2039435"/>
                <a:ext cx="79206" cy="70829"/>
              </a:xfrm>
              <a:custGeom>
                <a:avLst/>
                <a:gdLst>
                  <a:gd name="connsiteX0" fmla="*/ 252 w 79206"/>
                  <a:gd name="connsiteY0" fmla="*/ 70939 h 70829"/>
                  <a:gd name="connsiteX1" fmla="*/ 34083 w 79206"/>
                  <a:gd name="connsiteY1" fmla="*/ 35122 h 70829"/>
                  <a:gd name="connsiteX2" fmla="*/ 13999 w 79206"/>
                  <a:gd name="connsiteY2" fmla="*/ 110 h 70829"/>
                  <a:gd name="connsiteX3" fmla="*/ 24417 w 79206"/>
                  <a:gd name="connsiteY3" fmla="*/ 110 h 70829"/>
                  <a:gd name="connsiteX4" fmla="*/ 33546 w 79206"/>
                  <a:gd name="connsiteY4" fmla="*/ 16112 h 70829"/>
                  <a:gd name="connsiteX5" fmla="*/ 37734 w 79206"/>
                  <a:gd name="connsiteY5" fmla="*/ 23523 h 70829"/>
                  <a:gd name="connsiteX6" fmla="*/ 40473 w 79206"/>
                  <a:gd name="connsiteY6" fmla="*/ 29161 h 70829"/>
                  <a:gd name="connsiteX7" fmla="*/ 51535 w 79206"/>
                  <a:gd name="connsiteY7" fmla="*/ 16488 h 70829"/>
                  <a:gd name="connsiteX8" fmla="*/ 67108 w 79206"/>
                  <a:gd name="connsiteY8" fmla="*/ 110 h 70829"/>
                  <a:gd name="connsiteX9" fmla="*/ 79459 w 79206"/>
                  <a:gd name="connsiteY9" fmla="*/ 110 h 70829"/>
                  <a:gd name="connsiteX10" fmla="*/ 45198 w 79206"/>
                  <a:gd name="connsiteY10" fmla="*/ 36679 h 70829"/>
                  <a:gd name="connsiteX11" fmla="*/ 64638 w 79206"/>
                  <a:gd name="connsiteY11" fmla="*/ 70939 h 70829"/>
                  <a:gd name="connsiteX12" fmla="*/ 54327 w 79206"/>
                  <a:gd name="connsiteY12" fmla="*/ 70939 h 70829"/>
                  <a:gd name="connsiteX13" fmla="*/ 42836 w 79206"/>
                  <a:gd name="connsiteY13" fmla="*/ 50212 h 70829"/>
                  <a:gd name="connsiteX14" fmla="*/ 38916 w 79206"/>
                  <a:gd name="connsiteY14" fmla="*/ 42371 h 70829"/>
                  <a:gd name="connsiteX15" fmla="*/ 32579 w 79206"/>
                  <a:gd name="connsiteY15" fmla="*/ 49889 h 70829"/>
                  <a:gd name="connsiteX16" fmla="*/ 12764 w 79206"/>
                  <a:gd name="connsiteY16" fmla="*/ 7093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52" y="70939"/>
                    </a:moveTo>
                    <a:lnTo>
                      <a:pt x="34083" y="35122"/>
                    </a:lnTo>
                    <a:lnTo>
                      <a:pt x="13999" y="110"/>
                    </a:lnTo>
                    <a:lnTo>
                      <a:pt x="24417" y="110"/>
                    </a:lnTo>
                    <a:lnTo>
                      <a:pt x="33546" y="16112"/>
                    </a:lnTo>
                    <a:cubicBezTo>
                      <a:pt x="35962" y="20355"/>
                      <a:pt x="37358" y="22825"/>
                      <a:pt x="37734" y="23523"/>
                    </a:cubicBezTo>
                    <a:cubicBezTo>
                      <a:pt x="38540" y="25134"/>
                      <a:pt x="39506" y="27013"/>
                      <a:pt x="40473" y="29161"/>
                    </a:cubicBezTo>
                    <a:cubicBezTo>
                      <a:pt x="42889" y="25939"/>
                      <a:pt x="46541" y="21751"/>
                      <a:pt x="51535" y="16488"/>
                    </a:cubicBezTo>
                    <a:lnTo>
                      <a:pt x="67108" y="110"/>
                    </a:lnTo>
                    <a:lnTo>
                      <a:pt x="79459" y="110"/>
                    </a:lnTo>
                    <a:lnTo>
                      <a:pt x="45198" y="36679"/>
                    </a:lnTo>
                    <a:lnTo>
                      <a:pt x="64638" y="70939"/>
                    </a:lnTo>
                    <a:lnTo>
                      <a:pt x="54327" y="70939"/>
                    </a:lnTo>
                    <a:lnTo>
                      <a:pt x="42836" y="50212"/>
                    </a:lnTo>
                    <a:cubicBezTo>
                      <a:pt x="41708" y="48171"/>
                      <a:pt x="40419" y="45593"/>
                      <a:pt x="38916" y="42371"/>
                    </a:cubicBezTo>
                    <a:cubicBezTo>
                      <a:pt x="37197" y="44734"/>
                      <a:pt x="35049" y="47204"/>
                      <a:pt x="32579" y="49889"/>
                    </a:cubicBezTo>
                    <a:lnTo>
                      <a:pt x="12764" y="7093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4" name="Freihandform: Form 153">
                <a:extLst>
                  <a:ext uri="{FF2B5EF4-FFF2-40B4-BE49-F238E27FC236}">
                    <a16:creationId xmlns:a16="http://schemas.microsoft.com/office/drawing/2014/main" id="{B2E96D9C-F461-859D-0812-FFCCCB5ED29C}"/>
                  </a:ext>
                </a:extLst>
              </p:cNvPr>
              <p:cNvSpPr/>
              <p:nvPr/>
            </p:nvSpPr>
            <p:spPr>
              <a:xfrm>
                <a:off x="7280227" y="2039435"/>
                <a:ext cx="64815" cy="70829"/>
              </a:xfrm>
              <a:custGeom>
                <a:avLst/>
                <a:gdLst>
                  <a:gd name="connsiteX0" fmla="*/ 257 w 64815"/>
                  <a:gd name="connsiteY0" fmla="*/ 70939 h 70829"/>
                  <a:gd name="connsiteX1" fmla="*/ 15078 w 64815"/>
                  <a:gd name="connsiteY1" fmla="*/ 110 h 70829"/>
                  <a:gd name="connsiteX2" fmla="*/ 44666 w 64815"/>
                  <a:gd name="connsiteY2" fmla="*/ 110 h 70829"/>
                  <a:gd name="connsiteX3" fmla="*/ 56212 w 64815"/>
                  <a:gd name="connsiteY3" fmla="*/ 1828 h 70829"/>
                  <a:gd name="connsiteX4" fmla="*/ 62548 w 64815"/>
                  <a:gd name="connsiteY4" fmla="*/ 7896 h 70829"/>
                  <a:gd name="connsiteX5" fmla="*/ 65072 w 64815"/>
                  <a:gd name="connsiteY5" fmla="*/ 17509 h 70829"/>
                  <a:gd name="connsiteX6" fmla="*/ 63300 w 64815"/>
                  <a:gd name="connsiteY6" fmla="*/ 26423 h 70829"/>
                  <a:gd name="connsiteX7" fmla="*/ 58789 w 64815"/>
                  <a:gd name="connsiteY7" fmla="*/ 33941 h 70829"/>
                  <a:gd name="connsiteX8" fmla="*/ 53258 w 64815"/>
                  <a:gd name="connsiteY8" fmla="*/ 38344 h 70829"/>
                  <a:gd name="connsiteX9" fmla="*/ 47244 w 64815"/>
                  <a:gd name="connsiteY9" fmla="*/ 40599 h 70829"/>
                  <a:gd name="connsiteX10" fmla="*/ 33443 w 64815"/>
                  <a:gd name="connsiteY10" fmla="*/ 42157 h 70829"/>
                  <a:gd name="connsiteX11" fmla="*/ 15722 w 64815"/>
                  <a:gd name="connsiteY11" fmla="*/ 42157 h 70829"/>
                  <a:gd name="connsiteX12" fmla="*/ 9762 w 64815"/>
                  <a:gd name="connsiteY12" fmla="*/ 70939 h 70829"/>
                  <a:gd name="connsiteX13" fmla="*/ 257 w 64815"/>
                  <a:gd name="connsiteY13" fmla="*/ 70939 h 70829"/>
                  <a:gd name="connsiteX14" fmla="*/ 17441 w 64815"/>
                  <a:gd name="connsiteY14" fmla="*/ 34155 h 70829"/>
                  <a:gd name="connsiteX15" fmla="*/ 33014 w 64815"/>
                  <a:gd name="connsiteY15" fmla="*/ 34155 h 70829"/>
                  <a:gd name="connsiteX16" fmla="*/ 46385 w 64815"/>
                  <a:gd name="connsiteY16" fmla="*/ 32222 h 70829"/>
                  <a:gd name="connsiteX17" fmla="*/ 53204 w 64815"/>
                  <a:gd name="connsiteY17" fmla="*/ 26262 h 70829"/>
                  <a:gd name="connsiteX18" fmla="*/ 55728 w 64815"/>
                  <a:gd name="connsiteY18" fmla="*/ 17723 h 70829"/>
                  <a:gd name="connsiteX19" fmla="*/ 54386 w 64815"/>
                  <a:gd name="connsiteY19" fmla="*/ 12031 h 70829"/>
                  <a:gd name="connsiteX20" fmla="*/ 50573 w 64815"/>
                  <a:gd name="connsiteY20" fmla="*/ 8809 h 70829"/>
                  <a:gd name="connsiteX21" fmla="*/ 41122 w 64815"/>
                  <a:gd name="connsiteY21" fmla="*/ 7789 h 70829"/>
                  <a:gd name="connsiteX22" fmla="*/ 22918 w 64815"/>
                  <a:gd name="connsiteY22" fmla="*/ 778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257" y="70939"/>
                    </a:moveTo>
                    <a:lnTo>
                      <a:pt x="15078" y="110"/>
                    </a:lnTo>
                    <a:lnTo>
                      <a:pt x="44666" y="110"/>
                    </a:lnTo>
                    <a:cubicBezTo>
                      <a:pt x="49821" y="110"/>
                      <a:pt x="53634" y="701"/>
                      <a:pt x="56212" y="1828"/>
                    </a:cubicBezTo>
                    <a:cubicBezTo>
                      <a:pt x="58789" y="3010"/>
                      <a:pt x="60883" y="5050"/>
                      <a:pt x="62548" y="7896"/>
                    </a:cubicBezTo>
                    <a:cubicBezTo>
                      <a:pt x="64213" y="10742"/>
                      <a:pt x="65072" y="13964"/>
                      <a:pt x="65072" y="17509"/>
                    </a:cubicBezTo>
                    <a:cubicBezTo>
                      <a:pt x="65072" y="20408"/>
                      <a:pt x="64481" y="23416"/>
                      <a:pt x="63300" y="26423"/>
                    </a:cubicBezTo>
                    <a:cubicBezTo>
                      <a:pt x="62118" y="29484"/>
                      <a:pt x="60615" y="31954"/>
                      <a:pt x="58789" y="33941"/>
                    </a:cubicBezTo>
                    <a:cubicBezTo>
                      <a:pt x="56963" y="35874"/>
                      <a:pt x="55084" y="37377"/>
                      <a:pt x="53258" y="38344"/>
                    </a:cubicBezTo>
                    <a:cubicBezTo>
                      <a:pt x="51379" y="39364"/>
                      <a:pt x="49392" y="40116"/>
                      <a:pt x="47244" y="40599"/>
                    </a:cubicBezTo>
                    <a:cubicBezTo>
                      <a:pt x="42679" y="41673"/>
                      <a:pt x="38115" y="42157"/>
                      <a:pt x="33443" y="42157"/>
                    </a:cubicBezTo>
                    <a:lnTo>
                      <a:pt x="15722" y="42157"/>
                    </a:lnTo>
                    <a:lnTo>
                      <a:pt x="9762" y="70939"/>
                    </a:lnTo>
                    <a:lnTo>
                      <a:pt x="257" y="70939"/>
                    </a:lnTo>
                    <a:moveTo>
                      <a:pt x="17441" y="34155"/>
                    </a:moveTo>
                    <a:lnTo>
                      <a:pt x="33014" y="34155"/>
                    </a:lnTo>
                    <a:cubicBezTo>
                      <a:pt x="39081" y="34155"/>
                      <a:pt x="43539" y="33511"/>
                      <a:pt x="46385" y="32222"/>
                    </a:cubicBezTo>
                    <a:cubicBezTo>
                      <a:pt x="49231" y="30880"/>
                      <a:pt x="51486" y="28893"/>
                      <a:pt x="53204" y="26262"/>
                    </a:cubicBezTo>
                    <a:cubicBezTo>
                      <a:pt x="54869" y="23577"/>
                      <a:pt x="55728" y="20731"/>
                      <a:pt x="55728" y="17723"/>
                    </a:cubicBezTo>
                    <a:cubicBezTo>
                      <a:pt x="55728" y="15414"/>
                      <a:pt x="55299" y="13535"/>
                      <a:pt x="54386" y="12031"/>
                    </a:cubicBezTo>
                    <a:cubicBezTo>
                      <a:pt x="53473" y="10581"/>
                      <a:pt x="52238" y="9507"/>
                      <a:pt x="50573" y="8809"/>
                    </a:cubicBezTo>
                    <a:cubicBezTo>
                      <a:pt x="48909" y="8111"/>
                      <a:pt x="45794" y="7789"/>
                      <a:pt x="41122" y="7789"/>
                    </a:cubicBezTo>
                    <a:lnTo>
                      <a:pt x="22918" y="778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5" name="Freihandform: Form 154">
                <a:extLst>
                  <a:ext uri="{FF2B5EF4-FFF2-40B4-BE49-F238E27FC236}">
                    <a16:creationId xmlns:a16="http://schemas.microsoft.com/office/drawing/2014/main" id="{79F609E2-4997-32D5-D2D1-733E57D0462E}"/>
                  </a:ext>
                </a:extLst>
              </p:cNvPr>
              <p:cNvSpPr/>
              <p:nvPr/>
            </p:nvSpPr>
            <p:spPr>
              <a:xfrm>
                <a:off x="7376487" y="2039113"/>
                <a:ext cx="48973" cy="72332"/>
              </a:xfrm>
              <a:custGeom>
                <a:avLst/>
                <a:gdLst>
                  <a:gd name="connsiteX0" fmla="*/ 264 w 48973"/>
                  <a:gd name="connsiteY0" fmla="*/ 48010 h 72332"/>
                  <a:gd name="connsiteX1" fmla="*/ 2949 w 48973"/>
                  <a:gd name="connsiteY1" fmla="*/ 29752 h 72332"/>
                  <a:gd name="connsiteX2" fmla="*/ 8963 w 48973"/>
                  <a:gd name="connsiteY2" fmla="*/ 14931 h 72332"/>
                  <a:gd name="connsiteX3" fmla="*/ 15729 w 48973"/>
                  <a:gd name="connsiteY3" fmla="*/ 6232 h 72332"/>
                  <a:gd name="connsiteX4" fmla="*/ 22710 w 48973"/>
                  <a:gd name="connsiteY4" fmla="*/ 1614 h 72332"/>
                  <a:gd name="connsiteX5" fmla="*/ 30228 w 48973"/>
                  <a:gd name="connsiteY5" fmla="*/ 110 h 72332"/>
                  <a:gd name="connsiteX6" fmla="*/ 43814 w 48973"/>
                  <a:gd name="connsiteY6" fmla="*/ 6178 h 72332"/>
                  <a:gd name="connsiteX7" fmla="*/ 49237 w 48973"/>
                  <a:gd name="connsiteY7" fmla="*/ 23630 h 72332"/>
                  <a:gd name="connsiteX8" fmla="*/ 45479 w 48973"/>
                  <a:gd name="connsiteY8" fmla="*/ 46882 h 72332"/>
                  <a:gd name="connsiteX9" fmla="*/ 33128 w 48973"/>
                  <a:gd name="connsiteY9" fmla="*/ 67288 h 72332"/>
                  <a:gd name="connsiteX10" fmla="*/ 19220 w 48973"/>
                  <a:gd name="connsiteY10" fmla="*/ 72443 h 72332"/>
                  <a:gd name="connsiteX11" fmla="*/ 5795 w 48973"/>
                  <a:gd name="connsiteY11" fmla="*/ 66214 h 72332"/>
                  <a:gd name="connsiteX12" fmla="*/ 264 w 48973"/>
                  <a:gd name="connsiteY12" fmla="*/ 48010 h 72332"/>
                  <a:gd name="connsiteX13" fmla="*/ 8748 w 48973"/>
                  <a:gd name="connsiteY13" fmla="*/ 50265 h 72332"/>
                  <a:gd name="connsiteX14" fmla="*/ 10896 w 48973"/>
                  <a:gd name="connsiteY14" fmla="*/ 60414 h 72332"/>
                  <a:gd name="connsiteX15" fmla="*/ 19649 w 48973"/>
                  <a:gd name="connsiteY15" fmla="*/ 65516 h 72332"/>
                  <a:gd name="connsiteX16" fmla="*/ 28885 w 48973"/>
                  <a:gd name="connsiteY16" fmla="*/ 60898 h 72332"/>
                  <a:gd name="connsiteX17" fmla="*/ 37907 w 48973"/>
                  <a:gd name="connsiteY17" fmla="*/ 41942 h 72332"/>
                  <a:gd name="connsiteX18" fmla="*/ 40914 w 48973"/>
                  <a:gd name="connsiteY18" fmla="*/ 21536 h 72332"/>
                  <a:gd name="connsiteX19" fmla="*/ 38014 w 48973"/>
                  <a:gd name="connsiteY19" fmla="*/ 10528 h 72332"/>
                  <a:gd name="connsiteX20" fmla="*/ 30282 w 48973"/>
                  <a:gd name="connsiteY20" fmla="*/ 7145 h 72332"/>
                  <a:gd name="connsiteX21" fmla="*/ 23784 w 48973"/>
                  <a:gd name="connsiteY21" fmla="*/ 8917 h 72332"/>
                  <a:gd name="connsiteX22" fmla="*/ 18038 w 48973"/>
                  <a:gd name="connsiteY22" fmla="*/ 15039 h 72332"/>
                  <a:gd name="connsiteX23" fmla="*/ 11218 w 48973"/>
                  <a:gd name="connsiteY23" fmla="*/ 33404 h 72332"/>
                  <a:gd name="connsiteX24" fmla="*/ 8748 w 48973"/>
                  <a:gd name="connsiteY24" fmla="*/ 5026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64" y="48010"/>
                    </a:moveTo>
                    <a:cubicBezTo>
                      <a:pt x="264" y="42049"/>
                      <a:pt x="1177" y="35928"/>
                      <a:pt x="2949" y="29752"/>
                    </a:cubicBezTo>
                    <a:cubicBezTo>
                      <a:pt x="4774" y="23577"/>
                      <a:pt x="6761" y="18636"/>
                      <a:pt x="8963" y="14931"/>
                    </a:cubicBezTo>
                    <a:cubicBezTo>
                      <a:pt x="11111" y="11226"/>
                      <a:pt x="13420" y="8326"/>
                      <a:pt x="15729" y="6232"/>
                    </a:cubicBezTo>
                    <a:cubicBezTo>
                      <a:pt x="18092" y="4138"/>
                      <a:pt x="20401" y="2580"/>
                      <a:pt x="22710" y="1614"/>
                    </a:cubicBezTo>
                    <a:cubicBezTo>
                      <a:pt x="24965" y="593"/>
                      <a:pt x="27489" y="110"/>
                      <a:pt x="30228" y="110"/>
                    </a:cubicBezTo>
                    <a:cubicBezTo>
                      <a:pt x="35652" y="110"/>
                      <a:pt x="40162" y="2151"/>
                      <a:pt x="43814" y="6178"/>
                    </a:cubicBezTo>
                    <a:cubicBezTo>
                      <a:pt x="47412" y="10205"/>
                      <a:pt x="49237" y="16005"/>
                      <a:pt x="49237" y="23630"/>
                    </a:cubicBezTo>
                    <a:cubicBezTo>
                      <a:pt x="49237" y="31417"/>
                      <a:pt x="48002" y="39203"/>
                      <a:pt x="45479" y="46882"/>
                    </a:cubicBezTo>
                    <a:cubicBezTo>
                      <a:pt x="42525" y="55957"/>
                      <a:pt x="38390" y="62777"/>
                      <a:pt x="33128" y="67288"/>
                    </a:cubicBezTo>
                    <a:cubicBezTo>
                      <a:pt x="29047" y="70725"/>
                      <a:pt x="24428" y="72443"/>
                      <a:pt x="19220" y="72443"/>
                    </a:cubicBezTo>
                    <a:cubicBezTo>
                      <a:pt x="13903" y="72443"/>
                      <a:pt x="9446" y="70402"/>
                      <a:pt x="5795" y="66214"/>
                    </a:cubicBezTo>
                    <a:cubicBezTo>
                      <a:pt x="2143" y="62025"/>
                      <a:pt x="264" y="55957"/>
                      <a:pt x="264" y="48010"/>
                    </a:cubicBezTo>
                    <a:moveTo>
                      <a:pt x="8748" y="50265"/>
                    </a:moveTo>
                    <a:cubicBezTo>
                      <a:pt x="8748" y="54615"/>
                      <a:pt x="9446" y="57998"/>
                      <a:pt x="10896" y="60414"/>
                    </a:cubicBezTo>
                    <a:cubicBezTo>
                      <a:pt x="12883" y="63797"/>
                      <a:pt x="15783" y="65516"/>
                      <a:pt x="19649" y="65516"/>
                    </a:cubicBezTo>
                    <a:cubicBezTo>
                      <a:pt x="23032" y="65516"/>
                      <a:pt x="26147" y="63959"/>
                      <a:pt x="28885" y="60898"/>
                    </a:cubicBezTo>
                    <a:cubicBezTo>
                      <a:pt x="32913" y="56602"/>
                      <a:pt x="35920" y="50265"/>
                      <a:pt x="37907" y="41942"/>
                    </a:cubicBezTo>
                    <a:cubicBezTo>
                      <a:pt x="39948" y="33618"/>
                      <a:pt x="40914" y="26799"/>
                      <a:pt x="40914" y="21536"/>
                    </a:cubicBezTo>
                    <a:cubicBezTo>
                      <a:pt x="40914" y="16435"/>
                      <a:pt x="39948" y="12783"/>
                      <a:pt x="38014" y="10528"/>
                    </a:cubicBezTo>
                    <a:cubicBezTo>
                      <a:pt x="36081" y="8272"/>
                      <a:pt x="33504" y="7145"/>
                      <a:pt x="30282" y="7145"/>
                    </a:cubicBezTo>
                    <a:cubicBezTo>
                      <a:pt x="27973" y="7145"/>
                      <a:pt x="25825" y="7735"/>
                      <a:pt x="23784" y="8917"/>
                    </a:cubicBezTo>
                    <a:cubicBezTo>
                      <a:pt x="21797" y="10098"/>
                      <a:pt x="19864" y="12139"/>
                      <a:pt x="18038" y="15039"/>
                    </a:cubicBezTo>
                    <a:cubicBezTo>
                      <a:pt x="15407" y="19173"/>
                      <a:pt x="13152" y="25295"/>
                      <a:pt x="11218" y="33404"/>
                    </a:cubicBezTo>
                    <a:cubicBezTo>
                      <a:pt x="9554" y="40385"/>
                      <a:pt x="8748" y="45969"/>
                      <a:pt x="8748" y="502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6" name="Freihandform: Form 155">
                <a:extLst>
                  <a:ext uri="{FF2B5EF4-FFF2-40B4-BE49-F238E27FC236}">
                    <a16:creationId xmlns:a16="http://schemas.microsoft.com/office/drawing/2014/main" id="{4AC71096-29B1-242C-E016-FFCAF37206F7}"/>
                  </a:ext>
                </a:extLst>
              </p:cNvPr>
              <p:cNvSpPr/>
              <p:nvPr/>
            </p:nvSpPr>
            <p:spPr>
              <a:xfrm>
                <a:off x="7431530" y="2039113"/>
                <a:ext cx="48973" cy="72332"/>
              </a:xfrm>
              <a:custGeom>
                <a:avLst/>
                <a:gdLst>
                  <a:gd name="connsiteX0" fmla="*/ 268 w 48973"/>
                  <a:gd name="connsiteY0" fmla="*/ 48010 h 72332"/>
                  <a:gd name="connsiteX1" fmla="*/ 2953 w 48973"/>
                  <a:gd name="connsiteY1" fmla="*/ 29752 h 72332"/>
                  <a:gd name="connsiteX2" fmla="*/ 8967 w 48973"/>
                  <a:gd name="connsiteY2" fmla="*/ 14931 h 72332"/>
                  <a:gd name="connsiteX3" fmla="*/ 15733 w 48973"/>
                  <a:gd name="connsiteY3" fmla="*/ 6232 h 72332"/>
                  <a:gd name="connsiteX4" fmla="*/ 22714 w 48973"/>
                  <a:gd name="connsiteY4" fmla="*/ 1614 h 72332"/>
                  <a:gd name="connsiteX5" fmla="*/ 30232 w 48973"/>
                  <a:gd name="connsiteY5" fmla="*/ 110 h 72332"/>
                  <a:gd name="connsiteX6" fmla="*/ 43818 w 48973"/>
                  <a:gd name="connsiteY6" fmla="*/ 6178 h 72332"/>
                  <a:gd name="connsiteX7" fmla="*/ 49241 w 48973"/>
                  <a:gd name="connsiteY7" fmla="*/ 23630 h 72332"/>
                  <a:gd name="connsiteX8" fmla="*/ 45483 w 48973"/>
                  <a:gd name="connsiteY8" fmla="*/ 46882 h 72332"/>
                  <a:gd name="connsiteX9" fmla="*/ 33132 w 48973"/>
                  <a:gd name="connsiteY9" fmla="*/ 67288 h 72332"/>
                  <a:gd name="connsiteX10" fmla="*/ 19224 w 48973"/>
                  <a:gd name="connsiteY10" fmla="*/ 72443 h 72332"/>
                  <a:gd name="connsiteX11" fmla="*/ 5799 w 48973"/>
                  <a:gd name="connsiteY11" fmla="*/ 66214 h 72332"/>
                  <a:gd name="connsiteX12" fmla="*/ 268 w 48973"/>
                  <a:gd name="connsiteY12" fmla="*/ 48010 h 72332"/>
                  <a:gd name="connsiteX13" fmla="*/ 8752 w 48973"/>
                  <a:gd name="connsiteY13" fmla="*/ 50265 h 72332"/>
                  <a:gd name="connsiteX14" fmla="*/ 10900 w 48973"/>
                  <a:gd name="connsiteY14" fmla="*/ 60414 h 72332"/>
                  <a:gd name="connsiteX15" fmla="*/ 19653 w 48973"/>
                  <a:gd name="connsiteY15" fmla="*/ 65516 h 72332"/>
                  <a:gd name="connsiteX16" fmla="*/ 28889 w 48973"/>
                  <a:gd name="connsiteY16" fmla="*/ 60898 h 72332"/>
                  <a:gd name="connsiteX17" fmla="*/ 37911 w 48973"/>
                  <a:gd name="connsiteY17" fmla="*/ 41942 h 72332"/>
                  <a:gd name="connsiteX18" fmla="*/ 40918 w 48973"/>
                  <a:gd name="connsiteY18" fmla="*/ 21536 h 72332"/>
                  <a:gd name="connsiteX19" fmla="*/ 38018 w 48973"/>
                  <a:gd name="connsiteY19" fmla="*/ 10528 h 72332"/>
                  <a:gd name="connsiteX20" fmla="*/ 30286 w 48973"/>
                  <a:gd name="connsiteY20" fmla="*/ 7145 h 72332"/>
                  <a:gd name="connsiteX21" fmla="*/ 23788 w 48973"/>
                  <a:gd name="connsiteY21" fmla="*/ 8917 h 72332"/>
                  <a:gd name="connsiteX22" fmla="*/ 18042 w 48973"/>
                  <a:gd name="connsiteY22" fmla="*/ 15039 h 72332"/>
                  <a:gd name="connsiteX23" fmla="*/ 11222 w 48973"/>
                  <a:gd name="connsiteY23" fmla="*/ 33404 h 72332"/>
                  <a:gd name="connsiteX24" fmla="*/ 8752 w 48973"/>
                  <a:gd name="connsiteY24" fmla="*/ 5026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68" y="48010"/>
                    </a:moveTo>
                    <a:cubicBezTo>
                      <a:pt x="268" y="42049"/>
                      <a:pt x="1181" y="35928"/>
                      <a:pt x="2953" y="29752"/>
                    </a:cubicBezTo>
                    <a:cubicBezTo>
                      <a:pt x="4778" y="23577"/>
                      <a:pt x="6765" y="18636"/>
                      <a:pt x="8967" y="14931"/>
                    </a:cubicBezTo>
                    <a:cubicBezTo>
                      <a:pt x="11115" y="11226"/>
                      <a:pt x="13424" y="8326"/>
                      <a:pt x="15733" y="6232"/>
                    </a:cubicBezTo>
                    <a:cubicBezTo>
                      <a:pt x="18096" y="4138"/>
                      <a:pt x="20405" y="2580"/>
                      <a:pt x="22714" y="1614"/>
                    </a:cubicBezTo>
                    <a:cubicBezTo>
                      <a:pt x="24969" y="593"/>
                      <a:pt x="27493" y="110"/>
                      <a:pt x="30232" y="110"/>
                    </a:cubicBezTo>
                    <a:cubicBezTo>
                      <a:pt x="35656" y="110"/>
                      <a:pt x="40166" y="2151"/>
                      <a:pt x="43818" y="6178"/>
                    </a:cubicBezTo>
                    <a:cubicBezTo>
                      <a:pt x="47416" y="10205"/>
                      <a:pt x="49241" y="16005"/>
                      <a:pt x="49241" y="23630"/>
                    </a:cubicBezTo>
                    <a:cubicBezTo>
                      <a:pt x="49241" y="31417"/>
                      <a:pt x="48006" y="39203"/>
                      <a:pt x="45483" y="46882"/>
                    </a:cubicBezTo>
                    <a:cubicBezTo>
                      <a:pt x="42529" y="55957"/>
                      <a:pt x="38394" y="62777"/>
                      <a:pt x="33132" y="67288"/>
                    </a:cubicBezTo>
                    <a:cubicBezTo>
                      <a:pt x="29051" y="70725"/>
                      <a:pt x="24432" y="72443"/>
                      <a:pt x="19224" y="72443"/>
                    </a:cubicBezTo>
                    <a:cubicBezTo>
                      <a:pt x="13907" y="72443"/>
                      <a:pt x="9450" y="70402"/>
                      <a:pt x="5799" y="66214"/>
                    </a:cubicBezTo>
                    <a:cubicBezTo>
                      <a:pt x="2147" y="62025"/>
                      <a:pt x="268" y="55957"/>
                      <a:pt x="268" y="48010"/>
                    </a:cubicBezTo>
                    <a:moveTo>
                      <a:pt x="8752" y="50265"/>
                    </a:moveTo>
                    <a:cubicBezTo>
                      <a:pt x="8752" y="54615"/>
                      <a:pt x="9450" y="57998"/>
                      <a:pt x="10900" y="60414"/>
                    </a:cubicBezTo>
                    <a:cubicBezTo>
                      <a:pt x="12887" y="63797"/>
                      <a:pt x="15787" y="65516"/>
                      <a:pt x="19653" y="65516"/>
                    </a:cubicBezTo>
                    <a:cubicBezTo>
                      <a:pt x="23036" y="65516"/>
                      <a:pt x="26151" y="63959"/>
                      <a:pt x="28889" y="60898"/>
                    </a:cubicBezTo>
                    <a:cubicBezTo>
                      <a:pt x="32917" y="56602"/>
                      <a:pt x="35924" y="50265"/>
                      <a:pt x="37911" y="41942"/>
                    </a:cubicBezTo>
                    <a:cubicBezTo>
                      <a:pt x="39952" y="33618"/>
                      <a:pt x="40918" y="26799"/>
                      <a:pt x="40918" y="21536"/>
                    </a:cubicBezTo>
                    <a:cubicBezTo>
                      <a:pt x="40918" y="16435"/>
                      <a:pt x="39952" y="12783"/>
                      <a:pt x="38018" y="10528"/>
                    </a:cubicBezTo>
                    <a:cubicBezTo>
                      <a:pt x="36085" y="8272"/>
                      <a:pt x="33508" y="7145"/>
                      <a:pt x="30286" y="7145"/>
                    </a:cubicBezTo>
                    <a:cubicBezTo>
                      <a:pt x="27977" y="7145"/>
                      <a:pt x="25829" y="7735"/>
                      <a:pt x="23788" y="8917"/>
                    </a:cubicBezTo>
                    <a:cubicBezTo>
                      <a:pt x="21801" y="10098"/>
                      <a:pt x="19868" y="12139"/>
                      <a:pt x="18042" y="15039"/>
                    </a:cubicBezTo>
                    <a:cubicBezTo>
                      <a:pt x="15411" y="19173"/>
                      <a:pt x="13156" y="25295"/>
                      <a:pt x="11222" y="33404"/>
                    </a:cubicBezTo>
                    <a:cubicBezTo>
                      <a:pt x="9558" y="40385"/>
                      <a:pt x="8752" y="45969"/>
                      <a:pt x="8752" y="502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7" name="Freihandform: Form 156">
                <a:extLst>
                  <a:ext uri="{FF2B5EF4-FFF2-40B4-BE49-F238E27FC236}">
                    <a16:creationId xmlns:a16="http://schemas.microsoft.com/office/drawing/2014/main" id="{3B638EBA-87AC-5418-E26B-01CC92DBB228}"/>
                  </a:ext>
                </a:extLst>
              </p:cNvPr>
              <p:cNvSpPr/>
              <p:nvPr/>
            </p:nvSpPr>
            <p:spPr>
              <a:xfrm>
                <a:off x="7486466" y="2040402"/>
                <a:ext cx="49779" cy="71044"/>
              </a:xfrm>
              <a:custGeom>
                <a:avLst/>
                <a:gdLst>
                  <a:gd name="connsiteX0" fmla="*/ 325 w 49779"/>
                  <a:gd name="connsiteY0" fmla="*/ 49728 h 71044"/>
                  <a:gd name="connsiteX1" fmla="*/ 9186 w 49779"/>
                  <a:gd name="connsiteY1" fmla="*/ 48869 h 71044"/>
                  <a:gd name="connsiteX2" fmla="*/ 9078 w 49779"/>
                  <a:gd name="connsiteY2" fmla="*/ 51124 h 71044"/>
                  <a:gd name="connsiteX3" fmla="*/ 10743 w 49779"/>
                  <a:gd name="connsiteY3" fmla="*/ 57568 h 71044"/>
                  <a:gd name="connsiteX4" fmla="*/ 15146 w 49779"/>
                  <a:gd name="connsiteY4" fmla="*/ 62509 h 71044"/>
                  <a:gd name="connsiteX5" fmla="*/ 21000 w 49779"/>
                  <a:gd name="connsiteY5" fmla="*/ 64227 h 71044"/>
                  <a:gd name="connsiteX6" fmla="*/ 29269 w 49779"/>
                  <a:gd name="connsiteY6" fmla="*/ 61435 h 71044"/>
                  <a:gd name="connsiteX7" fmla="*/ 36089 w 49779"/>
                  <a:gd name="connsiteY7" fmla="*/ 53272 h 71044"/>
                  <a:gd name="connsiteX8" fmla="*/ 38667 w 49779"/>
                  <a:gd name="connsiteY8" fmla="*/ 42640 h 71044"/>
                  <a:gd name="connsiteX9" fmla="*/ 35176 w 49779"/>
                  <a:gd name="connsiteY9" fmla="*/ 33081 h 71044"/>
                  <a:gd name="connsiteX10" fmla="*/ 25994 w 49779"/>
                  <a:gd name="connsiteY10" fmla="*/ 29537 h 71044"/>
                  <a:gd name="connsiteX11" fmla="*/ 18744 w 49779"/>
                  <a:gd name="connsiteY11" fmla="*/ 31363 h 71044"/>
                  <a:gd name="connsiteX12" fmla="*/ 12408 w 49779"/>
                  <a:gd name="connsiteY12" fmla="*/ 36894 h 71044"/>
                  <a:gd name="connsiteX13" fmla="*/ 4729 w 49779"/>
                  <a:gd name="connsiteY13" fmla="*/ 36357 h 71044"/>
                  <a:gd name="connsiteX14" fmla="*/ 15415 w 49779"/>
                  <a:gd name="connsiteY14" fmla="*/ 110 h 71044"/>
                  <a:gd name="connsiteX15" fmla="*/ 50051 w 49779"/>
                  <a:gd name="connsiteY15" fmla="*/ 110 h 71044"/>
                  <a:gd name="connsiteX16" fmla="*/ 48333 w 49779"/>
                  <a:gd name="connsiteY16" fmla="*/ 8111 h 71044"/>
                  <a:gd name="connsiteX17" fmla="*/ 21429 w 49779"/>
                  <a:gd name="connsiteY17" fmla="*/ 8111 h 71044"/>
                  <a:gd name="connsiteX18" fmla="*/ 16113 w 49779"/>
                  <a:gd name="connsiteY18" fmla="*/ 26154 h 71044"/>
                  <a:gd name="connsiteX19" fmla="*/ 22288 w 49779"/>
                  <a:gd name="connsiteY19" fmla="*/ 22879 h 71044"/>
                  <a:gd name="connsiteX20" fmla="*/ 28786 w 49779"/>
                  <a:gd name="connsiteY20" fmla="*/ 21805 h 71044"/>
                  <a:gd name="connsiteX21" fmla="*/ 42104 w 49779"/>
                  <a:gd name="connsiteY21" fmla="*/ 27175 h 71044"/>
                  <a:gd name="connsiteX22" fmla="*/ 47312 w 49779"/>
                  <a:gd name="connsiteY22" fmla="*/ 41834 h 71044"/>
                  <a:gd name="connsiteX23" fmla="*/ 43768 w 49779"/>
                  <a:gd name="connsiteY23" fmla="*/ 56924 h 71044"/>
                  <a:gd name="connsiteX24" fmla="*/ 33941 w 49779"/>
                  <a:gd name="connsiteY24" fmla="*/ 67503 h 71044"/>
                  <a:gd name="connsiteX25" fmla="*/ 20409 w 49779"/>
                  <a:gd name="connsiteY25" fmla="*/ 71154 h 71044"/>
                  <a:gd name="connsiteX26" fmla="*/ 9615 w 49779"/>
                  <a:gd name="connsiteY26" fmla="*/ 68416 h 71044"/>
                  <a:gd name="connsiteX27" fmla="*/ 2581 w 49779"/>
                  <a:gd name="connsiteY27" fmla="*/ 60844 h 71044"/>
                  <a:gd name="connsiteX28" fmla="*/ 272 w 49779"/>
                  <a:gd name="connsiteY28" fmla="*/ 51178 h 71044"/>
                  <a:gd name="connsiteX29" fmla="*/ 325 w 49779"/>
                  <a:gd name="connsiteY29" fmla="*/ 49728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25" y="49728"/>
                    </a:moveTo>
                    <a:lnTo>
                      <a:pt x="9186" y="48869"/>
                    </a:lnTo>
                    <a:cubicBezTo>
                      <a:pt x="9132" y="50104"/>
                      <a:pt x="9078" y="50856"/>
                      <a:pt x="9078" y="51124"/>
                    </a:cubicBezTo>
                    <a:cubicBezTo>
                      <a:pt x="9078" y="53272"/>
                      <a:pt x="9669" y="55420"/>
                      <a:pt x="10743" y="57568"/>
                    </a:cubicBezTo>
                    <a:cubicBezTo>
                      <a:pt x="11817" y="59716"/>
                      <a:pt x="13267" y="61381"/>
                      <a:pt x="15146" y="62509"/>
                    </a:cubicBezTo>
                    <a:cubicBezTo>
                      <a:pt x="16972" y="63636"/>
                      <a:pt x="18905" y="64227"/>
                      <a:pt x="21000" y="64227"/>
                    </a:cubicBezTo>
                    <a:cubicBezTo>
                      <a:pt x="23685" y="64227"/>
                      <a:pt x="26477" y="63314"/>
                      <a:pt x="29269" y="61435"/>
                    </a:cubicBezTo>
                    <a:cubicBezTo>
                      <a:pt x="32062" y="59555"/>
                      <a:pt x="34317" y="56817"/>
                      <a:pt x="36089" y="53272"/>
                    </a:cubicBezTo>
                    <a:cubicBezTo>
                      <a:pt x="37808" y="49675"/>
                      <a:pt x="38667" y="46130"/>
                      <a:pt x="38667" y="42640"/>
                    </a:cubicBezTo>
                    <a:cubicBezTo>
                      <a:pt x="38667" y="38666"/>
                      <a:pt x="37539" y="35498"/>
                      <a:pt x="35176" y="33081"/>
                    </a:cubicBezTo>
                    <a:cubicBezTo>
                      <a:pt x="32867" y="30719"/>
                      <a:pt x="29753" y="29537"/>
                      <a:pt x="25994" y="29537"/>
                    </a:cubicBezTo>
                    <a:cubicBezTo>
                      <a:pt x="23416" y="29537"/>
                      <a:pt x="21000" y="30128"/>
                      <a:pt x="18744" y="31363"/>
                    </a:cubicBezTo>
                    <a:cubicBezTo>
                      <a:pt x="16489" y="32598"/>
                      <a:pt x="14341" y="34424"/>
                      <a:pt x="12408" y="36894"/>
                    </a:cubicBezTo>
                    <a:lnTo>
                      <a:pt x="4729" y="36357"/>
                    </a:lnTo>
                    <a:lnTo>
                      <a:pt x="15415" y="110"/>
                    </a:lnTo>
                    <a:lnTo>
                      <a:pt x="50051" y="110"/>
                    </a:lnTo>
                    <a:lnTo>
                      <a:pt x="48333" y="8111"/>
                    </a:lnTo>
                    <a:lnTo>
                      <a:pt x="21429" y="8111"/>
                    </a:lnTo>
                    <a:lnTo>
                      <a:pt x="16113" y="26154"/>
                    </a:lnTo>
                    <a:cubicBezTo>
                      <a:pt x="18100" y="24704"/>
                      <a:pt x="20140" y="23577"/>
                      <a:pt x="22288" y="22879"/>
                    </a:cubicBezTo>
                    <a:cubicBezTo>
                      <a:pt x="24383" y="22127"/>
                      <a:pt x="26531" y="21805"/>
                      <a:pt x="28786" y="21805"/>
                    </a:cubicBezTo>
                    <a:cubicBezTo>
                      <a:pt x="34210" y="21805"/>
                      <a:pt x="38613" y="23577"/>
                      <a:pt x="42104" y="27175"/>
                    </a:cubicBezTo>
                    <a:cubicBezTo>
                      <a:pt x="45594" y="30719"/>
                      <a:pt x="47312" y="35605"/>
                      <a:pt x="47312" y="41834"/>
                    </a:cubicBezTo>
                    <a:cubicBezTo>
                      <a:pt x="47312" y="47312"/>
                      <a:pt x="46131" y="52306"/>
                      <a:pt x="43768" y="56924"/>
                    </a:cubicBezTo>
                    <a:cubicBezTo>
                      <a:pt x="41352" y="61488"/>
                      <a:pt x="38076" y="65033"/>
                      <a:pt x="33941" y="67503"/>
                    </a:cubicBezTo>
                    <a:cubicBezTo>
                      <a:pt x="29753" y="69973"/>
                      <a:pt x="25242" y="71154"/>
                      <a:pt x="20409" y="71154"/>
                    </a:cubicBezTo>
                    <a:cubicBezTo>
                      <a:pt x="16328" y="71154"/>
                      <a:pt x="12784" y="70241"/>
                      <a:pt x="9615" y="68416"/>
                    </a:cubicBezTo>
                    <a:cubicBezTo>
                      <a:pt x="6501" y="66590"/>
                      <a:pt x="4192" y="64066"/>
                      <a:pt x="2581" y="60844"/>
                    </a:cubicBezTo>
                    <a:cubicBezTo>
                      <a:pt x="1024" y="57622"/>
                      <a:pt x="272" y="54400"/>
                      <a:pt x="272" y="51178"/>
                    </a:cubicBezTo>
                    <a:cubicBezTo>
                      <a:pt x="272" y="50856"/>
                      <a:pt x="272" y="50373"/>
                      <a:pt x="325" y="4972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8" name="Freihandform: Form 157">
                <a:extLst>
                  <a:ext uri="{FF2B5EF4-FFF2-40B4-BE49-F238E27FC236}">
                    <a16:creationId xmlns:a16="http://schemas.microsoft.com/office/drawing/2014/main" id="{D9FDB7AB-8082-A1A1-87C9-22D6AADC3F95}"/>
                  </a:ext>
                </a:extLst>
              </p:cNvPr>
              <p:cNvSpPr/>
              <p:nvPr/>
            </p:nvSpPr>
            <p:spPr>
              <a:xfrm>
                <a:off x="7546624" y="2040402"/>
                <a:ext cx="46933" cy="69862"/>
              </a:xfrm>
              <a:custGeom>
                <a:avLst/>
                <a:gdLst>
                  <a:gd name="connsiteX0" fmla="*/ 2639 w 46933"/>
                  <a:gd name="connsiteY0" fmla="*/ 69973 h 69862"/>
                  <a:gd name="connsiteX1" fmla="*/ 7579 w 46933"/>
                  <a:gd name="connsiteY1" fmla="*/ 52789 h 69862"/>
                  <a:gd name="connsiteX2" fmla="*/ 19393 w 46933"/>
                  <a:gd name="connsiteY2" fmla="*/ 28678 h 69862"/>
                  <a:gd name="connsiteX3" fmla="*/ 35610 w 46933"/>
                  <a:gd name="connsiteY3" fmla="*/ 8111 h 69862"/>
                  <a:gd name="connsiteX4" fmla="*/ 276 w 46933"/>
                  <a:gd name="connsiteY4" fmla="*/ 8111 h 69862"/>
                  <a:gd name="connsiteX5" fmla="*/ 1994 w 46933"/>
                  <a:gd name="connsiteY5" fmla="*/ 110 h 69862"/>
                  <a:gd name="connsiteX6" fmla="*/ 47209 w 46933"/>
                  <a:gd name="connsiteY6" fmla="*/ 110 h 69862"/>
                  <a:gd name="connsiteX7" fmla="*/ 45544 w 46933"/>
                  <a:gd name="connsiteY7" fmla="*/ 8111 h 69862"/>
                  <a:gd name="connsiteX8" fmla="*/ 25461 w 46933"/>
                  <a:gd name="connsiteY8" fmla="*/ 34155 h 69862"/>
                  <a:gd name="connsiteX9" fmla="*/ 11767 w 46933"/>
                  <a:gd name="connsiteY9" fmla="*/ 69973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39" y="69973"/>
                    </a:moveTo>
                    <a:cubicBezTo>
                      <a:pt x="3444" y="65194"/>
                      <a:pt x="5055" y="59448"/>
                      <a:pt x="7579" y="52789"/>
                    </a:cubicBezTo>
                    <a:cubicBezTo>
                      <a:pt x="10586" y="44681"/>
                      <a:pt x="14506" y="36626"/>
                      <a:pt x="19393" y="28678"/>
                    </a:cubicBezTo>
                    <a:cubicBezTo>
                      <a:pt x="24226" y="20677"/>
                      <a:pt x="29649" y="13857"/>
                      <a:pt x="35610" y="8111"/>
                    </a:cubicBezTo>
                    <a:lnTo>
                      <a:pt x="276" y="8111"/>
                    </a:lnTo>
                    <a:lnTo>
                      <a:pt x="1994" y="110"/>
                    </a:lnTo>
                    <a:lnTo>
                      <a:pt x="47209" y="110"/>
                    </a:lnTo>
                    <a:lnTo>
                      <a:pt x="45544" y="8111"/>
                    </a:lnTo>
                    <a:cubicBezTo>
                      <a:pt x="37919" y="14824"/>
                      <a:pt x="31206" y="23523"/>
                      <a:pt x="25461" y="34155"/>
                    </a:cubicBezTo>
                    <a:cubicBezTo>
                      <a:pt x="18802" y="46453"/>
                      <a:pt x="14238" y="58374"/>
                      <a:pt x="11767" y="6997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59" name="Freihandform: Form 158">
                <a:extLst>
                  <a:ext uri="{FF2B5EF4-FFF2-40B4-BE49-F238E27FC236}">
                    <a16:creationId xmlns:a16="http://schemas.microsoft.com/office/drawing/2014/main" id="{CFB94C5A-ED30-B37D-5E72-1EC880B5A58A}"/>
                  </a:ext>
                </a:extLst>
              </p:cNvPr>
              <p:cNvSpPr/>
              <p:nvPr/>
            </p:nvSpPr>
            <p:spPr>
              <a:xfrm>
                <a:off x="7596566" y="2040402"/>
                <a:ext cx="49779" cy="71044"/>
              </a:xfrm>
              <a:custGeom>
                <a:avLst/>
                <a:gdLst>
                  <a:gd name="connsiteX0" fmla="*/ 333 w 49779"/>
                  <a:gd name="connsiteY0" fmla="*/ 49728 h 71044"/>
                  <a:gd name="connsiteX1" fmla="*/ 9194 w 49779"/>
                  <a:gd name="connsiteY1" fmla="*/ 48869 h 71044"/>
                  <a:gd name="connsiteX2" fmla="*/ 9086 w 49779"/>
                  <a:gd name="connsiteY2" fmla="*/ 51124 h 71044"/>
                  <a:gd name="connsiteX3" fmla="*/ 10751 w 49779"/>
                  <a:gd name="connsiteY3" fmla="*/ 57568 h 71044"/>
                  <a:gd name="connsiteX4" fmla="*/ 15154 w 49779"/>
                  <a:gd name="connsiteY4" fmla="*/ 62509 h 71044"/>
                  <a:gd name="connsiteX5" fmla="*/ 21008 w 49779"/>
                  <a:gd name="connsiteY5" fmla="*/ 64227 h 71044"/>
                  <a:gd name="connsiteX6" fmla="*/ 29277 w 49779"/>
                  <a:gd name="connsiteY6" fmla="*/ 61435 h 71044"/>
                  <a:gd name="connsiteX7" fmla="*/ 36097 w 49779"/>
                  <a:gd name="connsiteY7" fmla="*/ 53272 h 71044"/>
                  <a:gd name="connsiteX8" fmla="*/ 38675 w 49779"/>
                  <a:gd name="connsiteY8" fmla="*/ 42640 h 71044"/>
                  <a:gd name="connsiteX9" fmla="*/ 35184 w 49779"/>
                  <a:gd name="connsiteY9" fmla="*/ 33081 h 71044"/>
                  <a:gd name="connsiteX10" fmla="*/ 26002 w 49779"/>
                  <a:gd name="connsiteY10" fmla="*/ 29537 h 71044"/>
                  <a:gd name="connsiteX11" fmla="*/ 18752 w 49779"/>
                  <a:gd name="connsiteY11" fmla="*/ 31363 h 71044"/>
                  <a:gd name="connsiteX12" fmla="*/ 12416 w 49779"/>
                  <a:gd name="connsiteY12" fmla="*/ 36894 h 71044"/>
                  <a:gd name="connsiteX13" fmla="*/ 4737 w 49779"/>
                  <a:gd name="connsiteY13" fmla="*/ 36357 h 71044"/>
                  <a:gd name="connsiteX14" fmla="*/ 15423 w 49779"/>
                  <a:gd name="connsiteY14" fmla="*/ 110 h 71044"/>
                  <a:gd name="connsiteX15" fmla="*/ 50059 w 49779"/>
                  <a:gd name="connsiteY15" fmla="*/ 110 h 71044"/>
                  <a:gd name="connsiteX16" fmla="*/ 48341 w 49779"/>
                  <a:gd name="connsiteY16" fmla="*/ 8111 h 71044"/>
                  <a:gd name="connsiteX17" fmla="*/ 21437 w 49779"/>
                  <a:gd name="connsiteY17" fmla="*/ 8111 h 71044"/>
                  <a:gd name="connsiteX18" fmla="*/ 16121 w 49779"/>
                  <a:gd name="connsiteY18" fmla="*/ 26154 h 71044"/>
                  <a:gd name="connsiteX19" fmla="*/ 22296 w 49779"/>
                  <a:gd name="connsiteY19" fmla="*/ 22879 h 71044"/>
                  <a:gd name="connsiteX20" fmla="*/ 28794 w 49779"/>
                  <a:gd name="connsiteY20" fmla="*/ 21805 h 71044"/>
                  <a:gd name="connsiteX21" fmla="*/ 42112 w 49779"/>
                  <a:gd name="connsiteY21" fmla="*/ 27175 h 71044"/>
                  <a:gd name="connsiteX22" fmla="*/ 47320 w 49779"/>
                  <a:gd name="connsiteY22" fmla="*/ 41834 h 71044"/>
                  <a:gd name="connsiteX23" fmla="*/ 43776 w 49779"/>
                  <a:gd name="connsiteY23" fmla="*/ 56924 h 71044"/>
                  <a:gd name="connsiteX24" fmla="*/ 33949 w 49779"/>
                  <a:gd name="connsiteY24" fmla="*/ 67503 h 71044"/>
                  <a:gd name="connsiteX25" fmla="*/ 20417 w 49779"/>
                  <a:gd name="connsiteY25" fmla="*/ 71154 h 71044"/>
                  <a:gd name="connsiteX26" fmla="*/ 9623 w 49779"/>
                  <a:gd name="connsiteY26" fmla="*/ 68416 h 71044"/>
                  <a:gd name="connsiteX27" fmla="*/ 2589 w 49779"/>
                  <a:gd name="connsiteY27" fmla="*/ 60844 h 71044"/>
                  <a:gd name="connsiteX28" fmla="*/ 280 w 49779"/>
                  <a:gd name="connsiteY28" fmla="*/ 51178 h 71044"/>
                  <a:gd name="connsiteX29" fmla="*/ 333 w 49779"/>
                  <a:gd name="connsiteY29" fmla="*/ 49728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33" y="49728"/>
                    </a:moveTo>
                    <a:lnTo>
                      <a:pt x="9194" y="48869"/>
                    </a:lnTo>
                    <a:cubicBezTo>
                      <a:pt x="9140" y="50104"/>
                      <a:pt x="9086" y="50856"/>
                      <a:pt x="9086" y="51124"/>
                    </a:cubicBezTo>
                    <a:cubicBezTo>
                      <a:pt x="9086" y="53272"/>
                      <a:pt x="9677" y="55420"/>
                      <a:pt x="10751" y="57568"/>
                    </a:cubicBezTo>
                    <a:cubicBezTo>
                      <a:pt x="11825" y="59716"/>
                      <a:pt x="13275" y="61381"/>
                      <a:pt x="15154" y="62509"/>
                    </a:cubicBezTo>
                    <a:cubicBezTo>
                      <a:pt x="16980" y="63636"/>
                      <a:pt x="18913" y="64227"/>
                      <a:pt x="21008" y="64227"/>
                    </a:cubicBezTo>
                    <a:cubicBezTo>
                      <a:pt x="23693" y="64227"/>
                      <a:pt x="26485" y="63314"/>
                      <a:pt x="29277" y="61435"/>
                    </a:cubicBezTo>
                    <a:cubicBezTo>
                      <a:pt x="32070" y="59555"/>
                      <a:pt x="34325" y="56817"/>
                      <a:pt x="36097" y="53272"/>
                    </a:cubicBezTo>
                    <a:cubicBezTo>
                      <a:pt x="37816" y="49675"/>
                      <a:pt x="38675" y="46130"/>
                      <a:pt x="38675" y="42640"/>
                    </a:cubicBezTo>
                    <a:cubicBezTo>
                      <a:pt x="38675" y="38666"/>
                      <a:pt x="37547" y="35498"/>
                      <a:pt x="35184" y="33081"/>
                    </a:cubicBezTo>
                    <a:cubicBezTo>
                      <a:pt x="32875" y="30719"/>
                      <a:pt x="29761" y="29537"/>
                      <a:pt x="26002" y="29537"/>
                    </a:cubicBezTo>
                    <a:cubicBezTo>
                      <a:pt x="23424" y="29537"/>
                      <a:pt x="21008" y="30128"/>
                      <a:pt x="18752" y="31363"/>
                    </a:cubicBezTo>
                    <a:cubicBezTo>
                      <a:pt x="16497" y="32598"/>
                      <a:pt x="14349" y="34424"/>
                      <a:pt x="12416" y="36894"/>
                    </a:cubicBezTo>
                    <a:lnTo>
                      <a:pt x="4737" y="36357"/>
                    </a:lnTo>
                    <a:lnTo>
                      <a:pt x="15423" y="110"/>
                    </a:lnTo>
                    <a:lnTo>
                      <a:pt x="50059" y="110"/>
                    </a:lnTo>
                    <a:lnTo>
                      <a:pt x="48341" y="8111"/>
                    </a:lnTo>
                    <a:lnTo>
                      <a:pt x="21437" y="8111"/>
                    </a:lnTo>
                    <a:lnTo>
                      <a:pt x="16121" y="26154"/>
                    </a:lnTo>
                    <a:cubicBezTo>
                      <a:pt x="18108" y="24704"/>
                      <a:pt x="20148" y="23577"/>
                      <a:pt x="22296" y="22879"/>
                    </a:cubicBezTo>
                    <a:cubicBezTo>
                      <a:pt x="24391" y="22127"/>
                      <a:pt x="26539" y="21805"/>
                      <a:pt x="28794" y="21805"/>
                    </a:cubicBezTo>
                    <a:cubicBezTo>
                      <a:pt x="34218" y="21805"/>
                      <a:pt x="38621" y="23577"/>
                      <a:pt x="42112" y="27175"/>
                    </a:cubicBezTo>
                    <a:cubicBezTo>
                      <a:pt x="45602" y="30719"/>
                      <a:pt x="47320" y="35605"/>
                      <a:pt x="47320" y="41834"/>
                    </a:cubicBezTo>
                    <a:cubicBezTo>
                      <a:pt x="47320" y="47312"/>
                      <a:pt x="46139" y="52306"/>
                      <a:pt x="43776" y="56924"/>
                    </a:cubicBezTo>
                    <a:cubicBezTo>
                      <a:pt x="41360" y="61488"/>
                      <a:pt x="38084" y="65033"/>
                      <a:pt x="33949" y="67503"/>
                    </a:cubicBezTo>
                    <a:cubicBezTo>
                      <a:pt x="29761" y="69973"/>
                      <a:pt x="25250" y="71154"/>
                      <a:pt x="20417" y="71154"/>
                    </a:cubicBezTo>
                    <a:cubicBezTo>
                      <a:pt x="16336" y="71154"/>
                      <a:pt x="12792" y="70241"/>
                      <a:pt x="9623" y="68416"/>
                    </a:cubicBezTo>
                    <a:cubicBezTo>
                      <a:pt x="6509" y="66590"/>
                      <a:pt x="4200" y="64066"/>
                      <a:pt x="2589" y="60844"/>
                    </a:cubicBezTo>
                    <a:cubicBezTo>
                      <a:pt x="1032" y="57622"/>
                      <a:pt x="280" y="54400"/>
                      <a:pt x="280" y="51178"/>
                    </a:cubicBezTo>
                    <a:cubicBezTo>
                      <a:pt x="280" y="50856"/>
                      <a:pt x="280" y="50373"/>
                      <a:pt x="333" y="4972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0" name="Freihandform: Form 159">
                <a:extLst>
                  <a:ext uri="{FF2B5EF4-FFF2-40B4-BE49-F238E27FC236}">
                    <a16:creationId xmlns:a16="http://schemas.microsoft.com/office/drawing/2014/main" id="{4E2A71DE-9E5C-D912-CFF3-7BE5DC13E7E7}"/>
                  </a:ext>
                </a:extLst>
              </p:cNvPr>
              <p:cNvSpPr/>
              <p:nvPr/>
            </p:nvSpPr>
            <p:spPr>
              <a:xfrm>
                <a:off x="7656710" y="2040402"/>
                <a:ext cx="46933" cy="69862"/>
              </a:xfrm>
              <a:custGeom>
                <a:avLst/>
                <a:gdLst>
                  <a:gd name="connsiteX0" fmla="*/ 2647 w 46933"/>
                  <a:gd name="connsiteY0" fmla="*/ 69973 h 69862"/>
                  <a:gd name="connsiteX1" fmla="*/ 7587 w 46933"/>
                  <a:gd name="connsiteY1" fmla="*/ 52789 h 69862"/>
                  <a:gd name="connsiteX2" fmla="*/ 19401 w 46933"/>
                  <a:gd name="connsiteY2" fmla="*/ 28678 h 69862"/>
                  <a:gd name="connsiteX3" fmla="*/ 35618 w 46933"/>
                  <a:gd name="connsiteY3" fmla="*/ 8111 h 69862"/>
                  <a:gd name="connsiteX4" fmla="*/ 284 w 46933"/>
                  <a:gd name="connsiteY4" fmla="*/ 8111 h 69862"/>
                  <a:gd name="connsiteX5" fmla="*/ 2002 w 46933"/>
                  <a:gd name="connsiteY5" fmla="*/ 110 h 69862"/>
                  <a:gd name="connsiteX6" fmla="*/ 47217 w 46933"/>
                  <a:gd name="connsiteY6" fmla="*/ 110 h 69862"/>
                  <a:gd name="connsiteX7" fmla="*/ 45552 w 46933"/>
                  <a:gd name="connsiteY7" fmla="*/ 8111 h 69862"/>
                  <a:gd name="connsiteX8" fmla="*/ 25469 w 46933"/>
                  <a:gd name="connsiteY8" fmla="*/ 34155 h 69862"/>
                  <a:gd name="connsiteX9" fmla="*/ 11775 w 46933"/>
                  <a:gd name="connsiteY9" fmla="*/ 69973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47" y="69973"/>
                    </a:moveTo>
                    <a:cubicBezTo>
                      <a:pt x="3452" y="65194"/>
                      <a:pt x="5063" y="59448"/>
                      <a:pt x="7587" y="52789"/>
                    </a:cubicBezTo>
                    <a:cubicBezTo>
                      <a:pt x="10594" y="44681"/>
                      <a:pt x="14514" y="36626"/>
                      <a:pt x="19401" y="28678"/>
                    </a:cubicBezTo>
                    <a:cubicBezTo>
                      <a:pt x="24234" y="20677"/>
                      <a:pt x="29657" y="13857"/>
                      <a:pt x="35618" y="8111"/>
                    </a:cubicBezTo>
                    <a:lnTo>
                      <a:pt x="284" y="8111"/>
                    </a:lnTo>
                    <a:lnTo>
                      <a:pt x="2002" y="110"/>
                    </a:lnTo>
                    <a:lnTo>
                      <a:pt x="47217" y="110"/>
                    </a:lnTo>
                    <a:lnTo>
                      <a:pt x="45552" y="8111"/>
                    </a:lnTo>
                    <a:cubicBezTo>
                      <a:pt x="37927" y="14824"/>
                      <a:pt x="31214" y="23523"/>
                      <a:pt x="25469" y="34155"/>
                    </a:cubicBezTo>
                    <a:cubicBezTo>
                      <a:pt x="18810" y="46453"/>
                      <a:pt x="14246" y="58374"/>
                      <a:pt x="11775" y="6997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1" name="Freihandform: Form 160">
                <a:extLst>
                  <a:ext uri="{FF2B5EF4-FFF2-40B4-BE49-F238E27FC236}">
                    <a16:creationId xmlns:a16="http://schemas.microsoft.com/office/drawing/2014/main" id="{8A0BD6B7-25B4-FBF5-26C4-64E154F64DE8}"/>
                  </a:ext>
                </a:extLst>
              </p:cNvPr>
              <p:cNvSpPr/>
              <p:nvPr/>
            </p:nvSpPr>
            <p:spPr>
              <a:xfrm>
                <a:off x="7708062" y="2039113"/>
                <a:ext cx="47953" cy="72332"/>
              </a:xfrm>
              <a:custGeom>
                <a:avLst/>
                <a:gdLst>
                  <a:gd name="connsiteX0" fmla="*/ 11941 w 47953"/>
                  <a:gd name="connsiteY0" fmla="*/ 30182 h 72332"/>
                  <a:gd name="connsiteX1" fmla="*/ 19244 w 47953"/>
                  <a:gd name="connsiteY1" fmla="*/ 25617 h 72332"/>
                  <a:gd name="connsiteX2" fmla="*/ 26493 w 47953"/>
                  <a:gd name="connsiteY2" fmla="*/ 24114 h 72332"/>
                  <a:gd name="connsiteX3" fmla="*/ 39810 w 47953"/>
                  <a:gd name="connsiteY3" fmla="*/ 29591 h 72332"/>
                  <a:gd name="connsiteX4" fmla="*/ 45073 w 47953"/>
                  <a:gd name="connsiteY4" fmla="*/ 44466 h 72332"/>
                  <a:gd name="connsiteX5" fmla="*/ 37233 w 47953"/>
                  <a:gd name="connsiteY5" fmla="*/ 65086 h 72332"/>
                  <a:gd name="connsiteX6" fmla="*/ 20801 w 47953"/>
                  <a:gd name="connsiteY6" fmla="*/ 72443 h 72332"/>
                  <a:gd name="connsiteX7" fmla="*/ 6141 w 47953"/>
                  <a:gd name="connsiteY7" fmla="*/ 65999 h 72332"/>
                  <a:gd name="connsiteX8" fmla="*/ 288 w 47953"/>
                  <a:gd name="connsiteY8" fmla="*/ 47634 h 72332"/>
                  <a:gd name="connsiteX9" fmla="*/ 4047 w 47953"/>
                  <a:gd name="connsiteY9" fmla="*/ 25564 h 72332"/>
                  <a:gd name="connsiteX10" fmla="*/ 11242 w 47953"/>
                  <a:gd name="connsiteY10" fmla="*/ 11118 h 72332"/>
                  <a:gd name="connsiteX11" fmla="*/ 20318 w 47953"/>
                  <a:gd name="connsiteY11" fmla="*/ 2795 h 72332"/>
                  <a:gd name="connsiteX12" fmla="*/ 31165 w 47953"/>
                  <a:gd name="connsiteY12" fmla="*/ 110 h 72332"/>
                  <a:gd name="connsiteX13" fmla="*/ 42979 w 47953"/>
                  <a:gd name="connsiteY13" fmla="*/ 4621 h 72332"/>
                  <a:gd name="connsiteX14" fmla="*/ 48241 w 47953"/>
                  <a:gd name="connsiteY14" fmla="*/ 17562 h 72332"/>
                  <a:gd name="connsiteX15" fmla="*/ 40079 w 47953"/>
                  <a:gd name="connsiteY15" fmla="*/ 18368 h 72332"/>
                  <a:gd name="connsiteX16" fmla="*/ 36857 w 47953"/>
                  <a:gd name="connsiteY16" fmla="*/ 10045 h 72332"/>
                  <a:gd name="connsiteX17" fmla="*/ 30520 w 47953"/>
                  <a:gd name="connsiteY17" fmla="*/ 7467 h 72332"/>
                  <a:gd name="connsiteX18" fmla="*/ 22680 w 47953"/>
                  <a:gd name="connsiteY18" fmla="*/ 10528 h 72332"/>
                  <a:gd name="connsiteX19" fmla="*/ 15861 w 47953"/>
                  <a:gd name="connsiteY19" fmla="*/ 19549 h 72332"/>
                  <a:gd name="connsiteX20" fmla="*/ 11941 w 47953"/>
                  <a:gd name="connsiteY20" fmla="*/ 30182 h 72332"/>
                  <a:gd name="connsiteX21" fmla="*/ 8880 w 47953"/>
                  <a:gd name="connsiteY21" fmla="*/ 51339 h 72332"/>
                  <a:gd name="connsiteX22" fmla="*/ 12585 w 47953"/>
                  <a:gd name="connsiteY22" fmla="*/ 61435 h 72332"/>
                  <a:gd name="connsiteX23" fmla="*/ 21016 w 47953"/>
                  <a:gd name="connsiteY23" fmla="*/ 65516 h 72332"/>
                  <a:gd name="connsiteX24" fmla="*/ 27997 w 47953"/>
                  <a:gd name="connsiteY24" fmla="*/ 63046 h 72332"/>
                  <a:gd name="connsiteX25" fmla="*/ 34226 w 47953"/>
                  <a:gd name="connsiteY25" fmla="*/ 55474 h 72332"/>
                  <a:gd name="connsiteX26" fmla="*/ 36750 w 47953"/>
                  <a:gd name="connsiteY26" fmla="*/ 45379 h 72332"/>
                  <a:gd name="connsiteX27" fmla="*/ 33205 w 47953"/>
                  <a:gd name="connsiteY27" fmla="*/ 35015 h 72332"/>
                  <a:gd name="connsiteX28" fmla="*/ 24613 w 47953"/>
                  <a:gd name="connsiteY28" fmla="*/ 31094 h 72332"/>
                  <a:gd name="connsiteX29" fmla="*/ 13874 w 47953"/>
                  <a:gd name="connsiteY29" fmla="*/ 36787 h 72332"/>
                  <a:gd name="connsiteX30" fmla="*/ 8880 w 47953"/>
                  <a:gd name="connsiteY30" fmla="*/ 5133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41" y="30182"/>
                    </a:moveTo>
                    <a:cubicBezTo>
                      <a:pt x="14357" y="28141"/>
                      <a:pt x="16827" y="26638"/>
                      <a:pt x="19244" y="25617"/>
                    </a:cubicBezTo>
                    <a:cubicBezTo>
                      <a:pt x="21660" y="24597"/>
                      <a:pt x="24077" y="24114"/>
                      <a:pt x="26493" y="24114"/>
                    </a:cubicBezTo>
                    <a:cubicBezTo>
                      <a:pt x="31863" y="24114"/>
                      <a:pt x="36320" y="25939"/>
                      <a:pt x="39810" y="29591"/>
                    </a:cubicBezTo>
                    <a:cubicBezTo>
                      <a:pt x="43301" y="33296"/>
                      <a:pt x="45073" y="38237"/>
                      <a:pt x="45073" y="44466"/>
                    </a:cubicBezTo>
                    <a:cubicBezTo>
                      <a:pt x="45073" y="52467"/>
                      <a:pt x="42495" y="59340"/>
                      <a:pt x="37233" y="65086"/>
                    </a:cubicBezTo>
                    <a:cubicBezTo>
                      <a:pt x="32722" y="70027"/>
                      <a:pt x="27245" y="72443"/>
                      <a:pt x="20801" y="72443"/>
                    </a:cubicBezTo>
                    <a:cubicBezTo>
                      <a:pt x="14948" y="72443"/>
                      <a:pt x="10061" y="70295"/>
                      <a:pt x="6141" y="65999"/>
                    </a:cubicBezTo>
                    <a:cubicBezTo>
                      <a:pt x="2221" y="61703"/>
                      <a:pt x="288" y="55582"/>
                      <a:pt x="288" y="47634"/>
                    </a:cubicBezTo>
                    <a:cubicBezTo>
                      <a:pt x="288" y="40492"/>
                      <a:pt x="1523" y="33135"/>
                      <a:pt x="4047" y="25564"/>
                    </a:cubicBezTo>
                    <a:cubicBezTo>
                      <a:pt x="5980" y="19710"/>
                      <a:pt x="8396" y="14877"/>
                      <a:pt x="11242" y="11118"/>
                    </a:cubicBezTo>
                    <a:cubicBezTo>
                      <a:pt x="14089" y="7306"/>
                      <a:pt x="17096" y="4567"/>
                      <a:pt x="20318" y="2795"/>
                    </a:cubicBezTo>
                    <a:cubicBezTo>
                      <a:pt x="23540" y="1023"/>
                      <a:pt x="27137" y="110"/>
                      <a:pt x="31165" y="110"/>
                    </a:cubicBezTo>
                    <a:cubicBezTo>
                      <a:pt x="35998" y="110"/>
                      <a:pt x="39918" y="1614"/>
                      <a:pt x="42979" y="4621"/>
                    </a:cubicBezTo>
                    <a:cubicBezTo>
                      <a:pt x="46040" y="7628"/>
                      <a:pt x="47812" y="11978"/>
                      <a:pt x="48241" y="17562"/>
                    </a:cubicBezTo>
                    <a:lnTo>
                      <a:pt x="40079" y="18368"/>
                    </a:lnTo>
                    <a:cubicBezTo>
                      <a:pt x="39649" y="14501"/>
                      <a:pt x="38575" y="11763"/>
                      <a:pt x="36857" y="10045"/>
                    </a:cubicBezTo>
                    <a:cubicBezTo>
                      <a:pt x="35139" y="8326"/>
                      <a:pt x="32991" y="7467"/>
                      <a:pt x="30520" y="7467"/>
                    </a:cubicBezTo>
                    <a:cubicBezTo>
                      <a:pt x="27943" y="7467"/>
                      <a:pt x="25312" y="8487"/>
                      <a:pt x="22680" y="10528"/>
                    </a:cubicBezTo>
                    <a:cubicBezTo>
                      <a:pt x="19995" y="12515"/>
                      <a:pt x="17740" y="15522"/>
                      <a:pt x="15861" y="19549"/>
                    </a:cubicBezTo>
                    <a:cubicBezTo>
                      <a:pt x="13927" y="23523"/>
                      <a:pt x="12639" y="27067"/>
                      <a:pt x="11941" y="30182"/>
                    </a:cubicBezTo>
                    <a:moveTo>
                      <a:pt x="8880" y="51339"/>
                    </a:moveTo>
                    <a:cubicBezTo>
                      <a:pt x="8880" y="55367"/>
                      <a:pt x="10115" y="58696"/>
                      <a:pt x="12585" y="61435"/>
                    </a:cubicBezTo>
                    <a:cubicBezTo>
                      <a:pt x="15109" y="64173"/>
                      <a:pt x="17901" y="65516"/>
                      <a:pt x="21016" y="65516"/>
                    </a:cubicBezTo>
                    <a:cubicBezTo>
                      <a:pt x="23217" y="65516"/>
                      <a:pt x="25526" y="64657"/>
                      <a:pt x="27997" y="63046"/>
                    </a:cubicBezTo>
                    <a:cubicBezTo>
                      <a:pt x="30413" y="61381"/>
                      <a:pt x="32507" y="58857"/>
                      <a:pt x="34226" y="55474"/>
                    </a:cubicBezTo>
                    <a:cubicBezTo>
                      <a:pt x="35890" y="52091"/>
                      <a:pt x="36750" y="48708"/>
                      <a:pt x="36750" y="45379"/>
                    </a:cubicBezTo>
                    <a:cubicBezTo>
                      <a:pt x="36750" y="41029"/>
                      <a:pt x="35568" y="37592"/>
                      <a:pt x="33205" y="35015"/>
                    </a:cubicBezTo>
                    <a:cubicBezTo>
                      <a:pt x="30843" y="32383"/>
                      <a:pt x="27997" y="31094"/>
                      <a:pt x="24613" y="31094"/>
                    </a:cubicBezTo>
                    <a:cubicBezTo>
                      <a:pt x="20801" y="31094"/>
                      <a:pt x="17203" y="32974"/>
                      <a:pt x="13874" y="36787"/>
                    </a:cubicBezTo>
                    <a:cubicBezTo>
                      <a:pt x="10544" y="40546"/>
                      <a:pt x="8880" y="45432"/>
                      <a:pt x="8880" y="513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2" name="Freihandform: Form 161">
                <a:extLst>
                  <a:ext uri="{FF2B5EF4-FFF2-40B4-BE49-F238E27FC236}">
                    <a16:creationId xmlns:a16="http://schemas.microsoft.com/office/drawing/2014/main" id="{DDD7738F-A21D-608A-6134-352C3D4681B1}"/>
                  </a:ext>
                </a:extLst>
              </p:cNvPr>
              <p:cNvSpPr/>
              <p:nvPr/>
            </p:nvSpPr>
            <p:spPr>
              <a:xfrm>
                <a:off x="7763105" y="2039113"/>
                <a:ext cx="47953" cy="72332"/>
              </a:xfrm>
              <a:custGeom>
                <a:avLst/>
                <a:gdLst>
                  <a:gd name="connsiteX0" fmla="*/ 11945 w 47953"/>
                  <a:gd name="connsiteY0" fmla="*/ 30182 h 72332"/>
                  <a:gd name="connsiteX1" fmla="*/ 19248 w 47953"/>
                  <a:gd name="connsiteY1" fmla="*/ 25617 h 72332"/>
                  <a:gd name="connsiteX2" fmla="*/ 26497 w 47953"/>
                  <a:gd name="connsiteY2" fmla="*/ 24114 h 72332"/>
                  <a:gd name="connsiteX3" fmla="*/ 39814 w 47953"/>
                  <a:gd name="connsiteY3" fmla="*/ 29591 h 72332"/>
                  <a:gd name="connsiteX4" fmla="*/ 45077 w 47953"/>
                  <a:gd name="connsiteY4" fmla="*/ 44466 h 72332"/>
                  <a:gd name="connsiteX5" fmla="*/ 37237 w 47953"/>
                  <a:gd name="connsiteY5" fmla="*/ 65086 h 72332"/>
                  <a:gd name="connsiteX6" fmla="*/ 20805 w 47953"/>
                  <a:gd name="connsiteY6" fmla="*/ 72443 h 72332"/>
                  <a:gd name="connsiteX7" fmla="*/ 6145 w 47953"/>
                  <a:gd name="connsiteY7" fmla="*/ 65999 h 72332"/>
                  <a:gd name="connsiteX8" fmla="*/ 292 w 47953"/>
                  <a:gd name="connsiteY8" fmla="*/ 47634 h 72332"/>
                  <a:gd name="connsiteX9" fmla="*/ 4051 w 47953"/>
                  <a:gd name="connsiteY9" fmla="*/ 25564 h 72332"/>
                  <a:gd name="connsiteX10" fmla="*/ 11246 w 47953"/>
                  <a:gd name="connsiteY10" fmla="*/ 11118 h 72332"/>
                  <a:gd name="connsiteX11" fmla="*/ 20322 w 47953"/>
                  <a:gd name="connsiteY11" fmla="*/ 2795 h 72332"/>
                  <a:gd name="connsiteX12" fmla="*/ 31169 w 47953"/>
                  <a:gd name="connsiteY12" fmla="*/ 110 h 72332"/>
                  <a:gd name="connsiteX13" fmla="*/ 42983 w 47953"/>
                  <a:gd name="connsiteY13" fmla="*/ 4621 h 72332"/>
                  <a:gd name="connsiteX14" fmla="*/ 48245 w 47953"/>
                  <a:gd name="connsiteY14" fmla="*/ 17562 h 72332"/>
                  <a:gd name="connsiteX15" fmla="*/ 40083 w 47953"/>
                  <a:gd name="connsiteY15" fmla="*/ 18368 h 72332"/>
                  <a:gd name="connsiteX16" fmla="*/ 36861 w 47953"/>
                  <a:gd name="connsiteY16" fmla="*/ 10045 h 72332"/>
                  <a:gd name="connsiteX17" fmla="*/ 30524 w 47953"/>
                  <a:gd name="connsiteY17" fmla="*/ 7467 h 72332"/>
                  <a:gd name="connsiteX18" fmla="*/ 22684 w 47953"/>
                  <a:gd name="connsiteY18" fmla="*/ 10528 h 72332"/>
                  <a:gd name="connsiteX19" fmla="*/ 15865 w 47953"/>
                  <a:gd name="connsiteY19" fmla="*/ 19549 h 72332"/>
                  <a:gd name="connsiteX20" fmla="*/ 11945 w 47953"/>
                  <a:gd name="connsiteY20" fmla="*/ 30182 h 72332"/>
                  <a:gd name="connsiteX21" fmla="*/ 8884 w 47953"/>
                  <a:gd name="connsiteY21" fmla="*/ 51339 h 72332"/>
                  <a:gd name="connsiteX22" fmla="*/ 12589 w 47953"/>
                  <a:gd name="connsiteY22" fmla="*/ 61435 h 72332"/>
                  <a:gd name="connsiteX23" fmla="*/ 21020 w 47953"/>
                  <a:gd name="connsiteY23" fmla="*/ 65516 h 72332"/>
                  <a:gd name="connsiteX24" fmla="*/ 28001 w 47953"/>
                  <a:gd name="connsiteY24" fmla="*/ 63046 h 72332"/>
                  <a:gd name="connsiteX25" fmla="*/ 34230 w 47953"/>
                  <a:gd name="connsiteY25" fmla="*/ 55474 h 72332"/>
                  <a:gd name="connsiteX26" fmla="*/ 36754 w 47953"/>
                  <a:gd name="connsiteY26" fmla="*/ 45379 h 72332"/>
                  <a:gd name="connsiteX27" fmla="*/ 33209 w 47953"/>
                  <a:gd name="connsiteY27" fmla="*/ 35015 h 72332"/>
                  <a:gd name="connsiteX28" fmla="*/ 24617 w 47953"/>
                  <a:gd name="connsiteY28" fmla="*/ 31094 h 72332"/>
                  <a:gd name="connsiteX29" fmla="*/ 13878 w 47953"/>
                  <a:gd name="connsiteY29" fmla="*/ 36787 h 72332"/>
                  <a:gd name="connsiteX30" fmla="*/ 8884 w 47953"/>
                  <a:gd name="connsiteY30" fmla="*/ 5133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45" y="30182"/>
                    </a:moveTo>
                    <a:cubicBezTo>
                      <a:pt x="14361" y="28141"/>
                      <a:pt x="16831" y="26638"/>
                      <a:pt x="19248" y="25617"/>
                    </a:cubicBezTo>
                    <a:cubicBezTo>
                      <a:pt x="21664" y="24597"/>
                      <a:pt x="24081" y="24114"/>
                      <a:pt x="26497" y="24114"/>
                    </a:cubicBezTo>
                    <a:cubicBezTo>
                      <a:pt x="31867" y="24114"/>
                      <a:pt x="36324" y="25939"/>
                      <a:pt x="39814" y="29591"/>
                    </a:cubicBezTo>
                    <a:cubicBezTo>
                      <a:pt x="43305" y="33296"/>
                      <a:pt x="45077" y="38237"/>
                      <a:pt x="45077" y="44466"/>
                    </a:cubicBezTo>
                    <a:cubicBezTo>
                      <a:pt x="45077" y="52467"/>
                      <a:pt x="42499" y="59340"/>
                      <a:pt x="37237" y="65086"/>
                    </a:cubicBezTo>
                    <a:cubicBezTo>
                      <a:pt x="32726" y="70027"/>
                      <a:pt x="27249" y="72443"/>
                      <a:pt x="20805" y="72443"/>
                    </a:cubicBezTo>
                    <a:cubicBezTo>
                      <a:pt x="14952" y="72443"/>
                      <a:pt x="10065" y="70295"/>
                      <a:pt x="6145" y="65999"/>
                    </a:cubicBezTo>
                    <a:cubicBezTo>
                      <a:pt x="2225" y="61703"/>
                      <a:pt x="292" y="55582"/>
                      <a:pt x="292" y="47634"/>
                    </a:cubicBezTo>
                    <a:cubicBezTo>
                      <a:pt x="292" y="40492"/>
                      <a:pt x="1527" y="33135"/>
                      <a:pt x="4051" y="25564"/>
                    </a:cubicBezTo>
                    <a:cubicBezTo>
                      <a:pt x="5984" y="19710"/>
                      <a:pt x="8400" y="14877"/>
                      <a:pt x="11246" y="11118"/>
                    </a:cubicBezTo>
                    <a:cubicBezTo>
                      <a:pt x="14093" y="7306"/>
                      <a:pt x="17100" y="4567"/>
                      <a:pt x="20322" y="2795"/>
                    </a:cubicBezTo>
                    <a:cubicBezTo>
                      <a:pt x="23544" y="1023"/>
                      <a:pt x="27141" y="110"/>
                      <a:pt x="31169" y="110"/>
                    </a:cubicBezTo>
                    <a:cubicBezTo>
                      <a:pt x="36002" y="110"/>
                      <a:pt x="39922" y="1614"/>
                      <a:pt x="42983" y="4621"/>
                    </a:cubicBezTo>
                    <a:cubicBezTo>
                      <a:pt x="46044" y="7628"/>
                      <a:pt x="47816" y="11978"/>
                      <a:pt x="48245" y="17562"/>
                    </a:cubicBezTo>
                    <a:lnTo>
                      <a:pt x="40083" y="18368"/>
                    </a:lnTo>
                    <a:cubicBezTo>
                      <a:pt x="39653" y="14501"/>
                      <a:pt x="38579" y="11763"/>
                      <a:pt x="36861" y="10045"/>
                    </a:cubicBezTo>
                    <a:cubicBezTo>
                      <a:pt x="35143" y="8326"/>
                      <a:pt x="32995" y="7467"/>
                      <a:pt x="30524" y="7467"/>
                    </a:cubicBezTo>
                    <a:cubicBezTo>
                      <a:pt x="27947" y="7467"/>
                      <a:pt x="25316" y="8487"/>
                      <a:pt x="22684" y="10528"/>
                    </a:cubicBezTo>
                    <a:cubicBezTo>
                      <a:pt x="19999" y="12515"/>
                      <a:pt x="17744" y="15522"/>
                      <a:pt x="15865" y="19549"/>
                    </a:cubicBezTo>
                    <a:cubicBezTo>
                      <a:pt x="13931" y="23523"/>
                      <a:pt x="12643" y="27067"/>
                      <a:pt x="11945" y="30182"/>
                    </a:cubicBezTo>
                    <a:moveTo>
                      <a:pt x="8884" y="51339"/>
                    </a:moveTo>
                    <a:cubicBezTo>
                      <a:pt x="8884" y="55367"/>
                      <a:pt x="10119" y="58696"/>
                      <a:pt x="12589" y="61435"/>
                    </a:cubicBezTo>
                    <a:cubicBezTo>
                      <a:pt x="15113" y="64173"/>
                      <a:pt x="17905" y="65516"/>
                      <a:pt x="21020" y="65516"/>
                    </a:cubicBezTo>
                    <a:cubicBezTo>
                      <a:pt x="23221" y="65516"/>
                      <a:pt x="25530" y="64657"/>
                      <a:pt x="28001" y="63046"/>
                    </a:cubicBezTo>
                    <a:cubicBezTo>
                      <a:pt x="30417" y="61381"/>
                      <a:pt x="32511" y="58857"/>
                      <a:pt x="34230" y="55474"/>
                    </a:cubicBezTo>
                    <a:cubicBezTo>
                      <a:pt x="35894" y="52091"/>
                      <a:pt x="36754" y="48708"/>
                      <a:pt x="36754" y="45379"/>
                    </a:cubicBezTo>
                    <a:cubicBezTo>
                      <a:pt x="36754" y="41029"/>
                      <a:pt x="35572" y="37592"/>
                      <a:pt x="33209" y="35015"/>
                    </a:cubicBezTo>
                    <a:cubicBezTo>
                      <a:pt x="30847" y="32383"/>
                      <a:pt x="28001" y="31094"/>
                      <a:pt x="24617" y="31094"/>
                    </a:cubicBezTo>
                    <a:cubicBezTo>
                      <a:pt x="20805" y="31094"/>
                      <a:pt x="17207" y="32974"/>
                      <a:pt x="13878" y="36787"/>
                    </a:cubicBezTo>
                    <a:cubicBezTo>
                      <a:pt x="10548" y="40546"/>
                      <a:pt x="8884" y="45432"/>
                      <a:pt x="8884" y="513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3" name="Freihandform: Form 162">
                <a:extLst>
                  <a:ext uri="{FF2B5EF4-FFF2-40B4-BE49-F238E27FC236}">
                    <a16:creationId xmlns:a16="http://schemas.microsoft.com/office/drawing/2014/main" id="{5AA7B5A0-61E9-20C8-30A7-BD32EACDF722}"/>
                  </a:ext>
                </a:extLst>
              </p:cNvPr>
              <p:cNvSpPr/>
              <p:nvPr/>
            </p:nvSpPr>
            <p:spPr>
              <a:xfrm>
                <a:off x="7818148" y="2039113"/>
                <a:ext cx="47953" cy="72332"/>
              </a:xfrm>
              <a:custGeom>
                <a:avLst/>
                <a:gdLst>
                  <a:gd name="connsiteX0" fmla="*/ 11949 w 47953"/>
                  <a:gd name="connsiteY0" fmla="*/ 30182 h 72332"/>
                  <a:gd name="connsiteX1" fmla="*/ 19252 w 47953"/>
                  <a:gd name="connsiteY1" fmla="*/ 25617 h 72332"/>
                  <a:gd name="connsiteX2" fmla="*/ 26501 w 47953"/>
                  <a:gd name="connsiteY2" fmla="*/ 24114 h 72332"/>
                  <a:gd name="connsiteX3" fmla="*/ 39818 w 47953"/>
                  <a:gd name="connsiteY3" fmla="*/ 29591 h 72332"/>
                  <a:gd name="connsiteX4" fmla="*/ 45081 w 47953"/>
                  <a:gd name="connsiteY4" fmla="*/ 44466 h 72332"/>
                  <a:gd name="connsiteX5" fmla="*/ 37241 w 47953"/>
                  <a:gd name="connsiteY5" fmla="*/ 65086 h 72332"/>
                  <a:gd name="connsiteX6" fmla="*/ 20809 w 47953"/>
                  <a:gd name="connsiteY6" fmla="*/ 72443 h 72332"/>
                  <a:gd name="connsiteX7" fmla="*/ 6149 w 47953"/>
                  <a:gd name="connsiteY7" fmla="*/ 65999 h 72332"/>
                  <a:gd name="connsiteX8" fmla="*/ 296 w 47953"/>
                  <a:gd name="connsiteY8" fmla="*/ 47634 h 72332"/>
                  <a:gd name="connsiteX9" fmla="*/ 4055 w 47953"/>
                  <a:gd name="connsiteY9" fmla="*/ 25564 h 72332"/>
                  <a:gd name="connsiteX10" fmla="*/ 11250 w 47953"/>
                  <a:gd name="connsiteY10" fmla="*/ 11118 h 72332"/>
                  <a:gd name="connsiteX11" fmla="*/ 20326 w 47953"/>
                  <a:gd name="connsiteY11" fmla="*/ 2795 h 72332"/>
                  <a:gd name="connsiteX12" fmla="*/ 31173 w 47953"/>
                  <a:gd name="connsiteY12" fmla="*/ 110 h 72332"/>
                  <a:gd name="connsiteX13" fmla="*/ 42987 w 47953"/>
                  <a:gd name="connsiteY13" fmla="*/ 4621 h 72332"/>
                  <a:gd name="connsiteX14" fmla="*/ 48249 w 47953"/>
                  <a:gd name="connsiteY14" fmla="*/ 17562 h 72332"/>
                  <a:gd name="connsiteX15" fmla="*/ 40087 w 47953"/>
                  <a:gd name="connsiteY15" fmla="*/ 18368 h 72332"/>
                  <a:gd name="connsiteX16" fmla="*/ 36865 w 47953"/>
                  <a:gd name="connsiteY16" fmla="*/ 10045 h 72332"/>
                  <a:gd name="connsiteX17" fmla="*/ 30528 w 47953"/>
                  <a:gd name="connsiteY17" fmla="*/ 7467 h 72332"/>
                  <a:gd name="connsiteX18" fmla="*/ 22688 w 47953"/>
                  <a:gd name="connsiteY18" fmla="*/ 10528 h 72332"/>
                  <a:gd name="connsiteX19" fmla="*/ 15869 w 47953"/>
                  <a:gd name="connsiteY19" fmla="*/ 19549 h 72332"/>
                  <a:gd name="connsiteX20" fmla="*/ 11949 w 47953"/>
                  <a:gd name="connsiteY20" fmla="*/ 30182 h 72332"/>
                  <a:gd name="connsiteX21" fmla="*/ 8888 w 47953"/>
                  <a:gd name="connsiteY21" fmla="*/ 51339 h 72332"/>
                  <a:gd name="connsiteX22" fmla="*/ 12593 w 47953"/>
                  <a:gd name="connsiteY22" fmla="*/ 61435 h 72332"/>
                  <a:gd name="connsiteX23" fmla="*/ 21024 w 47953"/>
                  <a:gd name="connsiteY23" fmla="*/ 65516 h 72332"/>
                  <a:gd name="connsiteX24" fmla="*/ 28005 w 47953"/>
                  <a:gd name="connsiteY24" fmla="*/ 63046 h 72332"/>
                  <a:gd name="connsiteX25" fmla="*/ 34234 w 47953"/>
                  <a:gd name="connsiteY25" fmla="*/ 55474 h 72332"/>
                  <a:gd name="connsiteX26" fmla="*/ 36758 w 47953"/>
                  <a:gd name="connsiteY26" fmla="*/ 45379 h 72332"/>
                  <a:gd name="connsiteX27" fmla="*/ 33213 w 47953"/>
                  <a:gd name="connsiteY27" fmla="*/ 35015 h 72332"/>
                  <a:gd name="connsiteX28" fmla="*/ 24622 w 47953"/>
                  <a:gd name="connsiteY28" fmla="*/ 31094 h 72332"/>
                  <a:gd name="connsiteX29" fmla="*/ 13882 w 47953"/>
                  <a:gd name="connsiteY29" fmla="*/ 36787 h 72332"/>
                  <a:gd name="connsiteX30" fmla="*/ 8888 w 47953"/>
                  <a:gd name="connsiteY30" fmla="*/ 5133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49" y="30182"/>
                    </a:moveTo>
                    <a:cubicBezTo>
                      <a:pt x="14365" y="28141"/>
                      <a:pt x="16835" y="26638"/>
                      <a:pt x="19252" y="25617"/>
                    </a:cubicBezTo>
                    <a:cubicBezTo>
                      <a:pt x="21668" y="24597"/>
                      <a:pt x="24085" y="24114"/>
                      <a:pt x="26501" y="24114"/>
                    </a:cubicBezTo>
                    <a:cubicBezTo>
                      <a:pt x="31871" y="24114"/>
                      <a:pt x="36328" y="25939"/>
                      <a:pt x="39818" y="29591"/>
                    </a:cubicBezTo>
                    <a:cubicBezTo>
                      <a:pt x="43309" y="33296"/>
                      <a:pt x="45081" y="38237"/>
                      <a:pt x="45081" y="44466"/>
                    </a:cubicBezTo>
                    <a:cubicBezTo>
                      <a:pt x="45081" y="52467"/>
                      <a:pt x="42503" y="59340"/>
                      <a:pt x="37241" y="65086"/>
                    </a:cubicBezTo>
                    <a:cubicBezTo>
                      <a:pt x="32730" y="70027"/>
                      <a:pt x="27253" y="72443"/>
                      <a:pt x="20809" y="72443"/>
                    </a:cubicBezTo>
                    <a:cubicBezTo>
                      <a:pt x="14956" y="72443"/>
                      <a:pt x="10069" y="70295"/>
                      <a:pt x="6149" y="65999"/>
                    </a:cubicBezTo>
                    <a:cubicBezTo>
                      <a:pt x="2229" y="61703"/>
                      <a:pt x="296" y="55582"/>
                      <a:pt x="296" y="47634"/>
                    </a:cubicBezTo>
                    <a:cubicBezTo>
                      <a:pt x="296" y="40492"/>
                      <a:pt x="1531" y="33135"/>
                      <a:pt x="4055" y="25564"/>
                    </a:cubicBezTo>
                    <a:cubicBezTo>
                      <a:pt x="5988" y="19710"/>
                      <a:pt x="8404" y="14877"/>
                      <a:pt x="11250" y="11118"/>
                    </a:cubicBezTo>
                    <a:cubicBezTo>
                      <a:pt x="14097" y="7306"/>
                      <a:pt x="17104" y="4567"/>
                      <a:pt x="20326" y="2795"/>
                    </a:cubicBezTo>
                    <a:cubicBezTo>
                      <a:pt x="23548" y="1023"/>
                      <a:pt x="27145" y="110"/>
                      <a:pt x="31173" y="110"/>
                    </a:cubicBezTo>
                    <a:cubicBezTo>
                      <a:pt x="36006" y="110"/>
                      <a:pt x="39926" y="1614"/>
                      <a:pt x="42987" y="4621"/>
                    </a:cubicBezTo>
                    <a:cubicBezTo>
                      <a:pt x="46048" y="7628"/>
                      <a:pt x="47820" y="11978"/>
                      <a:pt x="48249" y="17562"/>
                    </a:cubicBezTo>
                    <a:lnTo>
                      <a:pt x="40087" y="18368"/>
                    </a:lnTo>
                    <a:cubicBezTo>
                      <a:pt x="39657" y="14501"/>
                      <a:pt x="38583" y="11763"/>
                      <a:pt x="36865" y="10045"/>
                    </a:cubicBezTo>
                    <a:cubicBezTo>
                      <a:pt x="35147" y="8326"/>
                      <a:pt x="32999" y="7467"/>
                      <a:pt x="30528" y="7467"/>
                    </a:cubicBezTo>
                    <a:cubicBezTo>
                      <a:pt x="27951" y="7467"/>
                      <a:pt x="25320" y="8487"/>
                      <a:pt x="22688" y="10528"/>
                    </a:cubicBezTo>
                    <a:cubicBezTo>
                      <a:pt x="20003" y="12515"/>
                      <a:pt x="17748" y="15522"/>
                      <a:pt x="15869" y="19549"/>
                    </a:cubicBezTo>
                    <a:cubicBezTo>
                      <a:pt x="13935" y="23523"/>
                      <a:pt x="12647" y="27067"/>
                      <a:pt x="11949" y="30182"/>
                    </a:cubicBezTo>
                    <a:moveTo>
                      <a:pt x="8888" y="51339"/>
                    </a:moveTo>
                    <a:cubicBezTo>
                      <a:pt x="8888" y="55367"/>
                      <a:pt x="10123" y="58696"/>
                      <a:pt x="12593" y="61435"/>
                    </a:cubicBezTo>
                    <a:cubicBezTo>
                      <a:pt x="15117" y="64173"/>
                      <a:pt x="17909" y="65516"/>
                      <a:pt x="21024" y="65516"/>
                    </a:cubicBezTo>
                    <a:cubicBezTo>
                      <a:pt x="23225" y="65516"/>
                      <a:pt x="25534" y="64657"/>
                      <a:pt x="28005" y="63046"/>
                    </a:cubicBezTo>
                    <a:cubicBezTo>
                      <a:pt x="30421" y="61381"/>
                      <a:pt x="32515" y="58857"/>
                      <a:pt x="34234" y="55474"/>
                    </a:cubicBezTo>
                    <a:cubicBezTo>
                      <a:pt x="35898" y="52091"/>
                      <a:pt x="36758" y="48708"/>
                      <a:pt x="36758" y="45379"/>
                    </a:cubicBezTo>
                    <a:cubicBezTo>
                      <a:pt x="36758" y="41029"/>
                      <a:pt x="35576" y="37592"/>
                      <a:pt x="33213" y="35015"/>
                    </a:cubicBezTo>
                    <a:cubicBezTo>
                      <a:pt x="30851" y="32383"/>
                      <a:pt x="28005" y="31094"/>
                      <a:pt x="24622" y="31094"/>
                    </a:cubicBezTo>
                    <a:cubicBezTo>
                      <a:pt x="20809" y="31094"/>
                      <a:pt x="17211" y="32974"/>
                      <a:pt x="13882" y="36787"/>
                    </a:cubicBezTo>
                    <a:cubicBezTo>
                      <a:pt x="10552" y="40546"/>
                      <a:pt x="8888" y="45432"/>
                      <a:pt x="8888" y="513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164" name="Grafik 4">
              <a:extLst>
                <a:ext uri="{FF2B5EF4-FFF2-40B4-BE49-F238E27FC236}">
                  <a16:creationId xmlns:a16="http://schemas.microsoft.com/office/drawing/2014/main" id="{4DDF1345-B9BE-D2CE-298B-CF25A517A814}"/>
                </a:ext>
              </a:extLst>
            </p:cNvPr>
            <p:cNvGrpSpPr/>
            <p:nvPr/>
          </p:nvGrpSpPr>
          <p:grpSpPr>
            <a:xfrm>
              <a:off x="6988141" y="1659724"/>
              <a:ext cx="490334" cy="73299"/>
              <a:chOff x="6988141" y="1659724"/>
              <a:chExt cx="490334" cy="73299"/>
            </a:xfrm>
            <a:solidFill>
              <a:srgbClr val="000000"/>
            </a:solidFill>
          </p:grpSpPr>
          <p:sp>
            <p:nvSpPr>
              <p:cNvPr id="165" name="Freihandform: Form 164">
                <a:extLst>
                  <a:ext uri="{FF2B5EF4-FFF2-40B4-BE49-F238E27FC236}">
                    <a16:creationId xmlns:a16="http://schemas.microsoft.com/office/drawing/2014/main" id="{1237681C-8864-D145-3B90-8FD081469C9F}"/>
                  </a:ext>
                </a:extLst>
              </p:cNvPr>
              <p:cNvSpPr/>
              <p:nvPr/>
            </p:nvSpPr>
            <p:spPr>
              <a:xfrm>
                <a:off x="6988141" y="1660959"/>
                <a:ext cx="68949" cy="70829"/>
              </a:xfrm>
              <a:custGeom>
                <a:avLst/>
                <a:gdLst>
                  <a:gd name="connsiteX0" fmla="*/ 236 w 68949"/>
                  <a:gd name="connsiteY0" fmla="*/ 70912 h 70829"/>
                  <a:gd name="connsiteX1" fmla="*/ 15003 w 68949"/>
                  <a:gd name="connsiteY1" fmla="*/ 83 h 70829"/>
                  <a:gd name="connsiteX2" fmla="*/ 24508 w 68949"/>
                  <a:gd name="connsiteY2" fmla="*/ 83 h 70829"/>
                  <a:gd name="connsiteX3" fmla="*/ 17366 w 68949"/>
                  <a:gd name="connsiteY3" fmla="*/ 34181 h 70829"/>
                  <a:gd name="connsiteX4" fmla="*/ 55868 w 68949"/>
                  <a:gd name="connsiteY4" fmla="*/ 83 h 70829"/>
                  <a:gd name="connsiteX5" fmla="*/ 69186 w 68949"/>
                  <a:gd name="connsiteY5" fmla="*/ 83 h 70829"/>
                  <a:gd name="connsiteX6" fmla="*/ 36268 w 68949"/>
                  <a:gd name="connsiteY6" fmla="*/ 28919 h 70829"/>
                  <a:gd name="connsiteX7" fmla="*/ 60379 w 68949"/>
                  <a:gd name="connsiteY7" fmla="*/ 70912 h 70829"/>
                  <a:gd name="connsiteX8" fmla="*/ 49800 w 68949"/>
                  <a:gd name="connsiteY8" fmla="*/ 70912 h 70829"/>
                  <a:gd name="connsiteX9" fmla="*/ 29394 w 68949"/>
                  <a:gd name="connsiteY9" fmla="*/ 34987 h 70829"/>
                  <a:gd name="connsiteX10" fmla="*/ 14520 w 68949"/>
                  <a:gd name="connsiteY10" fmla="*/ 47929 h 70829"/>
                  <a:gd name="connsiteX11" fmla="*/ 9687 w 68949"/>
                  <a:gd name="connsiteY11" fmla="*/ 70912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236" y="70912"/>
                    </a:moveTo>
                    <a:lnTo>
                      <a:pt x="15003" y="83"/>
                    </a:lnTo>
                    <a:lnTo>
                      <a:pt x="24508" y="83"/>
                    </a:lnTo>
                    <a:lnTo>
                      <a:pt x="17366" y="34181"/>
                    </a:lnTo>
                    <a:lnTo>
                      <a:pt x="55868" y="83"/>
                    </a:lnTo>
                    <a:lnTo>
                      <a:pt x="69186" y="83"/>
                    </a:lnTo>
                    <a:lnTo>
                      <a:pt x="36268" y="28919"/>
                    </a:lnTo>
                    <a:lnTo>
                      <a:pt x="60379" y="70912"/>
                    </a:lnTo>
                    <a:lnTo>
                      <a:pt x="49800" y="70912"/>
                    </a:lnTo>
                    <a:lnTo>
                      <a:pt x="29394" y="34987"/>
                    </a:lnTo>
                    <a:lnTo>
                      <a:pt x="14520" y="47929"/>
                    </a:lnTo>
                    <a:lnTo>
                      <a:pt x="9687" y="7091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6" name="Freihandform: Form 165">
                <a:extLst>
                  <a:ext uri="{FF2B5EF4-FFF2-40B4-BE49-F238E27FC236}">
                    <a16:creationId xmlns:a16="http://schemas.microsoft.com/office/drawing/2014/main" id="{E7E509BA-5E31-7279-1A87-A616DEFD19A9}"/>
                  </a:ext>
                </a:extLst>
              </p:cNvPr>
              <p:cNvSpPr/>
              <p:nvPr/>
            </p:nvSpPr>
            <p:spPr>
              <a:xfrm>
                <a:off x="7058772" y="1659724"/>
                <a:ext cx="67446" cy="73245"/>
              </a:xfrm>
              <a:custGeom>
                <a:avLst/>
                <a:gdLst>
                  <a:gd name="connsiteX0" fmla="*/ 240 w 67446"/>
                  <a:gd name="connsiteY0" fmla="*/ 42451 h 73245"/>
                  <a:gd name="connsiteX1" fmla="*/ 11195 w 67446"/>
                  <a:gd name="connsiteY1" fmla="*/ 11789 h 73245"/>
                  <a:gd name="connsiteX2" fmla="*/ 37776 w 67446"/>
                  <a:gd name="connsiteY2" fmla="*/ 83 h 73245"/>
                  <a:gd name="connsiteX3" fmla="*/ 59363 w 67446"/>
                  <a:gd name="connsiteY3" fmla="*/ 8728 h 73245"/>
                  <a:gd name="connsiteX4" fmla="*/ 67687 w 67446"/>
                  <a:gd name="connsiteY4" fmla="*/ 31819 h 73245"/>
                  <a:gd name="connsiteX5" fmla="*/ 63445 w 67446"/>
                  <a:gd name="connsiteY5" fmla="*/ 51043 h 73245"/>
                  <a:gd name="connsiteX6" fmla="*/ 55551 w 67446"/>
                  <a:gd name="connsiteY6" fmla="*/ 62481 h 73245"/>
                  <a:gd name="connsiteX7" fmla="*/ 45294 w 67446"/>
                  <a:gd name="connsiteY7" fmla="*/ 69892 h 73245"/>
                  <a:gd name="connsiteX8" fmla="*/ 29936 w 67446"/>
                  <a:gd name="connsiteY8" fmla="*/ 73328 h 73245"/>
                  <a:gd name="connsiteX9" fmla="*/ 14417 w 67446"/>
                  <a:gd name="connsiteY9" fmla="*/ 69301 h 73245"/>
                  <a:gd name="connsiteX10" fmla="*/ 3838 w 67446"/>
                  <a:gd name="connsiteY10" fmla="*/ 57970 h 73245"/>
                  <a:gd name="connsiteX11" fmla="*/ 240 w 67446"/>
                  <a:gd name="connsiteY11" fmla="*/ 42451 h 73245"/>
                  <a:gd name="connsiteX12" fmla="*/ 9584 w 67446"/>
                  <a:gd name="connsiteY12" fmla="*/ 42935 h 73245"/>
                  <a:gd name="connsiteX13" fmla="*/ 12162 w 67446"/>
                  <a:gd name="connsiteY13" fmla="*/ 54426 h 73245"/>
                  <a:gd name="connsiteX14" fmla="*/ 19894 w 67446"/>
                  <a:gd name="connsiteY14" fmla="*/ 62589 h 73245"/>
                  <a:gd name="connsiteX15" fmla="*/ 30634 w 67446"/>
                  <a:gd name="connsiteY15" fmla="*/ 65542 h 73245"/>
                  <a:gd name="connsiteX16" fmla="*/ 41052 w 67446"/>
                  <a:gd name="connsiteY16" fmla="*/ 62964 h 73245"/>
                  <a:gd name="connsiteX17" fmla="*/ 49859 w 67446"/>
                  <a:gd name="connsiteY17" fmla="*/ 55715 h 73245"/>
                  <a:gd name="connsiteX18" fmla="*/ 55980 w 67446"/>
                  <a:gd name="connsiteY18" fmla="*/ 44385 h 73245"/>
                  <a:gd name="connsiteX19" fmla="*/ 58236 w 67446"/>
                  <a:gd name="connsiteY19" fmla="*/ 31121 h 73245"/>
                  <a:gd name="connsiteX20" fmla="*/ 52329 w 67446"/>
                  <a:gd name="connsiteY20" fmla="*/ 14259 h 73245"/>
                  <a:gd name="connsiteX21" fmla="*/ 37723 w 67446"/>
                  <a:gd name="connsiteY21" fmla="*/ 7976 h 73245"/>
                  <a:gd name="connsiteX22" fmla="*/ 18069 w 67446"/>
                  <a:gd name="connsiteY22" fmla="*/ 17481 h 73245"/>
                  <a:gd name="connsiteX23" fmla="*/ 9584 w 67446"/>
                  <a:gd name="connsiteY23" fmla="*/ 42935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7446" h="73245">
                    <a:moveTo>
                      <a:pt x="240" y="42451"/>
                    </a:moveTo>
                    <a:cubicBezTo>
                      <a:pt x="240" y="29832"/>
                      <a:pt x="3892" y="19629"/>
                      <a:pt x="11195" y="11789"/>
                    </a:cubicBezTo>
                    <a:cubicBezTo>
                      <a:pt x="18498" y="4003"/>
                      <a:pt x="27359" y="83"/>
                      <a:pt x="37776" y="83"/>
                    </a:cubicBezTo>
                    <a:cubicBezTo>
                      <a:pt x="46583" y="83"/>
                      <a:pt x="53779" y="2982"/>
                      <a:pt x="59363" y="8728"/>
                    </a:cubicBezTo>
                    <a:cubicBezTo>
                      <a:pt x="64894" y="14474"/>
                      <a:pt x="67687" y="22153"/>
                      <a:pt x="67687" y="31819"/>
                    </a:cubicBezTo>
                    <a:cubicBezTo>
                      <a:pt x="67687" y="38746"/>
                      <a:pt x="66291" y="45136"/>
                      <a:pt x="63445" y="51043"/>
                    </a:cubicBezTo>
                    <a:cubicBezTo>
                      <a:pt x="61350" y="55447"/>
                      <a:pt x="58719" y="59259"/>
                      <a:pt x="55551" y="62481"/>
                    </a:cubicBezTo>
                    <a:cubicBezTo>
                      <a:pt x="52329" y="65649"/>
                      <a:pt x="48946" y="68120"/>
                      <a:pt x="45294" y="69892"/>
                    </a:cubicBezTo>
                    <a:cubicBezTo>
                      <a:pt x="40461" y="72201"/>
                      <a:pt x="35360" y="73328"/>
                      <a:pt x="29936" y="73328"/>
                    </a:cubicBezTo>
                    <a:cubicBezTo>
                      <a:pt x="24244" y="73328"/>
                      <a:pt x="19089" y="71986"/>
                      <a:pt x="14417" y="69301"/>
                    </a:cubicBezTo>
                    <a:cubicBezTo>
                      <a:pt x="9799" y="66616"/>
                      <a:pt x="6255" y="62803"/>
                      <a:pt x="3838" y="57970"/>
                    </a:cubicBezTo>
                    <a:cubicBezTo>
                      <a:pt x="1476" y="53138"/>
                      <a:pt x="240" y="47929"/>
                      <a:pt x="240" y="42451"/>
                    </a:cubicBezTo>
                    <a:moveTo>
                      <a:pt x="9584" y="42935"/>
                    </a:moveTo>
                    <a:cubicBezTo>
                      <a:pt x="9584" y="47123"/>
                      <a:pt x="10443" y="50936"/>
                      <a:pt x="12162" y="54426"/>
                    </a:cubicBezTo>
                    <a:cubicBezTo>
                      <a:pt x="13880" y="57863"/>
                      <a:pt x="16458" y="60602"/>
                      <a:pt x="19894" y="62589"/>
                    </a:cubicBezTo>
                    <a:cubicBezTo>
                      <a:pt x="23277" y="64522"/>
                      <a:pt x="26875" y="65542"/>
                      <a:pt x="30634" y="65542"/>
                    </a:cubicBezTo>
                    <a:cubicBezTo>
                      <a:pt x="34286" y="65542"/>
                      <a:pt x="37776" y="64683"/>
                      <a:pt x="41052" y="62964"/>
                    </a:cubicBezTo>
                    <a:cubicBezTo>
                      <a:pt x="44328" y="61192"/>
                      <a:pt x="47281" y="58830"/>
                      <a:pt x="49859" y="55715"/>
                    </a:cubicBezTo>
                    <a:cubicBezTo>
                      <a:pt x="52436" y="52654"/>
                      <a:pt x="54530" y="48895"/>
                      <a:pt x="55980" y="44385"/>
                    </a:cubicBezTo>
                    <a:cubicBezTo>
                      <a:pt x="57484" y="39874"/>
                      <a:pt x="58236" y="35470"/>
                      <a:pt x="58236" y="31121"/>
                    </a:cubicBezTo>
                    <a:cubicBezTo>
                      <a:pt x="58236" y="24086"/>
                      <a:pt x="56303" y="18448"/>
                      <a:pt x="52329" y="14259"/>
                    </a:cubicBezTo>
                    <a:cubicBezTo>
                      <a:pt x="48409" y="10071"/>
                      <a:pt x="43522" y="7976"/>
                      <a:pt x="37723" y="7976"/>
                    </a:cubicBezTo>
                    <a:cubicBezTo>
                      <a:pt x="30312" y="7976"/>
                      <a:pt x="23761" y="11145"/>
                      <a:pt x="18069" y="17481"/>
                    </a:cubicBezTo>
                    <a:cubicBezTo>
                      <a:pt x="12430" y="23818"/>
                      <a:pt x="9584" y="32302"/>
                      <a:pt x="9584" y="4293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7" name="Freihandform: Form 166">
                <a:extLst>
                  <a:ext uri="{FF2B5EF4-FFF2-40B4-BE49-F238E27FC236}">
                    <a16:creationId xmlns:a16="http://schemas.microsoft.com/office/drawing/2014/main" id="{73C51E42-1978-7BCC-2385-B79B0D4337C1}"/>
                  </a:ext>
                </a:extLst>
              </p:cNvPr>
              <p:cNvSpPr/>
              <p:nvPr/>
            </p:nvSpPr>
            <p:spPr>
              <a:xfrm>
                <a:off x="7135769" y="1659724"/>
                <a:ext cx="67446" cy="73245"/>
              </a:xfrm>
              <a:custGeom>
                <a:avLst/>
                <a:gdLst>
                  <a:gd name="connsiteX0" fmla="*/ 246 w 67446"/>
                  <a:gd name="connsiteY0" fmla="*/ 42451 h 73245"/>
                  <a:gd name="connsiteX1" fmla="*/ 11201 w 67446"/>
                  <a:gd name="connsiteY1" fmla="*/ 11789 h 73245"/>
                  <a:gd name="connsiteX2" fmla="*/ 37782 w 67446"/>
                  <a:gd name="connsiteY2" fmla="*/ 83 h 73245"/>
                  <a:gd name="connsiteX3" fmla="*/ 59369 w 67446"/>
                  <a:gd name="connsiteY3" fmla="*/ 8728 h 73245"/>
                  <a:gd name="connsiteX4" fmla="*/ 67692 w 67446"/>
                  <a:gd name="connsiteY4" fmla="*/ 31819 h 73245"/>
                  <a:gd name="connsiteX5" fmla="*/ 63450 w 67446"/>
                  <a:gd name="connsiteY5" fmla="*/ 51043 h 73245"/>
                  <a:gd name="connsiteX6" fmla="*/ 55556 w 67446"/>
                  <a:gd name="connsiteY6" fmla="*/ 62481 h 73245"/>
                  <a:gd name="connsiteX7" fmla="*/ 45300 w 67446"/>
                  <a:gd name="connsiteY7" fmla="*/ 69892 h 73245"/>
                  <a:gd name="connsiteX8" fmla="*/ 29942 w 67446"/>
                  <a:gd name="connsiteY8" fmla="*/ 73328 h 73245"/>
                  <a:gd name="connsiteX9" fmla="*/ 14423 w 67446"/>
                  <a:gd name="connsiteY9" fmla="*/ 69301 h 73245"/>
                  <a:gd name="connsiteX10" fmla="*/ 3844 w 67446"/>
                  <a:gd name="connsiteY10" fmla="*/ 57970 h 73245"/>
                  <a:gd name="connsiteX11" fmla="*/ 246 w 67446"/>
                  <a:gd name="connsiteY11" fmla="*/ 42451 h 73245"/>
                  <a:gd name="connsiteX12" fmla="*/ 9590 w 67446"/>
                  <a:gd name="connsiteY12" fmla="*/ 42935 h 73245"/>
                  <a:gd name="connsiteX13" fmla="*/ 12167 w 67446"/>
                  <a:gd name="connsiteY13" fmla="*/ 54426 h 73245"/>
                  <a:gd name="connsiteX14" fmla="*/ 19900 w 67446"/>
                  <a:gd name="connsiteY14" fmla="*/ 62589 h 73245"/>
                  <a:gd name="connsiteX15" fmla="*/ 30640 w 67446"/>
                  <a:gd name="connsiteY15" fmla="*/ 65542 h 73245"/>
                  <a:gd name="connsiteX16" fmla="*/ 41058 w 67446"/>
                  <a:gd name="connsiteY16" fmla="*/ 62964 h 73245"/>
                  <a:gd name="connsiteX17" fmla="*/ 49864 w 67446"/>
                  <a:gd name="connsiteY17" fmla="*/ 55715 h 73245"/>
                  <a:gd name="connsiteX18" fmla="*/ 55986 w 67446"/>
                  <a:gd name="connsiteY18" fmla="*/ 44385 h 73245"/>
                  <a:gd name="connsiteX19" fmla="*/ 58241 w 67446"/>
                  <a:gd name="connsiteY19" fmla="*/ 31121 h 73245"/>
                  <a:gd name="connsiteX20" fmla="*/ 52334 w 67446"/>
                  <a:gd name="connsiteY20" fmla="*/ 14259 h 73245"/>
                  <a:gd name="connsiteX21" fmla="*/ 37728 w 67446"/>
                  <a:gd name="connsiteY21" fmla="*/ 7976 h 73245"/>
                  <a:gd name="connsiteX22" fmla="*/ 18074 w 67446"/>
                  <a:gd name="connsiteY22" fmla="*/ 17481 h 73245"/>
                  <a:gd name="connsiteX23" fmla="*/ 9590 w 67446"/>
                  <a:gd name="connsiteY23" fmla="*/ 42935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7446" h="73245">
                    <a:moveTo>
                      <a:pt x="246" y="42451"/>
                    </a:moveTo>
                    <a:cubicBezTo>
                      <a:pt x="246" y="29832"/>
                      <a:pt x="3898" y="19629"/>
                      <a:pt x="11201" y="11789"/>
                    </a:cubicBezTo>
                    <a:cubicBezTo>
                      <a:pt x="18504" y="4003"/>
                      <a:pt x="27364" y="83"/>
                      <a:pt x="37782" y="83"/>
                    </a:cubicBezTo>
                    <a:cubicBezTo>
                      <a:pt x="46589" y="83"/>
                      <a:pt x="53784" y="2982"/>
                      <a:pt x="59369" y="8728"/>
                    </a:cubicBezTo>
                    <a:cubicBezTo>
                      <a:pt x="64900" y="14474"/>
                      <a:pt x="67692" y="22153"/>
                      <a:pt x="67692" y="31819"/>
                    </a:cubicBezTo>
                    <a:cubicBezTo>
                      <a:pt x="67692" y="38746"/>
                      <a:pt x="66296" y="45136"/>
                      <a:pt x="63450" y="51043"/>
                    </a:cubicBezTo>
                    <a:cubicBezTo>
                      <a:pt x="61356" y="55447"/>
                      <a:pt x="58725" y="59259"/>
                      <a:pt x="55556" y="62481"/>
                    </a:cubicBezTo>
                    <a:cubicBezTo>
                      <a:pt x="52334" y="65649"/>
                      <a:pt x="48951" y="68120"/>
                      <a:pt x="45300" y="69892"/>
                    </a:cubicBezTo>
                    <a:cubicBezTo>
                      <a:pt x="40467" y="72201"/>
                      <a:pt x="35365" y="73328"/>
                      <a:pt x="29942" y="73328"/>
                    </a:cubicBezTo>
                    <a:cubicBezTo>
                      <a:pt x="24250" y="73328"/>
                      <a:pt x="19094" y="71986"/>
                      <a:pt x="14423" y="69301"/>
                    </a:cubicBezTo>
                    <a:cubicBezTo>
                      <a:pt x="9805" y="66616"/>
                      <a:pt x="6260" y="62803"/>
                      <a:pt x="3844" y="57970"/>
                    </a:cubicBezTo>
                    <a:cubicBezTo>
                      <a:pt x="1481" y="53138"/>
                      <a:pt x="246" y="47929"/>
                      <a:pt x="246" y="42451"/>
                    </a:cubicBezTo>
                    <a:moveTo>
                      <a:pt x="9590" y="42935"/>
                    </a:moveTo>
                    <a:cubicBezTo>
                      <a:pt x="9590" y="47123"/>
                      <a:pt x="10449" y="50936"/>
                      <a:pt x="12167" y="54426"/>
                    </a:cubicBezTo>
                    <a:cubicBezTo>
                      <a:pt x="13886" y="57863"/>
                      <a:pt x="16463" y="60602"/>
                      <a:pt x="19900" y="62589"/>
                    </a:cubicBezTo>
                    <a:cubicBezTo>
                      <a:pt x="23283" y="64522"/>
                      <a:pt x="26881" y="65542"/>
                      <a:pt x="30640" y="65542"/>
                    </a:cubicBezTo>
                    <a:cubicBezTo>
                      <a:pt x="34291" y="65542"/>
                      <a:pt x="37782" y="64683"/>
                      <a:pt x="41058" y="62964"/>
                    </a:cubicBezTo>
                    <a:cubicBezTo>
                      <a:pt x="44333" y="61192"/>
                      <a:pt x="47287" y="58830"/>
                      <a:pt x="49864" y="55715"/>
                    </a:cubicBezTo>
                    <a:cubicBezTo>
                      <a:pt x="52442" y="52654"/>
                      <a:pt x="54536" y="48895"/>
                      <a:pt x="55986" y="44385"/>
                    </a:cubicBezTo>
                    <a:cubicBezTo>
                      <a:pt x="57489" y="39874"/>
                      <a:pt x="58241" y="35470"/>
                      <a:pt x="58241" y="31121"/>
                    </a:cubicBezTo>
                    <a:cubicBezTo>
                      <a:pt x="58241" y="24086"/>
                      <a:pt x="56308" y="18448"/>
                      <a:pt x="52334" y="14259"/>
                    </a:cubicBezTo>
                    <a:cubicBezTo>
                      <a:pt x="48414" y="10071"/>
                      <a:pt x="43528" y="7976"/>
                      <a:pt x="37728" y="7976"/>
                    </a:cubicBezTo>
                    <a:cubicBezTo>
                      <a:pt x="30318" y="7976"/>
                      <a:pt x="23766" y="11145"/>
                      <a:pt x="18074" y="17481"/>
                    </a:cubicBezTo>
                    <a:cubicBezTo>
                      <a:pt x="12436" y="23818"/>
                      <a:pt x="9590" y="32302"/>
                      <a:pt x="9590" y="4293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8" name="Freihandform: Form 167">
                <a:extLst>
                  <a:ext uri="{FF2B5EF4-FFF2-40B4-BE49-F238E27FC236}">
                    <a16:creationId xmlns:a16="http://schemas.microsoft.com/office/drawing/2014/main" id="{BF6C3422-2E4D-12C4-901E-714613977E50}"/>
                  </a:ext>
                </a:extLst>
              </p:cNvPr>
              <p:cNvSpPr/>
              <p:nvPr/>
            </p:nvSpPr>
            <p:spPr>
              <a:xfrm>
                <a:off x="7209530" y="1660637"/>
                <a:ext cx="49833" cy="71151"/>
              </a:xfrm>
              <a:custGeom>
                <a:avLst/>
                <a:gdLst>
                  <a:gd name="connsiteX0" fmla="*/ 252 w 49833"/>
                  <a:gd name="connsiteY0" fmla="*/ 71234 h 71151"/>
                  <a:gd name="connsiteX1" fmla="*/ 4011 w 49833"/>
                  <a:gd name="connsiteY1" fmla="*/ 60602 h 71151"/>
                  <a:gd name="connsiteX2" fmla="*/ 10347 w 49833"/>
                  <a:gd name="connsiteY2" fmla="*/ 52493 h 71151"/>
                  <a:gd name="connsiteX3" fmla="*/ 25598 w 49833"/>
                  <a:gd name="connsiteY3" fmla="*/ 39605 h 71151"/>
                  <a:gd name="connsiteX4" fmla="*/ 34995 w 49833"/>
                  <a:gd name="connsiteY4" fmla="*/ 31550 h 71151"/>
                  <a:gd name="connsiteX5" fmla="*/ 40258 w 49833"/>
                  <a:gd name="connsiteY5" fmla="*/ 24140 h 71151"/>
                  <a:gd name="connsiteX6" fmla="*/ 41385 w 49833"/>
                  <a:gd name="connsiteY6" fmla="*/ 18824 h 71151"/>
                  <a:gd name="connsiteX7" fmla="*/ 37949 w 49833"/>
                  <a:gd name="connsiteY7" fmla="*/ 10500 h 71151"/>
                  <a:gd name="connsiteX8" fmla="*/ 29464 w 49833"/>
                  <a:gd name="connsiteY8" fmla="*/ 7117 h 71151"/>
                  <a:gd name="connsiteX9" fmla="*/ 20765 w 49833"/>
                  <a:gd name="connsiteY9" fmla="*/ 10554 h 71151"/>
                  <a:gd name="connsiteX10" fmla="*/ 15449 w 49833"/>
                  <a:gd name="connsiteY10" fmla="*/ 21670 h 71151"/>
                  <a:gd name="connsiteX11" fmla="*/ 6857 w 49833"/>
                  <a:gd name="connsiteY11" fmla="*/ 20381 h 71151"/>
                  <a:gd name="connsiteX12" fmla="*/ 14213 w 49833"/>
                  <a:gd name="connsiteY12" fmla="*/ 5506 h 71151"/>
                  <a:gd name="connsiteX13" fmla="*/ 29303 w 49833"/>
                  <a:gd name="connsiteY13" fmla="*/ 83 h 71151"/>
                  <a:gd name="connsiteX14" fmla="*/ 40258 w 49833"/>
                  <a:gd name="connsiteY14" fmla="*/ 2606 h 71151"/>
                  <a:gd name="connsiteX15" fmla="*/ 47614 w 49833"/>
                  <a:gd name="connsiteY15" fmla="*/ 9641 h 71151"/>
                  <a:gd name="connsiteX16" fmla="*/ 50085 w 49833"/>
                  <a:gd name="connsiteY16" fmla="*/ 19038 h 71151"/>
                  <a:gd name="connsiteX17" fmla="*/ 45037 w 49833"/>
                  <a:gd name="connsiteY17" fmla="*/ 32624 h 71151"/>
                  <a:gd name="connsiteX18" fmla="*/ 26887 w 49833"/>
                  <a:gd name="connsiteY18" fmla="*/ 48627 h 71151"/>
                  <a:gd name="connsiteX19" fmla="*/ 17221 w 49833"/>
                  <a:gd name="connsiteY19" fmla="*/ 57004 h 71151"/>
                  <a:gd name="connsiteX20" fmla="*/ 12495 w 49833"/>
                  <a:gd name="connsiteY20" fmla="*/ 63233 h 71151"/>
                  <a:gd name="connsiteX21" fmla="*/ 44178 w 49833"/>
                  <a:gd name="connsiteY21" fmla="*/ 63233 h 71151"/>
                  <a:gd name="connsiteX22" fmla="*/ 42513 w 49833"/>
                  <a:gd name="connsiteY22" fmla="*/ 71234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252" y="71234"/>
                    </a:moveTo>
                    <a:cubicBezTo>
                      <a:pt x="1165" y="66992"/>
                      <a:pt x="2400" y="63501"/>
                      <a:pt x="4011" y="60602"/>
                    </a:cubicBezTo>
                    <a:cubicBezTo>
                      <a:pt x="5568" y="57756"/>
                      <a:pt x="7716" y="55071"/>
                      <a:pt x="10347" y="52493"/>
                    </a:cubicBezTo>
                    <a:cubicBezTo>
                      <a:pt x="12978" y="49969"/>
                      <a:pt x="18080" y="45673"/>
                      <a:pt x="25598" y="39605"/>
                    </a:cubicBezTo>
                    <a:cubicBezTo>
                      <a:pt x="30216" y="36007"/>
                      <a:pt x="33330" y="33322"/>
                      <a:pt x="34995" y="31550"/>
                    </a:cubicBezTo>
                    <a:cubicBezTo>
                      <a:pt x="37412" y="29026"/>
                      <a:pt x="39184" y="26556"/>
                      <a:pt x="40258" y="24140"/>
                    </a:cubicBezTo>
                    <a:cubicBezTo>
                      <a:pt x="41009" y="22529"/>
                      <a:pt x="41385" y="20757"/>
                      <a:pt x="41385" y="18824"/>
                    </a:cubicBezTo>
                    <a:cubicBezTo>
                      <a:pt x="41385" y="15548"/>
                      <a:pt x="40204" y="12756"/>
                      <a:pt x="37949" y="10500"/>
                    </a:cubicBezTo>
                    <a:cubicBezTo>
                      <a:pt x="35639" y="8245"/>
                      <a:pt x="32793" y="7117"/>
                      <a:pt x="29464" y="7117"/>
                    </a:cubicBezTo>
                    <a:cubicBezTo>
                      <a:pt x="26135" y="7117"/>
                      <a:pt x="23235" y="8245"/>
                      <a:pt x="20765" y="10554"/>
                    </a:cubicBezTo>
                    <a:cubicBezTo>
                      <a:pt x="18241" y="12863"/>
                      <a:pt x="16469" y="16568"/>
                      <a:pt x="15449" y="21670"/>
                    </a:cubicBezTo>
                    <a:lnTo>
                      <a:pt x="6857" y="20381"/>
                    </a:lnTo>
                    <a:cubicBezTo>
                      <a:pt x="7716" y="14098"/>
                      <a:pt x="10132" y="9158"/>
                      <a:pt x="14213" y="5506"/>
                    </a:cubicBezTo>
                    <a:cubicBezTo>
                      <a:pt x="18241" y="1908"/>
                      <a:pt x="23289" y="83"/>
                      <a:pt x="29303" y="83"/>
                    </a:cubicBezTo>
                    <a:cubicBezTo>
                      <a:pt x="33330" y="83"/>
                      <a:pt x="36982" y="942"/>
                      <a:pt x="40258" y="2606"/>
                    </a:cubicBezTo>
                    <a:cubicBezTo>
                      <a:pt x="43533" y="4271"/>
                      <a:pt x="45950" y="6634"/>
                      <a:pt x="47614" y="9641"/>
                    </a:cubicBezTo>
                    <a:cubicBezTo>
                      <a:pt x="49279" y="12702"/>
                      <a:pt x="50085" y="15816"/>
                      <a:pt x="50085" y="19038"/>
                    </a:cubicBezTo>
                    <a:cubicBezTo>
                      <a:pt x="50085" y="23764"/>
                      <a:pt x="48420" y="28275"/>
                      <a:pt x="45037" y="32624"/>
                    </a:cubicBezTo>
                    <a:cubicBezTo>
                      <a:pt x="42996" y="35309"/>
                      <a:pt x="36928" y="40679"/>
                      <a:pt x="26887" y="48627"/>
                    </a:cubicBezTo>
                    <a:cubicBezTo>
                      <a:pt x="22537" y="52010"/>
                      <a:pt x="19369" y="54856"/>
                      <a:pt x="17221" y="57004"/>
                    </a:cubicBezTo>
                    <a:cubicBezTo>
                      <a:pt x="15126" y="59205"/>
                      <a:pt x="13515" y="61300"/>
                      <a:pt x="12495" y="63233"/>
                    </a:cubicBezTo>
                    <a:lnTo>
                      <a:pt x="44178" y="63233"/>
                    </a:lnTo>
                    <a:lnTo>
                      <a:pt x="42513" y="7123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69" name="Freihandform: Form 168">
                <a:extLst>
                  <a:ext uri="{FF2B5EF4-FFF2-40B4-BE49-F238E27FC236}">
                    <a16:creationId xmlns:a16="http://schemas.microsoft.com/office/drawing/2014/main" id="{3A52485D-2D4A-01CF-4F6B-732DECBA8EAB}"/>
                  </a:ext>
                </a:extLst>
              </p:cNvPr>
              <p:cNvSpPr/>
              <p:nvPr/>
            </p:nvSpPr>
            <p:spPr>
              <a:xfrm>
                <a:off x="7265647" y="1661926"/>
                <a:ext cx="49779" cy="71044"/>
              </a:xfrm>
              <a:custGeom>
                <a:avLst/>
                <a:gdLst>
                  <a:gd name="connsiteX0" fmla="*/ 309 w 49779"/>
                  <a:gd name="connsiteY0" fmla="*/ 49701 h 71044"/>
                  <a:gd name="connsiteX1" fmla="*/ 9170 w 49779"/>
                  <a:gd name="connsiteY1" fmla="*/ 48841 h 71044"/>
                  <a:gd name="connsiteX2" fmla="*/ 9062 w 49779"/>
                  <a:gd name="connsiteY2" fmla="*/ 51097 h 71044"/>
                  <a:gd name="connsiteX3" fmla="*/ 10727 w 49779"/>
                  <a:gd name="connsiteY3" fmla="*/ 57541 h 71044"/>
                  <a:gd name="connsiteX4" fmla="*/ 15130 w 49779"/>
                  <a:gd name="connsiteY4" fmla="*/ 62481 h 71044"/>
                  <a:gd name="connsiteX5" fmla="*/ 20984 w 49779"/>
                  <a:gd name="connsiteY5" fmla="*/ 64199 h 71044"/>
                  <a:gd name="connsiteX6" fmla="*/ 29253 w 49779"/>
                  <a:gd name="connsiteY6" fmla="*/ 61407 h 71044"/>
                  <a:gd name="connsiteX7" fmla="*/ 36073 w 49779"/>
                  <a:gd name="connsiteY7" fmla="*/ 53245 h 71044"/>
                  <a:gd name="connsiteX8" fmla="*/ 38651 w 49779"/>
                  <a:gd name="connsiteY8" fmla="*/ 42612 h 71044"/>
                  <a:gd name="connsiteX9" fmla="*/ 35160 w 49779"/>
                  <a:gd name="connsiteY9" fmla="*/ 33054 h 71044"/>
                  <a:gd name="connsiteX10" fmla="*/ 25978 w 49779"/>
                  <a:gd name="connsiteY10" fmla="*/ 29510 h 71044"/>
                  <a:gd name="connsiteX11" fmla="*/ 18728 w 49779"/>
                  <a:gd name="connsiteY11" fmla="*/ 31336 h 71044"/>
                  <a:gd name="connsiteX12" fmla="*/ 12392 w 49779"/>
                  <a:gd name="connsiteY12" fmla="*/ 36867 h 71044"/>
                  <a:gd name="connsiteX13" fmla="*/ 4713 w 49779"/>
                  <a:gd name="connsiteY13" fmla="*/ 36330 h 71044"/>
                  <a:gd name="connsiteX14" fmla="*/ 15399 w 49779"/>
                  <a:gd name="connsiteY14" fmla="*/ 83 h 71044"/>
                  <a:gd name="connsiteX15" fmla="*/ 50035 w 49779"/>
                  <a:gd name="connsiteY15" fmla="*/ 83 h 71044"/>
                  <a:gd name="connsiteX16" fmla="*/ 48316 w 49779"/>
                  <a:gd name="connsiteY16" fmla="*/ 8084 h 71044"/>
                  <a:gd name="connsiteX17" fmla="*/ 21413 w 49779"/>
                  <a:gd name="connsiteY17" fmla="*/ 8084 h 71044"/>
                  <a:gd name="connsiteX18" fmla="*/ 16097 w 49779"/>
                  <a:gd name="connsiteY18" fmla="*/ 26127 h 71044"/>
                  <a:gd name="connsiteX19" fmla="*/ 22272 w 49779"/>
                  <a:gd name="connsiteY19" fmla="*/ 22851 h 71044"/>
                  <a:gd name="connsiteX20" fmla="*/ 28770 w 49779"/>
                  <a:gd name="connsiteY20" fmla="*/ 21777 h 71044"/>
                  <a:gd name="connsiteX21" fmla="*/ 42087 w 49779"/>
                  <a:gd name="connsiteY21" fmla="*/ 27147 h 71044"/>
                  <a:gd name="connsiteX22" fmla="*/ 47296 w 49779"/>
                  <a:gd name="connsiteY22" fmla="*/ 41807 h 71044"/>
                  <a:gd name="connsiteX23" fmla="*/ 43752 w 49779"/>
                  <a:gd name="connsiteY23" fmla="*/ 56896 h 71044"/>
                  <a:gd name="connsiteX24" fmla="*/ 33925 w 49779"/>
                  <a:gd name="connsiteY24" fmla="*/ 67475 h 71044"/>
                  <a:gd name="connsiteX25" fmla="*/ 20393 w 49779"/>
                  <a:gd name="connsiteY25" fmla="*/ 71127 h 71044"/>
                  <a:gd name="connsiteX26" fmla="*/ 9599 w 49779"/>
                  <a:gd name="connsiteY26" fmla="*/ 68388 h 71044"/>
                  <a:gd name="connsiteX27" fmla="*/ 2565 w 49779"/>
                  <a:gd name="connsiteY27" fmla="*/ 60816 h 71044"/>
                  <a:gd name="connsiteX28" fmla="*/ 256 w 49779"/>
                  <a:gd name="connsiteY28" fmla="*/ 51151 h 71044"/>
                  <a:gd name="connsiteX29" fmla="*/ 309 w 49779"/>
                  <a:gd name="connsiteY29" fmla="*/ 49701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09" y="49701"/>
                    </a:moveTo>
                    <a:lnTo>
                      <a:pt x="9170" y="48841"/>
                    </a:lnTo>
                    <a:cubicBezTo>
                      <a:pt x="9116" y="50077"/>
                      <a:pt x="9062" y="50828"/>
                      <a:pt x="9062" y="51097"/>
                    </a:cubicBezTo>
                    <a:cubicBezTo>
                      <a:pt x="9062" y="53245"/>
                      <a:pt x="9653" y="55393"/>
                      <a:pt x="10727" y="57541"/>
                    </a:cubicBezTo>
                    <a:cubicBezTo>
                      <a:pt x="11801" y="59689"/>
                      <a:pt x="13251" y="61353"/>
                      <a:pt x="15130" y="62481"/>
                    </a:cubicBezTo>
                    <a:cubicBezTo>
                      <a:pt x="16956" y="63609"/>
                      <a:pt x="18889" y="64199"/>
                      <a:pt x="20984" y="64199"/>
                    </a:cubicBezTo>
                    <a:cubicBezTo>
                      <a:pt x="23669" y="64199"/>
                      <a:pt x="26461" y="63287"/>
                      <a:pt x="29253" y="61407"/>
                    </a:cubicBezTo>
                    <a:cubicBezTo>
                      <a:pt x="32046" y="59528"/>
                      <a:pt x="34301" y="56789"/>
                      <a:pt x="36073" y="53245"/>
                    </a:cubicBezTo>
                    <a:cubicBezTo>
                      <a:pt x="37792" y="49647"/>
                      <a:pt x="38651" y="46103"/>
                      <a:pt x="38651" y="42612"/>
                    </a:cubicBezTo>
                    <a:cubicBezTo>
                      <a:pt x="38651" y="38639"/>
                      <a:pt x="37523" y="35470"/>
                      <a:pt x="35160" y="33054"/>
                    </a:cubicBezTo>
                    <a:cubicBezTo>
                      <a:pt x="32851" y="30691"/>
                      <a:pt x="29737" y="29510"/>
                      <a:pt x="25978" y="29510"/>
                    </a:cubicBezTo>
                    <a:cubicBezTo>
                      <a:pt x="23400" y="29510"/>
                      <a:pt x="20984" y="30100"/>
                      <a:pt x="18728" y="31336"/>
                    </a:cubicBezTo>
                    <a:cubicBezTo>
                      <a:pt x="16473" y="32571"/>
                      <a:pt x="14325" y="34396"/>
                      <a:pt x="12392" y="36867"/>
                    </a:cubicBezTo>
                    <a:lnTo>
                      <a:pt x="4713" y="36330"/>
                    </a:lnTo>
                    <a:lnTo>
                      <a:pt x="15399" y="83"/>
                    </a:lnTo>
                    <a:lnTo>
                      <a:pt x="50035" y="83"/>
                    </a:lnTo>
                    <a:lnTo>
                      <a:pt x="48316" y="8084"/>
                    </a:lnTo>
                    <a:lnTo>
                      <a:pt x="21413" y="8084"/>
                    </a:lnTo>
                    <a:lnTo>
                      <a:pt x="16097" y="26127"/>
                    </a:lnTo>
                    <a:cubicBezTo>
                      <a:pt x="18084" y="24677"/>
                      <a:pt x="20124" y="23549"/>
                      <a:pt x="22272" y="22851"/>
                    </a:cubicBezTo>
                    <a:cubicBezTo>
                      <a:pt x="24367" y="22099"/>
                      <a:pt x="26515" y="21777"/>
                      <a:pt x="28770" y="21777"/>
                    </a:cubicBezTo>
                    <a:cubicBezTo>
                      <a:pt x="34194" y="21777"/>
                      <a:pt x="38597" y="23549"/>
                      <a:pt x="42087" y="27147"/>
                    </a:cubicBezTo>
                    <a:cubicBezTo>
                      <a:pt x="45578" y="30691"/>
                      <a:pt x="47296" y="35578"/>
                      <a:pt x="47296" y="41807"/>
                    </a:cubicBezTo>
                    <a:cubicBezTo>
                      <a:pt x="47296" y="47284"/>
                      <a:pt x="46115" y="52278"/>
                      <a:pt x="43752" y="56896"/>
                    </a:cubicBezTo>
                    <a:cubicBezTo>
                      <a:pt x="41336" y="61461"/>
                      <a:pt x="38060" y="65005"/>
                      <a:pt x="33925" y="67475"/>
                    </a:cubicBezTo>
                    <a:cubicBezTo>
                      <a:pt x="29737" y="69945"/>
                      <a:pt x="25226" y="71127"/>
                      <a:pt x="20393" y="71127"/>
                    </a:cubicBezTo>
                    <a:cubicBezTo>
                      <a:pt x="16312" y="71127"/>
                      <a:pt x="12768" y="70214"/>
                      <a:pt x="9599" y="68388"/>
                    </a:cubicBezTo>
                    <a:cubicBezTo>
                      <a:pt x="6485" y="66562"/>
                      <a:pt x="4176" y="64038"/>
                      <a:pt x="2565" y="60816"/>
                    </a:cubicBezTo>
                    <a:cubicBezTo>
                      <a:pt x="1007" y="57594"/>
                      <a:pt x="256" y="54373"/>
                      <a:pt x="256" y="51151"/>
                    </a:cubicBezTo>
                    <a:cubicBezTo>
                      <a:pt x="256" y="50828"/>
                      <a:pt x="256" y="50345"/>
                      <a:pt x="309" y="4970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0" name="Freihandform: Form 169">
                <a:extLst>
                  <a:ext uri="{FF2B5EF4-FFF2-40B4-BE49-F238E27FC236}">
                    <a16:creationId xmlns:a16="http://schemas.microsoft.com/office/drawing/2014/main" id="{5E7F90E2-F456-38F6-DF23-160DD25715EB}"/>
                  </a:ext>
                </a:extLst>
              </p:cNvPr>
              <p:cNvSpPr/>
              <p:nvPr/>
            </p:nvSpPr>
            <p:spPr>
              <a:xfrm>
                <a:off x="7319630" y="1660637"/>
                <a:ext cx="49833" cy="71151"/>
              </a:xfrm>
              <a:custGeom>
                <a:avLst/>
                <a:gdLst>
                  <a:gd name="connsiteX0" fmla="*/ 260 w 49833"/>
                  <a:gd name="connsiteY0" fmla="*/ 71234 h 71151"/>
                  <a:gd name="connsiteX1" fmla="*/ 4019 w 49833"/>
                  <a:gd name="connsiteY1" fmla="*/ 60602 h 71151"/>
                  <a:gd name="connsiteX2" fmla="*/ 10355 w 49833"/>
                  <a:gd name="connsiteY2" fmla="*/ 52493 h 71151"/>
                  <a:gd name="connsiteX3" fmla="*/ 25606 w 49833"/>
                  <a:gd name="connsiteY3" fmla="*/ 39605 h 71151"/>
                  <a:gd name="connsiteX4" fmla="*/ 35003 w 49833"/>
                  <a:gd name="connsiteY4" fmla="*/ 31550 h 71151"/>
                  <a:gd name="connsiteX5" fmla="*/ 40266 w 49833"/>
                  <a:gd name="connsiteY5" fmla="*/ 24140 h 71151"/>
                  <a:gd name="connsiteX6" fmla="*/ 41393 w 49833"/>
                  <a:gd name="connsiteY6" fmla="*/ 18824 h 71151"/>
                  <a:gd name="connsiteX7" fmla="*/ 37957 w 49833"/>
                  <a:gd name="connsiteY7" fmla="*/ 10500 h 71151"/>
                  <a:gd name="connsiteX8" fmla="*/ 29472 w 49833"/>
                  <a:gd name="connsiteY8" fmla="*/ 7117 h 71151"/>
                  <a:gd name="connsiteX9" fmla="*/ 20773 w 49833"/>
                  <a:gd name="connsiteY9" fmla="*/ 10554 h 71151"/>
                  <a:gd name="connsiteX10" fmla="*/ 15457 w 49833"/>
                  <a:gd name="connsiteY10" fmla="*/ 21670 h 71151"/>
                  <a:gd name="connsiteX11" fmla="*/ 6865 w 49833"/>
                  <a:gd name="connsiteY11" fmla="*/ 20381 h 71151"/>
                  <a:gd name="connsiteX12" fmla="*/ 14222 w 49833"/>
                  <a:gd name="connsiteY12" fmla="*/ 5506 h 71151"/>
                  <a:gd name="connsiteX13" fmla="*/ 29311 w 49833"/>
                  <a:gd name="connsiteY13" fmla="*/ 83 h 71151"/>
                  <a:gd name="connsiteX14" fmla="*/ 40266 w 49833"/>
                  <a:gd name="connsiteY14" fmla="*/ 2606 h 71151"/>
                  <a:gd name="connsiteX15" fmla="*/ 47622 w 49833"/>
                  <a:gd name="connsiteY15" fmla="*/ 9641 h 71151"/>
                  <a:gd name="connsiteX16" fmla="*/ 50093 w 49833"/>
                  <a:gd name="connsiteY16" fmla="*/ 19038 h 71151"/>
                  <a:gd name="connsiteX17" fmla="*/ 45045 w 49833"/>
                  <a:gd name="connsiteY17" fmla="*/ 32624 h 71151"/>
                  <a:gd name="connsiteX18" fmla="*/ 26895 w 49833"/>
                  <a:gd name="connsiteY18" fmla="*/ 48627 h 71151"/>
                  <a:gd name="connsiteX19" fmla="*/ 17229 w 49833"/>
                  <a:gd name="connsiteY19" fmla="*/ 57004 h 71151"/>
                  <a:gd name="connsiteX20" fmla="*/ 12503 w 49833"/>
                  <a:gd name="connsiteY20" fmla="*/ 63233 h 71151"/>
                  <a:gd name="connsiteX21" fmla="*/ 44186 w 49833"/>
                  <a:gd name="connsiteY21" fmla="*/ 63233 h 71151"/>
                  <a:gd name="connsiteX22" fmla="*/ 42521 w 49833"/>
                  <a:gd name="connsiteY22" fmla="*/ 71234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260" y="71234"/>
                    </a:moveTo>
                    <a:cubicBezTo>
                      <a:pt x="1173" y="66992"/>
                      <a:pt x="2408" y="63501"/>
                      <a:pt x="4019" y="60602"/>
                    </a:cubicBezTo>
                    <a:cubicBezTo>
                      <a:pt x="5576" y="57756"/>
                      <a:pt x="7724" y="55071"/>
                      <a:pt x="10355" y="52493"/>
                    </a:cubicBezTo>
                    <a:cubicBezTo>
                      <a:pt x="12986" y="49969"/>
                      <a:pt x="18088" y="45673"/>
                      <a:pt x="25606" y="39605"/>
                    </a:cubicBezTo>
                    <a:cubicBezTo>
                      <a:pt x="30224" y="36007"/>
                      <a:pt x="33338" y="33322"/>
                      <a:pt x="35003" y="31550"/>
                    </a:cubicBezTo>
                    <a:cubicBezTo>
                      <a:pt x="37420" y="29026"/>
                      <a:pt x="39192" y="26556"/>
                      <a:pt x="40266" y="24140"/>
                    </a:cubicBezTo>
                    <a:cubicBezTo>
                      <a:pt x="41017" y="22529"/>
                      <a:pt x="41393" y="20757"/>
                      <a:pt x="41393" y="18824"/>
                    </a:cubicBezTo>
                    <a:cubicBezTo>
                      <a:pt x="41393" y="15548"/>
                      <a:pt x="40212" y="12756"/>
                      <a:pt x="37957" y="10500"/>
                    </a:cubicBezTo>
                    <a:cubicBezTo>
                      <a:pt x="35647" y="8245"/>
                      <a:pt x="32801" y="7117"/>
                      <a:pt x="29472" y="7117"/>
                    </a:cubicBezTo>
                    <a:cubicBezTo>
                      <a:pt x="26143" y="7117"/>
                      <a:pt x="23243" y="8245"/>
                      <a:pt x="20773" y="10554"/>
                    </a:cubicBezTo>
                    <a:cubicBezTo>
                      <a:pt x="18249" y="12863"/>
                      <a:pt x="16477" y="16568"/>
                      <a:pt x="15457" y="21670"/>
                    </a:cubicBezTo>
                    <a:lnTo>
                      <a:pt x="6865" y="20381"/>
                    </a:lnTo>
                    <a:cubicBezTo>
                      <a:pt x="7724" y="14098"/>
                      <a:pt x="10140" y="9158"/>
                      <a:pt x="14222" y="5506"/>
                    </a:cubicBezTo>
                    <a:cubicBezTo>
                      <a:pt x="18249" y="1908"/>
                      <a:pt x="23297" y="83"/>
                      <a:pt x="29311" y="83"/>
                    </a:cubicBezTo>
                    <a:cubicBezTo>
                      <a:pt x="33338" y="83"/>
                      <a:pt x="36990" y="942"/>
                      <a:pt x="40266" y="2606"/>
                    </a:cubicBezTo>
                    <a:cubicBezTo>
                      <a:pt x="43541" y="4271"/>
                      <a:pt x="45958" y="6634"/>
                      <a:pt x="47622" y="9641"/>
                    </a:cubicBezTo>
                    <a:cubicBezTo>
                      <a:pt x="49287" y="12702"/>
                      <a:pt x="50093" y="15816"/>
                      <a:pt x="50093" y="19038"/>
                    </a:cubicBezTo>
                    <a:cubicBezTo>
                      <a:pt x="50093" y="23764"/>
                      <a:pt x="48428" y="28275"/>
                      <a:pt x="45045" y="32624"/>
                    </a:cubicBezTo>
                    <a:cubicBezTo>
                      <a:pt x="43004" y="35309"/>
                      <a:pt x="36936" y="40679"/>
                      <a:pt x="26895" y="48627"/>
                    </a:cubicBezTo>
                    <a:cubicBezTo>
                      <a:pt x="22545" y="52010"/>
                      <a:pt x="19377" y="54856"/>
                      <a:pt x="17229" y="57004"/>
                    </a:cubicBezTo>
                    <a:cubicBezTo>
                      <a:pt x="15134" y="59205"/>
                      <a:pt x="13523" y="61300"/>
                      <a:pt x="12503" y="63233"/>
                    </a:cubicBezTo>
                    <a:lnTo>
                      <a:pt x="44186" y="63233"/>
                    </a:lnTo>
                    <a:lnTo>
                      <a:pt x="42521" y="7123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1" name="Freihandform: Form 170">
                <a:extLst>
                  <a:ext uri="{FF2B5EF4-FFF2-40B4-BE49-F238E27FC236}">
                    <a16:creationId xmlns:a16="http://schemas.microsoft.com/office/drawing/2014/main" id="{56806D47-4E76-EAAA-B78D-AEB5F009D0EC}"/>
                  </a:ext>
                </a:extLst>
              </p:cNvPr>
              <p:cNvSpPr/>
              <p:nvPr/>
            </p:nvSpPr>
            <p:spPr>
              <a:xfrm>
                <a:off x="7376284" y="1660637"/>
                <a:ext cx="48436" cy="72386"/>
              </a:xfrm>
              <a:custGeom>
                <a:avLst/>
                <a:gdLst>
                  <a:gd name="connsiteX0" fmla="*/ 15192 w 48436"/>
                  <a:gd name="connsiteY0" fmla="*/ 32302 h 72386"/>
                  <a:gd name="connsiteX1" fmla="*/ 9232 w 48436"/>
                  <a:gd name="connsiteY1" fmla="*/ 26717 h 72386"/>
                  <a:gd name="connsiteX2" fmla="*/ 7245 w 48436"/>
                  <a:gd name="connsiteY2" fmla="*/ 19361 h 72386"/>
                  <a:gd name="connsiteX3" fmla="*/ 11916 w 48436"/>
                  <a:gd name="connsiteY3" fmla="*/ 7493 h 72386"/>
                  <a:gd name="connsiteX4" fmla="*/ 28671 w 48436"/>
                  <a:gd name="connsiteY4" fmla="*/ 83 h 72386"/>
                  <a:gd name="connsiteX5" fmla="*/ 43331 w 48436"/>
                  <a:gd name="connsiteY5" fmla="*/ 5077 h 72386"/>
                  <a:gd name="connsiteX6" fmla="*/ 48700 w 48436"/>
                  <a:gd name="connsiteY6" fmla="*/ 17374 h 72386"/>
                  <a:gd name="connsiteX7" fmla="*/ 45801 w 48436"/>
                  <a:gd name="connsiteY7" fmla="*/ 26664 h 72386"/>
                  <a:gd name="connsiteX8" fmla="*/ 36726 w 48436"/>
                  <a:gd name="connsiteY8" fmla="*/ 33322 h 72386"/>
                  <a:gd name="connsiteX9" fmla="*/ 42847 w 48436"/>
                  <a:gd name="connsiteY9" fmla="*/ 38961 h 72386"/>
                  <a:gd name="connsiteX10" fmla="*/ 45210 w 48436"/>
                  <a:gd name="connsiteY10" fmla="*/ 48090 h 72386"/>
                  <a:gd name="connsiteX11" fmla="*/ 38444 w 48436"/>
                  <a:gd name="connsiteY11" fmla="*/ 65059 h 72386"/>
                  <a:gd name="connsiteX12" fmla="*/ 20508 w 48436"/>
                  <a:gd name="connsiteY12" fmla="*/ 72469 h 72386"/>
                  <a:gd name="connsiteX13" fmla="*/ 5902 w 48436"/>
                  <a:gd name="connsiteY13" fmla="*/ 66992 h 72386"/>
                  <a:gd name="connsiteX14" fmla="*/ 264 w 48436"/>
                  <a:gd name="connsiteY14" fmla="*/ 53191 h 72386"/>
                  <a:gd name="connsiteX15" fmla="*/ 4237 w 48436"/>
                  <a:gd name="connsiteY15" fmla="*/ 39820 h 72386"/>
                  <a:gd name="connsiteX16" fmla="*/ 15192 w 48436"/>
                  <a:gd name="connsiteY16" fmla="*/ 32302 h 72386"/>
                  <a:gd name="connsiteX17" fmla="*/ 15837 w 48436"/>
                  <a:gd name="connsiteY17" fmla="*/ 19790 h 72386"/>
                  <a:gd name="connsiteX18" fmla="*/ 18790 w 48436"/>
                  <a:gd name="connsiteY18" fmla="*/ 27093 h 72386"/>
                  <a:gd name="connsiteX19" fmla="*/ 26845 w 48436"/>
                  <a:gd name="connsiteY19" fmla="*/ 29886 h 72386"/>
                  <a:gd name="connsiteX20" fmla="*/ 36564 w 48436"/>
                  <a:gd name="connsiteY20" fmla="*/ 26234 h 72386"/>
                  <a:gd name="connsiteX21" fmla="*/ 40323 w 48436"/>
                  <a:gd name="connsiteY21" fmla="*/ 17266 h 72386"/>
                  <a:gd name="connsiteX22" fmla="*/ 37370 w 48436"/>
                  <a:gd name="connsiteY22" fmla="*/ 9909 h 72386"/>
                  <a:gd name="connsiteX23" fmla="*/ 29315 w 48436"/>
                  <a:gd name="connsiteY23" fmla="*/ 7117 h 72386"/>
                  <a:gd name="connsiteX24" fmla="*/ 22227 w 48436"/>
                  <a:gd name="connsiteY24" fmla="*/ 8889 h 72386"/>
                  <a:gd name="connsiteX25" fmla="*/ 17447 w 48436"/>
                  <a:gd name="connsiteY25" fmla="*/ 13722 h 72386"/>
                  <a:gd name="connsiteX26" fmla="*/ 15837 w 48436"/>
                  <a:gd name="connsiteY26" fmla="*/ 19790 h 72386"/>
                  <a:gd name="connsiteX27" fmla="*/ 9017 w 48436"/>
                  <a:gd name="connsiteY27" fmla="*/ 53943 h 72386"/>
                  <a:gd name="connsiteX28" fmla="*/ 10467 w 48436"/>
                  <a:gd name="connsiteY28" fmla="*/ 59581 h 72386"/>
                  <a:gd name="connsiteX29" fmla="*/ 14816 w 48436"/>
                  <a:gd name="connsiteY29" fmla="*/ 63877 h 72386"/>
                  <a:gd name="connsiteX30" fmla="*/ 21421 w 48436"/>
                  <a:gd name="connsiteY30" fmla="*/ 65488 h 72386"/>
                  <a:gd name="connsiteX31" fmla="*/ 32913 w 48436"/>
                  <a:gd name="connsiteY31" fmla="*/ 58830 h 72386"/>
                  <a:gd name="connsiteX32" fmla="*/ 36403 w 48436"/>
                  <a:gd name="connsiteY32" fmla="*/ 47553 h 72386"/>
                  <a:gd name="connsiteX33" fmla="*/ 33181 w 48436"/>
                  <a:gd name="connsiteY33" fmla="*/ 39498 h 72386"/>
                  <a:gd name="connsiteX34" fmla="*/ 24751 w 48436"/>
                  <a:gd name="connsiteY34" fmla="*/ 36330 h 72386"/>
                  <a:gd name="connsiteX35" fmla="*/ 13635 w 48436"/>
                  <a:gd name="connsiteY35" fmla="*/ 41216 h 72386"/>
                  <a:gd name="connsiteX36" fmla="*/ 9017 w 48436"/>
                  <a:gd name="connsiteY36" fmla="*/ 53943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192" y="32302"/>
                    </a:moveTo>
                    <a:cubicBezTo>
                      <a:pt x="12561" y="30852"/>
                      <a:pt x="10574" y="28973"/>
                      <a:pt x="9232" y="26717"/>
                    </a:cubicBezTo>
                    <a:cubicBezTo>
                      <a:pt x="7889" y="24408"/>
                      <a:pt x="7245" y="21992"/>
                      <a:pt x="7245" y="19361"/>
                    </a:cubicBezTo>
                    <a:cubicBezTo>
                      <a:pt x="7245" y="15118"/>
                      <a:pt x="8802" y="11145"/>
                      <a:pt x="11916" y="7493"/>
                    </a:cubicBezTo>
                    <a:cubicBezTo>
                      <a:pt x="15998" y="2553"/>
                      <a:pt x="21636" y="83"/>
                      <a:pt x="28671" y="83"/>
                    </a:cubicBezTo>
                    <a:cubicBezTo>
                      <a:pt x="34900" y="83"/>
                      <a:pt x="39786" y="1747"/>
                      <a:pt x="43331" y="5077"/>
                    </a:cubicBezTo>
                    <a:cubicBezTo>
                      <a:pt x="46928" y="8406"/>
                      <a:pt x="48700" y="12487"/>
                      <a:pt x="48700" y="17374"/>
                    </a:cubicBezTo>
                    <a:cubicBezTo>
                      <a:pt x="48700" y="20810"/>
                      <a:pt x="47734" y="23925"/>
                      <a:pt x="45801" y="26664"/>
                    </a:cubicBezTo>
                    <a:cubicBezTo>
                      <a:pt x="43868" y="29456"/>
                      <a:pt x="40860" y="31658"/>
                      <a:pt x="36726" y="33322"/>
                    </a:cubicBezTo>
                    <a:cubicBezTo>
                      <a:pt x="39572" y="35094"/>
                      <a:pt x="41612" y="36974"/>
                      <a:pt x="42847" y="38961"/>
                    </a:cubicBezTo>
                    <a:cubicBezTo>
                      <a:pt x="44405" y="41538"/>
                      <a:pt x="45210" y="44599"/>
                      <a:pt x="45210" y="48090"/>
                    </a:cubicBezTo>
                    <a:cubicBezTo>
                      <a:pt x="45210" y="54426"/>
                      <a:pt x="42955" y="60065"/>
                      <a:pt x="38444" y="65059"/>
                    </a:cubicBezTo>
                    <a:cubicBezTo>
                      <a:pt x="33933" y="69999"/>
                      <a:pt x="27973" y="72469"/>
                      <a:pt x="20508" y="72469"/>
                    </a:cubicBezTo>
                    <a:cubicBezTo>
                      <a:pt x="14548" y="72469"/>
                      <a:pt x="9661" y="70643"/>
                      <a:pt x="5902" y="66992"/>
                    </a:cubicBezTo>
                    <a:cubicBezTo>
                      <a:pt x="2143" y="63287"/>
                      <a:pt x="264" y="58722"/>
                      <a:pt x="264" y="53191"/>
                    </a:cubicBezTo>
                    <a:cubicBezTo>
                      <a:pt x="264" y="48036"/>
                      <a:pt x="1606" y="43579"/>
                      <a:pt x="4237" y="39820"/>
                    </a:cubicBezTo>
                    <a:cubicBezTo>
                      <a:pt x="6922" y="36115"/>
                      <a:pt x="10574" y="33591"/>
                      <a:pt x="15192" y="32302"/>
                    </a:cubicBezTo>
                    <a:moveTo>
                      <a:pt x="15837" y="19790"/>
                    </a:moveTo>
                    <a:cubicBezTo>
                      <a:pt x="15837" y="22797"/>
                      <a:pt x="16857" y="25214"/>
                      <a:pt x="18790" y="27093"/>
                    </a:cubicBezTo>
                    <a:cubicBezTo>
                      <a:pt x="20723" y="28919"/>
                      <a:pt x="23408" y="29886"/>
                      <a:pt x="26845" y="29886"/>
                    </a:cubicBezTo>
                    <a:cubicBezTo>
                      <a:pt x="30819" y="29886"/>
                      <a:pt x="34094" y="28651"/>
                      <a:pt x="36564" y="26234"/>
                    </a:cubicBezTo>
                    <a:cubicBezTo>
                      <a:pt x="39088" y="23764"/>
                      <a:pt x="40323" y="20810"/>
                      <a:pt x="40323" y="17266"/>
                    </a:cubicBezTo>
                    <a:cubicBezTo>
                      <a:pt x="40323" y="14259"/>
                      <a:pt x="39357" y="11789"/>
                      <a:pt x="37370" y="9909"/>
                    </a:cubicBezTo>
                    <a:cubicBezTo>
                      <a:pt x="35437" y="8030"/>
                      <a:pt x="32752" y="7117"/>
                      <a:pt x="29315" y="7117"/>
                    </a:cubicBezTo>
                    <a:cubicBezTo>
                      <a:pt x="26737" y="7117"/>
                      <a:pt x="24375" y="7708"/>
                      <a:pt x="22227" y="8889"/>
                    </a:cubicBezTo>
                    <a:cubicBezTo>
                      <a:pt x="20079" y="10071"/>
                      <a:pt x="18468" y="11682"/>
                      <a:pt x="17447" y="13722"/>
                    </a:cubicBezTo>
                    <a:cubicBezTo>
                      <a:pt x="16374" y="15816"/>
                      <a:pt x="15837" y="17803"/>
                      <a:pt x="15837" y="19790"/>
                    </a:cubicBezTo>
                    <a:moveTo>
                      <a:pt x="9017" y="53943"/>
                    </a:moveTo>
                    <a:cubicBezTo>
                      <a:pt x="9017" y="55876"/>
                      <a:pt x="9500" y="57809"/>
                      <a:pt x="10467" y="59581"/>
                    </a:cubicBezTo>
                    <a:cubicBezTo>
                      <a:pt x="11433" y="61407"/>
                      <a:pt x="12883" y="62803"/>
                      <a:pt x="14816" y="63877"/>
                    </a:cubicBezTo>
                    <a:cubicBezTo>
                      <a:pt x="16749" y="64951"/>
                      <a:pt x="18951" y="65488"/>
                      <a:pt x="21421" y="65488"/>
                    </a:cubicBezTo>
                    <a:cubicBezTo>
                      <a:pt x="26147" y="65488"/>
                      <a:pt x="29959" y="63287"/>
                      <a:pt x="32913" y="58830"/>
                    </a:cubicBezTo>
                    <a:cubicBezTo>
                      <a:pt x="35222" y="55339"/>
                      <a:pt x="36403" y="51580"/>
                      <a:pt x="36403" y="47553"/>
                    </a:cubicBezTo>
                    <a:cubicBezTo>
                      <a:pt x="36403" y="44277"/>
                      <a:pt x="35329" y="41592"/>
                      <a:pt x="33181" y="39498"/>
                    </a:cubicBezTo>
                    <a:cubicBezTo>
                      <a:pt x="31033" y="37404"/>
                      <a:pt x="28241" y="36330"/>
                      <a:pt x="24751" y="36330"/>
                    </a:cubicBezTo>
                    <a:cubicBezTo>
                      <a:pt x="20347" y="36330"/>
                      <a:pt x="16642" y="37994"/>
                      <a:pt x="13635" y="41216"/>
                    </a:cubicBezTo>
                    <a:cubicBezTo>
                      <a:pt x="10574" y="44492"/>
                      <a:pt x="9017" y="48734"/>
                      <a:pt x="9017" y="539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2" name="Freihandform: Form 171">
                <a:extLst>
                  <a:ext uri="{FF2B5EF4-FFF2-40B4-BE49-F238E27FC236}">
                    <a16:creationId xmlns:a16="http://schemas.microsoft.com/office/drawing/2014/main" id="{172CCD84-B729-D33C-171E-B55FB06272AD}"/>
                  </a:ext>
                </a:extLst>
              </p:cNvPr>
              <p:cNvSpPr/>
              <p:nvPr/>
            </p:nvSpPr>
            <p:spPr>
              <a:xfrm>
                <a:off x="7430576" y="1660637"/>
                <a:ext cx="47899" cy="72332"/>
              </a:xfrm>
              <a:custGeom>
                <a:avLst/>
                <a:gdLst>
                  <a:gd name="connsiteX0" fmla="*/ 268 w 47899"/>
                  <a:gd name="connsiteY0" fmla="*/ 55017 h 72332"/>
                  <a:gd name="connsiteX1" fmla="*/ 8484 w 47899"/>
                  <a:gd name="connsiteY1" fmla="*/ 54158 h 72332"/>
                  <a:gd name="connsiteX2" fmla="*/ 11867 w 47899"/>
                  <a:gd name="connsiteY2" fmla="*/ 62642 h 72332"/>
                  <a:gd name="connsiteX3" fmla="*/ 17988 w 47899"/>
                  <a:gd name="connsiteY3" fmla="*/ 65166 h 72332"/>
                  <a:gd name="connsiteX4" fmla="*/ 27278 w 47899"/>
                  <a:gd name="connsiteY4" fmla="*/ 60816 h 72332"/>
                  <a:gd name="connsiteX5" fmla="*/ 36622 w 47899"/>
                  <a:gd name="connsiteY5" fmla="*/ 42451 h 72332"/>
                  <a:gd name="connsiteX6" fmla="*/ 28836 w 47899"/>
                  <a:gd name="connsiteY6" fmla="*/ 47177 h 72332"/>
                  <a:gd name="connsiteX7" fmla="*/ 21855 w 47899"/>
                  <a:gd name="connsiteY7" fmla="*/ 48573 h 72332"/>
                  <a:gd name="connsiteX8" fmla="*/ 10256 w 47899"/>
                  <a:gd name="connsiteY8" fmla="*/ 44223 h 72332"/>
                  <a:gd name="connsiteX9" fmla="*/ 3490 w 47899"/>
                  <a:gd name="connsiteY9" fmla="*/ 28006 h 72332"/>
                  <a:gd name="connsiteX10" fmla="*/ 11276 w 47899"/>
                  <a:gd name="connsiteY10" fmla="*/ 7439 h 72332"/>
                  <a:gd name="connsiteX11" fmla="*/ 27762 w 47899"/>
                  <a:gd name="connsiteY11" fmla="*/ 83 h 72332"/>
                  <a:gd name="connsiteX12" fmla="*/ 42368 w 47899"/>
                  <a:gd name="connsiteY12" fmla="*/ 6580 h 72332"/>
                  <a:gd name="connsiteX13" fmla="*/ 48167 w 47899"/>
                  <a:gd name="connsiteY13" fmla="*/ 24999 h 72332"/>
                  <a:gd name="connsiteX14" fmla="*/ 44301 w 47899"/>
                  <a:gd name="connsiteY14" fmla="*/ 47821 h 72332"/>
                  <a:gd name="connsiteX15" fmla="*/ 31897 w 47899"/>
                  <a:gd name="connsiteY15" fmla="*/ 67314 h 72332"/>
                  <a:gd name="connsiteX16" fmla="*/ 17505 w 47899"/>
                  <a:gd name="connsiteY16" fmla="*/ 72415 h 72332"/>
                  <a:gd name="connsiteX17" fmla="*/ 5530 w 47899"/>
                  <a:gd name="connsiteY17" fmla="*/ 67851 h 72332"/>
                  <a:gd name="connsiteX18" fmla="*/ 268 w 47899"/>
                  <a:gd name="connsiteY18" fmla="*/ 55017 h 72332"/>
                  <a:gd name="connsiteX19" fmla="*/ 11920 w 47899"/>
                  <a:gd name="connsiteY19" fmla="*/ 26986 h 72332"/>
                  <a:gd name="connsiteX20" fmla="*/ 15465 w 47899"/>
                  <a:gd name="connsiteY20" fmla="*/ 37618 h 72332"/>
                  <a:gd name="connsiteX21" fmla="*/ 23895 w 47899"/>
                  <a:gd name="connsiteY21" fmla="*/ 41538 h 72332"/>
                  <a:gd name="connsiteX22" fmla="*/ 31091 w 47899"/>
                  <a:gd name="connsiteY22" fmla="*/ 39122 h 72332"/>
                  <a:gd name="connsiteX23" fmla="*/ 37266 w 47899"/>
                  <a:gd name="connsiteY23" fmla="*/ 31711 h 72332"/>
                  <a:gd name="connsiteX24" fmla="*/ 39790 w 47899"/>
                  <a:gd name="connsiteY24" fmla="*/ 21670 h 72332"/>
                  <a:gd name="connsiteX25" fmla="*/ 38126 w 47899"/>
                  <a:gd name="connsiteY25" fmla="*/ 14098 h 72332"/>
                  <a:gd name="connsiteX26" fmla="*/ 33508 w 47899"/>
                  <a:gd name="connsiteY26" fmla="*/ 8889 h 72332"/>
                  <a:gd name="connsiteX27" fmla="*/ 27601 w 47899"/>
                  <a:gd name="connsiteY27" fmla="*/ 7117 h 72332"/>
                  <a:gd name="connsiteX28" fmla="*/ 21855 w 47899"/>
                  <a:gd name="connsiteY28" fmla="*/ 8674 h 72332"/>
                  <a:gd name="connsiteX29" fmla="*/ 16700 w 47899"/>
                  <a:gd name="connsiteY29" fmla="*/ 13185 h 72332"/>
                  <a:gd name="connsiteX30" fmla="*/ 13102 w 47899"/>
                  <a:gd name="connsiteY30" fmla="*/ 20059 h 72332"/>
                  <a:gd name="connsiteX31" fmla="*/ 11920 w 47899"/>
                  <a:gd name="connsiteY31" fmla="*/ 2698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268" y="55017"/>
                    </a:moveTo>
                    <a:lnTo>
                      <a:pt x="8484" y="54158"/>
                    </a:lnTo>
                    <a:cubicBezTo>
                      <a:pt x="9021" y="58131"/>
                      <a:pt x="10148" y="60978"/>
                      <a:pt x="11867" y="62642"/>
                    </a:cubicBezTo>
                    <a:cubicBezTo>
                      <a:pt x="13585" y="64307"/>
                      <a:pt x="15626" y="65166"/>
                      <a:pt x="17988" y="65166"/>
                    </a:cubicBezTo>
                    <a:cubicBezTo>
                      <a:pt x="21318" y="65166"/>
                      <a:pt x="24432" y="63716"/>
                      <a:pt x="27278" y="60816"/>
                    </a:cubicBezTo>
                    <a:cubicBezTo>
                      <a:pt x="31521" y="56521"/>
                      <a:pt x="34635" y="50452"/>
                      <a:pt x="36622" y="42451"/>
                    </a:cubicBezTo>
                    <a:cubicBezTo>
                      <a:pt x="33669" y="44653"/>
                      <a:pt x="31091" y="46210"/>
                      <a:pt x="28836" y="47177"/>
                    </a:cubicBezTo>
                    <a:cubicBezTo>
                      <a:pt x="26527" y="48090"/>
                      <a:pt x="24218" y="48573"/>
                      <a:pt x="21855" y="48573"/>
                    </a:cubicBezTo>
                    <a:cubicBezTo>
                      <a:pt x="17505" y="48573"/>
                      <a:pt x="13639" y="47123"/>
                      <a:pt x="10256" y="44223"/>
                    </a:cubicBezTo>
                    <a:cubicBezTo>
                      <a:pt x="5745" y="40464"/>
                      <a:pt x="3490" y="35041"/>
                      <a:pt x="3490" y="28006"/>
                    </a:cubicBezTo>
                    <a:cubicBezTo>
                      <a:pt x="3490" y="20005"/>
                      <a:pt x="6067" y="13132"/>
                      <a:pt x="11276" y="7439"/>
                    </a:cubicBezTo>
                    <a:cubicBezTo>
                      <a:pt x="15787" y="2553"/>
                      <a:pt x="21264" y="83"/>
                      <a:pt x="27762" y="83"/>
                    </a:cubicBezTo>
                    <a:cubicBezTo>
                      <a:pt x="33615" y="83"/>
                      <a:pt x="38502" y="2284"/>
                      <a:pt x="42368" y="6580"/>
                    </a:cubicBezTo>
                    <a:cubicBezTo>
                      <a:pt x="46234" y="10930"/>
                      <a:pt x="48167" y="17051"/>
                      <a:pt x="48167" y="24999"/>
                    </a:cubicBezTo>
                    <a:cubicBezTo>
                      <a:pt x="48167" y="32678"/>
                      <a:pt x="46879" y="40303"/>
                      <a:pt x="44301" y="47821"/>
                    </a:cubicBezTo>
                    <a:cubicBezTo>
                      <a:pt x="41240" y="56628"/>
                      <a:pt x="37105" y="63125"/>
                      <a:pt x="31897" y="67314"/>
                    </a:cubicBezTo>
                    <a:cubicBezTo>
                      <a:pt x="27654" y="70751"/>
                      <a:pt x="22821" y="72415"/>
                      <a:pt x="17505" y="72415"/>
                    </a:cubicBezTo>
                    <a:cubicBezTo>
                      <a:pt x="12618" y="72415"/>
                      <a:pt x="8645" y="70912"/>
                      <a:pt x="5530" y="67851"/>
                    </a:cubicBezTo>
                    <a:cubicBezTo>
                      <a:pt x="2416" y="64844"/>
                      <a:pt x="644" y="60548"/>
                      <a:pt x="268" y="55017"/>
                    </a:cubicBezTo>
                    <a:moveTo>
                      <a:pt x="11920" y="26986"/>
                    </a:moveTo>
                    <a:cubicBezTo>
                      <a:pt x="11920" y="31389"/>
                      <a:pt x="13102" y="34933"/>
                      <a:pt x="15465" y="37618"/>
                    </a:cubicBezTo>
                    <a:cubicBezTo>
                      <a:pt x="17827" y="40250"/>
                      <a:pt x="20673" y="41538"/>
                      <a:pt x="23895" y="41538"/>
                    </a:cubicBezTo>
                    <a:cubicBezTo>
                      <a:pt x="26312" y="41538"/>
                      <a:pt x="28728" y="40733"/>
                      <a:pt x="31091" y="39122"/>
                    </a:cubicBezTo>
                    <a:cubicBezTo>
                      <a:pt x="33508" y="37457"/>
                      <a:pt x="35548" y="34987"/>
                      <a:pt x="37266" y="31711"/>
                    </a:cubicBezTo>
                    <a:cubicBezTo>
                      <a:pt x="38931" y="28436"/>
                      <a:pt x="39790" y="25106"/>
                      <a:pt x="39790" y="21670"/>
                    </a:cubicBezTo>
                    <a:cubicBezTo>
                      <a:pt x="39790" y="18931"/>
                      <a:pt x="39253" y="16407"/>
                      <a:pt x="38126" y="14098"/>
                    </a:cubicBezTo>
                    <a:cubicBezTo>
                      <a:pt x="36998" y="11789"/>
                      <a:pt x="35441" y="10017"/>
                      <a:pt x="33508" y="8889"/>
                    </a:cubicBezTo>
                    <a:cubicBezTo>
                      <a:pt x="31574" y="7708"/>
                      <a:pt x="29588" y="7117"/>
                      <a:pt x="27601" y="7117"/>
                    </a:cubicBezTo>
                    <a:cubicBezTo>
                      <a:pt x="25667" y="7117"/>
                      <a:pt x="23734" y="7600"/>
                      <a:pt x="21855" y="8674"/>
                    </a:cubicBezTo>
                    <a:cubicBezTo>
                      <a:pt x="20029" y="9695"/>
                      <a:pt x="18257" y="11198"/>
                      <a:pt x="16700" y="13185"/>
                    </a:cubicBezTo>
                    <a:cubicBezTo>
                      <a:pt x="15089" y="15172"/>
                      <a:pt x="13907" y="17481"/>
                      <a:pt x="13102" y="20059"/>
                    </a:cubicBezTo>
                    <a:cubicBezTo>
                      <a:pt x="12296" y="22690"/>
                      <a:pt x="11920" y="24945"/>
                      <a:pt x="11920" y="2698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173" name="Grafik 4">
              <a:extLst>
                <a:ext uri="{FF2B5EF4-FFF2-40B4-BE49-F238E27FC236}">
                  <a16:creationId xmlns:a16="http://schemas.microsoft.com/office/drawing/2014/main" id="{70E182A2-C73F-CE52-2715-931E34C367F1}"/>
                </a:ext>
              </a:extLst>
            </p:cNvPr>
            <p:cNvGrpSpPr/>
            <p:nvPr/>
          </p:nvGrpSpPr>
          <p:grpSpPr>
            <a:xfrm>
              <a:off x="6826134" y="1786509"/>
              <a:ext cx="659673" cy="72386"/>
              <a:chOff x="6826134" y="1786509"/>
              <a:chExt cx="659673" cy="72386"/>
            </a:xfrm>
            <a:solidFill>
              <a:srgbClr val="000000"/>
            </a:solidFill>
          </p:grpSpPr>
          <p:sp>
            <p:nvSpPr>
              <p:cNvPr id="174" name="Freihandform: Form 173">
                <a:extLst>
                  <a:ext uri="{FF2B5EF4-FFF2-40B4-BE49-F238E27FC236}">
                    <a16:creationId xmlns:a16="http://schemas.microsoft.com/office/drawing/2014/main" id="{8A506AF9-BE49-679F-3267-CAE51E308B96}"/>
                  </a:ext>
                </a:extLst>
              </p:cNvPr>
              <p:cNvSpPr/>
              <p:nvPr/>
            </p:nvSpPr>
            <p:spPr>
              <a:xfrm>
                <a:off x="6826134" y="1786831"/>
                <a:ext cx="79206" cy="70829"/>
              </a:xfrm>
              <a:custGeom>
                <a:avLst/>
                <a:gdLst>
                  <a:gd name="connsiteX0" fmla="*/ 224 w 79206"/>
                  <a:gd name="connsiteY0" fmla="*/ 70921 h 70829"/>
                  <a:gd name="connsiteX1" fmla="*/ 34055 w 79206"/>
                  <a:gd name="connsiteY1" fmla="*/ 35104 h 70829"/>
                  <a:gd name="connsiteX2" fmla="*/ 13971 w 79206"/>
                  <a:gd name="connsiteY2" fmla="*/ 92 h 70829"/>
                  <a:gd name="connsiteX3" fmla="*/ 24389 w 79206"/>
                  <a:gd name="connsiteY3" fmla="*/ 92 h 70829"/>
                  <a:gd name="connsiteX4" fmla="*/ 33518 w 79206"/>
                  <a:gd name="connsiteY4" fmla="*/ 16094 h 70829"/>
                  <a:gd name="connsiteX5" fmla="*/ 37707 w 79206"/>
                  <a:gd name="connsiteY5" fmla="*/ 23505 h 70829"/>
                  <a:gd name="connsiteX6" fmla="*/ 40445 w 79206"/>
                  <a:gd name="connsiteY6" fmla="*/ 29143 h 70829"/>
                  <a:gd name="connsiteX7" fmla="*/ 51507 w 79206"/>
                  <a:gd name="connsiteY7" fmla="*/ 16470 h 70829"/>
                  <a:gd name="connsiteX8" fmla="*/ 67080 w 79206"/>
                  <a:gd name="connsiteY8" fmla="*/ 92 h 70829"/>
                  <a:gd name="connsiteX9" fmla="*/ 79431 w 79206"/>
                  <a:gd name="connsiteY9" fmla="*/ 92 h 70829"/>
                  <a:gd name="connsiteX10" fmla="*/ 45171 w 79206"/>
                  <a:gd name="connsiteY10" fmla="*/ 36661 h 70829"/>
                  <a:gd name="connsiteX11" fmla="*/ 64610 w 79206"/>
                  <a:gd name="connsiteY11" fmla="*/ 70921 h 70829"/>
                  <a:gd name="connsiteX12" fmla="*/ 54300 w 79206"/>
                  <a:gd name="connsiteY12" fmla="*/ 70921 h 70829"/>
                  <a:gd name="connsiteX13" fmla="*/ 42808 w 79206"/>
                  <a:gd name="connsiteY13" fmla="*/ 50193 h 70829"/>
                  <a:gd name="connsiteX14" fmla="*/ 38888 w 79206"/>
                  <a:gd name="connsiteY14" fmla="*/ 42353 h 70829"/>
                  <a:gd name="connsiteX15" fmla="*/ 32551 w 79206"/>
                  <a:gd name="connsiteY15" fmla="*/ 49871 h 70829"/>
                  <a:gd name="connsiteX16" fmla="*/ 12736 w 79206"/>
                  <a:gd name="connsiteY16" fmla="*/ 7092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24" y="70921"/>
                    </a:moveTo>
                    <a:lnTo>
                      <a:pt x="34055" y="35104"/>
                    </a:lnTo>
                    <a:lnTo>
                      <a:pt x="13971" y="92"/>
                    </a:lnTo>
                    <a:lnTo>
                      <a:pt x="24389" y="92"/>
                    </a:lnTo>
                    <a:lnTo>
                      <a:pt x="33518" y="16094"/>
                    </a:lnTo>
                    <a:cubicBezTo>
                      <a:pt x="35934" y="20336"/>
                      <a:pt x="37331" y="22806"/>
                      <a:pt x="37707" y="23505"/>
                    </a:cubicBezTo>
                    <a:cubicBezTo>
                      <a:pt x="38512" y="25116"/>
                      <a:pt x="39479" y="26995"/>
                      <a:pt x="40445" y="29143"/>
                    </a:cubicBezTo>
                    <a:cubicBezTo>
                      <a:pt x="42862" y="25921"/>
                      <a:pt x="46513" y="21733"/>
                      <a:pt x="51507" y="16470"/>
                    </a:cubicBezTo>
                    <a:lnTo>
                      <a:pt x="67080" y="92"/>
                    </a:lnTo>
                    <a:lnTo>
                      <a:pt x="79431" y="92"/>
                    </a:lnTo>
                    <a:lnTo>
                      <a:pt x="45171" y="36661"/>
                    </a:lnTo>
                    <a:lnTo>
                      <a:pt x="64610" y="70921"/>
                    </a:lnTo>
                    <a:lnTo>
                      <a:pt x="54300" y="70921"/>
                    </a:lnTo>
                    <a:lnTo>
                      <a:pt x="42808" y="50193"/>
                    </a:lnTo>
                    <a:cubicBezTo>
                      <a:pt x="41680" y="48153"/>
                      <a:pt x="40391" y="45575"/>
                      <a:pt x="38888" y="42353"/>
                    </a:cubicBezTo>
                    <a:cubicBezTo>
                      <a:pt x="37170" y="44716"/>
                      <a:pt x="35022" y="47186"/>
                      <a:pt x="32551" y="49871"/>
                    </a:cubicBezTo>
                    <a:lnTo>
                      <a:pt x="12736" y="7092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5" name="Freihandform: Form 174">
                <a:extLst>
                  <a:ext uri="{FF2B5EF4-FFF2-40B4-BE49-F238E27FC236}">
                    <a16:creationId xmlns:a16="http://schemas.microsoft.com/office/drawing/2014/main" id="{9EAA1E24-BEF9-EAD3-1E6F-212DBC6A2CC9}"/>
                  </a:ext>
                </a:extLst>
              </p:cNvPr>
              <p:cNvSpPr/>
              <p:nvPr/>
            </p:nvSpPr>
            <p:spPr>
              <a:xfrm>
                <a:off x="6899504" y="1786831"/>
                <a:ext cx="64815" cy="70829"/>
              </a:xfrm>
              <a:custGeom>
                <a:avLst/>
                <a:gdLst>
                  <a:gd name="connsiteX0" fmla="*/ 229 w 64815"/>
                  <a:gd name="connsiteY0" fmla="*/ 70921 h 70829"/>
                  <a:gd name="connsiteX1" fmla="*/ 15050 w 64815"/>
                  <a:gd name="connsiteY1" fmla="*/ 92 h 70829"/>
                  <a:gd name="connsiteX2" fmla="*/ 44639 w 64815"/>
                  <a:gd name="connsiteY2" fmla="*/ 92 h 70829"/>
                  <a:gd name="connsiteX3" fmla="*/ 56184 w 64815"/>
                  <a:gd name="connsiteY3" fmla="*/ 1810 h 70829"/>
                  <a:gd name="connsiteX4" fmla="*/ 62520 w 64815"/>
                  <a:gd name="connsiteY4" fmla="*/ 7878 h 70829"/>
                  <a:gd name="connsiteX5" fmla="*/ 65044 w 64815"/>
                  <a:gd name="connsiteY5" fmla="*/ 17490 h 70829"/>
                  <a:gd name="connsiteX6" fmla="*/ 63272 w 64815"/>
                  <a:gd name="connsiteY6" fmla="*/ 26404 h 70829"/>
                  <a:gd name="connsiteX7" fmla="*/ 58762 w 64815"/>
                  <a:gd name="connsiteY7" fmla="*/ 33922 h 70829"/>
                  <a:gd name="connsiteX8" fmla="*/ 53230 w 64815"/>
                  <a:gd name="connsiteY8" fmla="*/ 38326 h 70829"/>
                  <a:gd name="connsiteX9" fmla="*/ 47216 w 64815"/>
                  <a:gd name="connsiteY9" fmla="*/ 40581 h 70829"/>
                  <a:gd name="connsiteX10" fmla="*/ 33415 w 64815"/>
                  <a:gd name="connsiteY10" fmla="*/ 42138 h 70829"/>
                  <a:gd name="connsiteX11" fmla="*/ 15695 w 64815"/>
                  <a:gd name="connsiteY11" fmla="*/ 42138 h 70829"/>
                  <a:gd name="connsiteX12" fmla="*/ 9734 w 64815"/>
                  <a:gd name="connsiteY12" fmla="*/ 70921 h 70829"/>
                  <a:gd name="connsiteX13" fmla="*/ 229 w 64815"/>
                  <a:gd name="connsiteY13" fmla="*/ 70921 h 70829"/>
                  <a:gd name="connsiteX14" fmla="*/ 17413 w 64815"/>
                  <a:gd name="connsiteY14" fmla="*/ 34137 h 70829"/>
                  <a:gd name="connsiteX15" fmla="*/ 32986 w 64815"/>
                  <a:gd name="connsiteY15" fmla="*/ 34137 h 70829"/>
                  <a:gd name="connsiteX16" fmla="*/ 46357 w 64815"/>
                  <a:gd name="connsiteY16" fmla="*/ 32204 h 70829"/>
                  <a:gd name="connsiteX17" fmla="*/ 53177 w 64815"/>
                  <a:gd name="connsiteY17" fmla="*/ 26243 h 70829"/>
                  <a:gd name="connsiteX18" fmla="*/ 55701 w 64815"/>
                  <a:gd name="connsiteY18" fmla="*/ 17705 h 70829"/>
                  <a:gd name="connsiteX19" fmla="*/ 54358 w 64815"/>
                  <a:gd name="connsiteY19" fmla="*/ 12013 h 70829"/>
                  <a:gd name="connsiteX20" fmla="*/ 50545 w 64815"/>
                  <a:gd name="connsiteY20" fmla="*/ 8791 h 70829"/>
                  <a:gd name="connsiteX21" fmla="*/ 41094 w 64815"/>
                  <a:gd name="connsiteY21" fmla="*/ 7771 h 70829"/>
                  <a:gd name="connsiteX22" fmla="*/ 22890 w 64815"/>
                  <a:gd name="connsiteY22" fmla="*/ 777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229" y="70921"/>
                    </a:moveTo>
                    <a:lnTo>
                      <a:pt x="15050" y="92"/>
                    </a:lnTo>
                    <a:lnTo>
                      <a:pt x="44639" y="92"/>
                    </a:lnTo>
                    <a:cubicBezTo>
                      <a:pt x="49794" y="92"/>
                      <a:pt x="53606" y="682"/>
                      <a:pt x="56184" y="1810"/>
                    </a:cubicBezTo>
                    <a:cubicBezTo>
                      <a:pt x="58762" y="2991"/>
                      <a:pt x="60856" y="5032"/>
                      <a:pt x="62520" y="7878"/>
                    </a:cubicBezTo>
                    <a:cubicBezTo>
                      <a:pt x="64185" y="10724"/>
                      <a:pt x="65044" y="13946"/>
                      <a:pt x="65044" y="17490"/>
                    </a:cubicBezTo>
                    <a:cubicBezTo>
                      <a:pt x="65044" y="20390"/>
                      <a:pt x="64454" y="23397"/>
                      <a:pt x="63272" y="26404"/>
                    </a:cubicBezTo>
                    <a:cubicBezTo>
                      <a:pt x="62091" y="29465"/>
                      <a:pt x="60587" y="31935"/>
                      <a:pt x="58762" y="33922"/>
                    </a:cubicBezTo>
                    <a:cubicBezTo>
                      <a:pt x="56936" y="35855"/>
                      <a:pt x="55056" y="37359"/>
                      <a:pt x="53230" y="38326"/>
                    </a:cubicBezTo>
                    <a:cubicBezTo>
                      <a:pt x="51351" y="39346"/>
                      <a:pt x="49364" y="40098"/>
                      <a:pt x="47216" y="40581"/>
                    </a:cubicBezTo>
                    <a:cubicBezTo>
                      <a:pt x="42652" y="41655"/>
                      <a:pt x="38087" y="42138"/>
                      <a:pt x="33415" y="42138"/>
                    </a:cubicBezTo>
                    <a:lnTo>
                      <a:pt x="15695" y="42138"/>
                    </a:lnTo>
                    <a:lnTo>
                      <a:pt x="9734" y="70921"/>
                    </a:lnTo>
                    <a:lnTo>
                      <a:pt x="229" y="70921"/>
                    </a:lnTo>
                    <a:moveTo>
                      <a:pt x="17413" y="34137"/>
                    </a:moveTo>
                    <a:lnTo>
                      <a:pt x="32986" y="34137"/>
                    </a:lnTo>
                    <a:cubicBezTo>
                      <a:pt x="39054" y="34137"/>
                      <a:pt x="43511" y="33493"/>
                      <a:pt x="46357" y="32204"/>
                    </a:cubicBezTo>
                    <a:cubicBezTo>
                      <a:pt x="49203" y="30861"/>
                      <a:pt x="51458" y="28875"/>
                      <a:pt x="53177" y="26243"/>
                    </a:cubicBezTo>
                    <a:cubicBezTo>
                      <a:pt x="54841" y="23558"/>
                      <a:pt x="55701" y="20712"/>
                      <a:pt x="55701" y="17705"/>
                    </a:cubicBezTo>
                    <a:cubicBezTo>
                      <a:pt x="55701" y="15396"/>
                      <a:pt x="55271" y="13517"/>
                      <a:pt x="54358" y="12013"/>
                    </a:cubicBezTo>
                    <a:cubicBezTo>
                      <a:pt x="53445" y="10563"/>
                      <a:pt x="52210" y="9489"/>
                      <a:pt x="50545" y="8791"/>
                    </a:cubicBezTo>
                    <a:cubicBezTo>
                      <a:pt x="48881" y="8093"/>
                      <a:pt x="45766" y="7771"/>
                      <a:pt x="41094" y="7771"/>
                    </a:cubicBezTo>
                    <a:lnTo>
                      <a:pt x="22890" y="777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6" name="Freihandform: Form 175">
                <a:extLst>
                  <a:ext uri="{FF2B5EF4-FFF2-40B4-BE49-F238E27FC236}">
                    <a16:creationId xmlns:a16="http://schemas.microsoft.com/office/drawing/2014/main" id="{8D25B0FB-6DD5-495A-7DE4-DB5CD9EDE240}"/>
                  </a:ext>
                </a:extLst>
              </p:cNvPr>
              <p:cNvSpPr/>
              <p:nvPr/>
            </p:nvSpPr>
            <p:spPr>
              <a:xfrm>
                <a:off x="6995763" y="1786509"/>
                <a:ext cx="48973" cy="72332"/>
              </a:xfrm>
              <a:custGeom>
                <a:avLst/>
                <a:gdLst>
                  <a:gd name="connsiteX0" fmla="*/ 236 w 48973"/>
                  <a:gd name="connsiteY0" fmla="*/ 47991 h 72332"/>
                  <a:gd name="connsiteX1" fmla="*/ 2921 w 48973"/>
                  <a:gd name="connsiteY1" fmla="*/ 29734 h 72332"/>
                  <a:gd name="connsiteX2" fmla="*/ 8935 w 48973"/>
                  <a:gd name="connsiteY2" fmla="*/ 14913 h 72332"/>
                  <a:gd name="connsiteX3" fmla="*/ 15701 w 48973"/>
                  <a:gd name="connsiteY3" fmla="*/ 6213 h 72332"/>
                  <a:gd name="connsiteX4" fmla="*/ 22682 w 48973"/>
                  <a:gd name="connsiteY4" fmla="*/ 1595 h 72332"/>
                  <a:gd name="connsiteX5" fmla="*/ 30200 w 48973"/>
                  <a:gd name="connsiteY5" fmla="*/ 92 h 72332"/>
                  <a:gd name="connsiteX6" fmla="*/ 43786 w 48973"/>
                  <a:gd name="connsiteY6" fmla="*/ 6160 h 72332"/>
                  <a:gd name="connsiteX7" fmla="*/ 49210 w 48973"/>
                  <a:gd name="connsiteY7" fmla="*/ 23612 h 72332"/>
                  <a:gd name="connsiteX8" fmla="*/ 45451 w 48973"/>
                  <a:gd name="connsiteY8" fmla="*/ 46864 h 72332"/>
                  <a:gd name="connsiteX9" fmla="*/ 33100 w 48973"/>
                  <a:gd name="connsiteY9" fmla="*/ 67270 h 72332"/>
                  <a:gd name="connsiteX10" fmla="*/ 19192 w 48973"/>
                  <a:gd name="connsiteY10" fmla="*/ 72425 h 72332"/>
                  <a:gd name="connsiteX11" fmla="*/ 5767 w 48973"/>
                  <a:gd name="connsiteY11" fmla="*/ 66196 h 72332"/>
                  <a:gd name="connsiteX12" fmla="*/ 236 w 48973"/>
                  <a:gd name="connsiteY12" fmla="*/ 47991 h 72332"/>
                  <a:gd name="connsiteX13" fmla="*/ 8721 w 48973"/>
                  <a:gd name="connsiteY13" fmla="*/ 50247 h 72332"/>
                  <a:gd name="connsiteX14" fmla="*/ 10869 w 48973"/>
                  <a:gd name="connsiteY14" fmla="*/ 60396 h 72332"/>
                  <a:gd name="connsiteX15" fmla="*/ 19622 w 48973"/>
                  <a:gd name="connsiteY15" fmla="*/ 65497 h 72332"/>
                  <a:gd name="connsiteX16" fmla="*/ 28858 w 48973"/>
                  <a:gd name="connsiteY16" fmla="*/ 60879 h 72332"/>
                  <a:gd name="connsiteX17" fmla="*/ 37879 w 48973"/>
                  <a:gd name="connsiteY17" fmla="*/ 41923 h 72332"/>
                  <a:gd name="connsiteX18" fmla="*/ 40886 w 48973"/>
                  <a:gd name="connsiteY18" fmla="*/ 21518 h 72332"/>
                  <a:gd name="connsiteX19" fmla="*/ 37987 w 48973"/>
                  <a:gd name="connsiteY19" fmla="*/ 10509 h 72332"/>
                  <a:gd name="connsiteX20" fmla="*/ 30254 w 48973"/>
                  <a:gd name="connsiteY20" fmla="*/ 7126 h 72332"/>
                  <a:gd name="connsiteX21" fmla="*/ 23756 w 48973"/>
                  <a:gd name="connsiteY21" fmla="*/ 8898 h 72332"/>
                  <a:gd name="connsiteX22" fmla="*/ 18010 w 48973"/>
                  <a:gd name="connsiteY22" fmla="*/ 15020 h 72332"/>
                  <a:gd name="connsiteX23" fmla="*/ 11191 w 48973"/>
                  <a:gd name="connsiteY23" fmla="*/ 33385 h 72332"/>
                  <a:gd name="connsiteX24" fmla="*/ 8721 w 48973"/>
                  <a:gd name="connsiteY24" fmla="*/ 50247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36" y="47991"/>
                    </a:moveTo>
                    <a:cubicBezTo>
                      <a:pt x="236" y="42031"/>
                      <a:pt x="1149" y="35909"/>
                      <a:pt x="2921" y="29734"/>
                    </a:cubicBezTo>
                    <a:cubicBezTo>
                      <a:pt x="4747" y="23558"/>
                      <a:pt x="6734" y="18618"/>
                      <a:pt x="8935" y="14913"/>
                    </a:cubicBezTo>
                    <a:cubicBezTo>
                      <a:pt x="11083" y="11207"/>
                      <a:pt x="13392" y="8308"/>
                      <a:pt x="15701" y="6213"/>
                    </a:cubicBezTo>
                    <a:cubicBezTo>
                      <a:pt x="18064" y="4119"/>
                      <a:pt x="20373" y="2562"/>
                      <a:pt x="22682" y="1595"/>
                    </a:cubicBezTo>
                    <a:cubicBezTo>
                      <a:pt x="24938" y="575"/>
                      <a:pt x="27462" y="92"/>
                      <a:pt x="30200" y="92"/>
                    </a:cubicBezTo>
                    <a:cubicBezTo>
                      <a:pt x="35624" y="92"/>
                      <a:pt x="40135" y="2132"/>
                      <a:pt x="43786" y="6160"/>
                    </a:cubicBezTo>
                    <a:cubicBezTo>
                      <a:pt x="47384" y="10187"/>
                      <a:pt x="49210" y="15987"/>
                      <a:pt x="49210" y="23612"/>
                    </a:cubicBezTo>
                    <a:cubicBezTo>
                      <a:pt x="49210" y="31398"/>
                      <a:pt x="47975" y="39185"/>
                      <a:pt x="45451" y="46864"/>
                    </a:cubicBezTo>
                    <a:cubicBezTo>
                      <a:pt x="42497" y="55939"/>
                      <a:pt x="38363" y="62759"/>
                      <a:pt x="33100" y="67270"/>
                    </a:cubicBezTo>
                    <a:cubicBezTo>
                      <a:pt x="29019" y="70706"/>
                      <a:pt x="24401" y="72425"/>
                      <a:pt x="19192" y="72425"/>
                    </a:cubicBezTo>
                    <a:cubicBezTo>
                      <a:pt x="13876" y="72425"/>
                      <a:pt x="9419" y="70384"/>
                      <a:pt x="5767" y="66196"/>
                    </a:cubicBezTo>
                    <a:cubicBezTo>
                      <a:pt x="2116" y="62007"/>
                      <a:pt x="236" y="55939"/>
                      <a:pt x="236" y="47991"/>
                    </a:cubicBezTo>
                    <a:moveTo>
                      <a:pt x="8721" y="50247"/>
                    </a:moveTo>
                    <a:cubicBezTo>
                      <a:pt x="8721" y="54596"/>
                      <a:pt x="9419" y="57980"/>
                      <a:pt x="10869" y="60396"/>
                    </a:cubicBezTo>
                    <a:cubicBezTo>
                      <a:pt x="12855" y="63779"/>
                      <a:pt x="15755" y="65497"/>
                      <a:pt x="19622" y="65497"/>
                    </a:cubicBezTo>
                    <a:cubicBezTo>
                      <a:pt x="23005" y="65497"/>
                      <a:pt x="26119" y="63940"/>
                      <a:pt x="28858" y="60879"/>
                    </a:cubicBezTo>
                    <a:cubicBezTo>
                      <a:pt x="32885" y="56583"/>
                      <a:pt x="35892" y="50247"/>
                      <a:pt x="37879" y="41923"/>
                    </a:cubicBezTo>
                    <a:cubicBezTo>
                      <a:pt x="39920" y="33600"/>
                      <a:pt x="40886" y="26780"/>
                      <a:pt x="40886" y="21518"/>
                    </a:cubicBezTo>
                    <a:cubicBezTo>
                      <a:pt x="40886" y="16416"/>
                      <a:pt x="39920" y="12765"/>
                      <a:pt x="37987" y="10509"/>
                    </a:cubicBezTo>
                    <a:cubicBezTo>
                      <a:pt x="36053" y="8254"/>
                      <a:pt x="33476" y="7126"/>
                      <a:pt x="30254" y="7126"/>
                    </a:cubicBezTo>
                    <a:cubicBezTo>
                      <a:pt x="27945" y="7126"/>
                      <a:pt x="25797" y="7717"/>
                      <a:pt x="23756" y="8898"/>
                    </a:cubicBezTo>
                    <a:cubicBezTo>
                      <a:pt x="21769" y="10080"/>
                      <a:pt x="19836" y="12120"/>
                      <a:pt x="18010" y="15020"/>
                    </a:cubicBezTo>
                    <a:cubicBezTo>
                      <a:pt x="15379" y="19155"/>
                      <a:pt x="13124" y="25277"/>
                      <a:pt x="11191" y="33385"/>
                    </a:cubicBezTo>
                    <a:cubicBezTo>
                      <a:pt x="9526" y="40366"/>
                      <a:pt x="8721" y="45951"/>
                      <a:pt x="8721" y="502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7" name="Freihandform: Form 176">
                <a:extLst>
                  <a:ext uri="{FF2B5EF4-FFF2-40B4-BE49-F238E27FC236}">
                    <a16:creationId xmlns:a16="http://schemas.microsoft.com/office/drawing/2014/main" id="{1F352C22-FC8F-5515-E62A-441414E26B50}"/>
                  </a:ext>
                </a:extLst>
              </p:cNvPr>
              <p:cNvSpPr/>
              <p:nvPr/>
            </p:nvSpPr>
            <p:spPr>
              <a:xfrm>
                <a:off x="7050807" y="1786509"/>
                <a:ext cx="48973" cy="72332"/>
              </a:xfrm>
              <a:custGeom>
                <a:avLst/>
                <a:gdLst>
                  <a:gd name="connsiteX0" fmla="*/ 240 w 48973"/>
                  <a:gd name="connsiteY0" fmla="*/ 47991 h 72332"/>
                  <a:gd name="connsiteX1" fmla="*/ 2925 w 48973"/>
                  <a:gd name="connsiteY1" fmla="*/ 29734 h 72332"/>
                  <a:gd name="connsiteX2" fmla="*/ 8939 w 48973"/>
                  <a:gd name="connsiteY2" fmla="*/ 14913 h 72332"/>
                  <a:gd name="connsiteX3" fmla="*/ 15705 w 48973"/>
                  <a:gd name="connsiteY3" fmla="*/ 6213 h 72332"/>
                  <a:gd name="connsiteX4" fmla="*/ 22686 w 48973"/>
                  <a:gd name="connsiteY4" fmla="*/ 1595 h 72332"/>
                  <a:gd name="connsiteX5" fmla="*/ 30204 w 48973"/>
                  <a:gd name="connsiteY5" fmla="*/ 92 h 72332"/>
                  <a:gd name="connsiteX6" fmla="*/ 43790 w 48973"/>
                  <a:gd name="connsiteY6" fmla="*/ 6160 h 72332"/>
                  <a:gd name="connsiteX7" fmla="*/ 49214 w 48973"/>
                  <a:gd name="connsiteY7" fmla="*/ 23612 h 72332"/>
                  <a:gd name="connsiteX8" fmla="*/ 45455 w 48973"/>
                  <a:gd name="connsiteY8" fmla="*/ 46864 h 72332"/>
                  <a:gd name="connsiteX9" fmla="*/ 33104 w 48973"/>
                  <a:gd name="connsiteY9" fmla="*/ 67270 h 72332"/>
                  <a:gd name="connsiteX10" fmla="*/ 19196 w 48973"/>
                  <a:gd name="connsiteY10" fmla="*/ 72425 h 72332"/>
                  <a:gd name="connsiteX11" fmla="*/ 5771 w 48973"/>
                  <a:gd name="connsiteY11" fmla="*/ 66196 h 72332"/>
                  <a:gd name="connsiteX12" fmla="*/ 240 w 48973"/>
                  <a:gd name="connsiteY12" fmla="*/ 47991 h 72332"/>
                  <a:gd name="connsiteX13" fmla="*/ 8725 w 48973"/>
                  <a:gd name="connsiteY13" fmla="*/ 50247 h 72332"/>
                  <a:gd name="connsiteX14" fmla="*/ 10873 w 48973"/>
                  <a:gd name="connsiteY14" fmla="*/ 60396 h 72332"/>
                  <a:gd name="connsiteX15" fmla="*/ 19626 w 48973"/>
                  <a:gd name="connsiteY15" fmla="*/ 65497 h 72332"/>
                  <a:gd name="connsiteX16" fmla="*/ 28862 w 48973"/>
                  <a:gd name="connsiteY16" fmla="*/ 60879 h 72332"/>
                  <a:gd name="connsiteX17" fmla="*/ 37883 w 48973"/>
                  <a:gd name="connsiteY17" fmla="*/ 41923 h 72332"/>
                  <a:gd name="connsiteX18" fmla="*/ 40890 w 48973"/>
                  <a:gd name="connsiteY18" fmla="*/ 21518 h 72332"/>
                  <a:gd name="connsiteX19" fmla="*/ 37991 w 48973"/>
                  <a:gd name="connsiteY19" fmla="*/ 10509 h 72332"/>
                  <a:gd name="connsiteX20" fmla="*/ 30258 w 48973"/>
                  <a:gd name="connsiteY20" fmla="*/ 7126 h 72332"/>
                  <a:gd name="connsiteX21" fmla="*/ 23760 w 48973"/>
                  <a:gd name="connsiteY21" fmla="*/ 8898 h 72332"/>
                  <a:gd name="connsiteX22" fmla="*/ 18015 w 48973"/>
                  <a:gd name="connsiteY22" fmla="*/ 15020 h 72332"/>
                  <a:gd name="connsiteX23" fmla="*/ 11195 w 48973"/>
                  <a:gd name="connsiteY23" fmla="*/ 33385 h 72332"/>
                  <a:gd name="connsiteX24" fmla="*/ 8725 w 48973"/>
                  <a:gd name="connsiteY24" fmla="*/ 50247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40" y="47991"/>
                    </a:moveTo>
                    <a:cubicBezTo>
                      <a:pt x="240" y="42031"/>
                      <a:pt x="1153" y="35909"/>
                      <a:pt x="2925" y="29734"/>
                    </a:cubicBezTo>
                    <a:cubicBezTo>
                      <a:pt x="4751" y="23558"/>
                      <a:pt x="6738" y="18618"/>
                      <a:pt x="8939" y="14913"/>
                    </a:cubicBezTo>
                    <a:cubicBezTo>
                      <a:pt x="11087" y="11207"/>
                      <a:pt x="13396" y="8308"/>
                      <a:pt x="15705" y="6213"/>
                    </a:cubicBezTo>
                    <a:cubicBezTo>
                      <a:pt x="18068" y="4119"/>
                      <a:pt x="20377" y="2562"/>
                      <a:pt x="22686" y="1595"/>
                    </a:cubicBezTo>
                    <a:cubicBezTo>
                      <a:pt x="24942" y="575"/>
                      <a:pt x="27466" y="92"/>
                      <a:pt x="30204" y="92"/>
                    </a:cubicBezTo>
                    <a:cubicBezTo>
                      <a:pt x="35628" y="92"/>
                      <a:pt x="40139" y="2132"/>
                      <a:pt x="43790" y="6160"/>
                    </a:cubicBezTo>
                    <a:cubicBezTo>
                      <a:pt x="47388" y="10187"/>
                      <a:pt x="49214" y="15987"/>
                      <a:pt x="49214" y="23612"/>
                    </a:cubicBezTo>
                    <a:cubicBezTo>
                      <a:pt x="49214" y="31398"/>
                      <a:pt x="47979" y="39185"/>
                      <a:pt x="45455" y="46864"/>
                    </a:cubicBezTo>
                    <a:cubicBezTo>
                      <a:pt x="42501" y="55939"/>
                      <a:pt x="38367" y="62759"/>
                      <a:pt x="33104" y="67270"/>
                    </a:cubicBezTo>
                    <a:cubicBezTo>
                      <a:pt x="29023" y="70706"/>
                      <a:pt x="24405" y="72425"/>
                      <a:pt x="19196" y="72425"/>
                    </a:cubicBezTo>
                    <a:cubicBezTo>
                      <a:pt x="13880" y="72425"/>
                      <a:pt x="9423" y="70384"/>
                      <a:pt x="5771" y="66196"/>
                    </a:cubicBezTo>
                    <a:cubicBezTo>
                      <a:pt x="2120" y="62007"/>
                      <a:pt x="240" y="55939"/>
                      <a:pt x="240" y="47991"/>
                    </a:cubicBezTo>
                    <a:moveTo>
                      <a:pt x="8725" y="50247"/>
                    </a:moveTo>
                    <a:cubicBezTo>
                      <a:pt x="8725" y="54596"/>
                      <a:pt x="9423" y="57980"/>
                      <a:pt x="10873" y="60396"/>
                    </a:cubicBezTo>
                    <a:cubicBezTo>
                      <a:pt x="12859" y="63779"/>
                      <a:pt x="15759" y="65497"/>
                      <a:pt x="19626" y="65497"/>
                    </a:cubicBezTo>
                    <a:cubicBezTo>
                      <a:pt x="23009" y="65497"/>
                      <a:pt x="26123" y="63940"/>
                      <a:pt x="28862" y="60879"/>
                    </a:cubicBezTo>
                    <a:cubicBezTo>
                      <a:pt x="32889" y="56583"/>
                      <a:pt x="35896" y="50247"/>
                      <a:pt x="37883" y="41923"/>
                    </a:cubicBezTo>
                    <a:cubicBezTo>
                      <a:pt x="39924" y="33600"/>
                      <a:pt x="40890" y="26780"/>
                      <a:pt x="40890" y="21518"/>
                    </a:cubicBezTo>
                    <a:cubicBezTo>
                      <a:pt x="40890" y="16416"/>
                      <a:pt x="39924" y="12765"/>
                      <a:pt x="37991" y="10509"/>
                    </a:cubicBezTo>
                    <a:cubicBezTo>
                      <a:pt x="36057" y="8254"/>
                      <a:pt x="33480" y="7126"/>
                      <a:pt x="30258" y="7126"/>
                    </a:cubicBezTo>
                    <a:cubicBezTo>
                      <a:pt x="27949" y="7126"/>
                      <a:pt x="25801" y="7717"/>
                      <a:pt x="23760" y="8898"/>
                    </a:cubicBezTo>
                    <a:cubicBezTo>
                      <a:pt x="21773" y="10080"/>
                      <a:pt x="19840" y="12120"/>
                      <a:pt x="18015" y="15020"/>
                    </a:cubicBezTo>
                    <a:cubicBezTo>
                      <a:pt x="15383" y="19155"/>
                      <a:pt x="13128" y="25277"/>
                      <a:pt x="11195" y="33385"/>
                    </a:cubicBezTo>
                    <a:cubicBezTo>
                      <a:pt x="9530" y="40366"/>
                      <a:pt x="8725" y="45951"/>
                      <a:pt x="8725" y="502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8" name="Freihandform: Form 177">
                <a:extLst>
                  <a:ext uri="{FF2B5EF4-FFF2-40B4-BE49-F238E27FC236}">
                    <a16:creationId xmlns:a16="http://schemas.microsoft.com/office/drawing/2014/main" id="{CC2C3462-F1EA-5DFA-ABA6-E2565B6152BD}"/>
                  </a:ext>
                </a:extLst>
              </p:cNvPr>
              <p:cNvSpPr/>
              <p:nvPr/>
            </p:nvSpPr>
            <p:spPr>
              <a:xfrm>
                <a:off x="7105742" y="1787798"/>
                <a:ext cx="49779" cy="71044"/>
              </a:xfrm>
              <a:custGeom>
                <a:avLst/>
                <a:gdLst>
                  <a:gd name="connsiteX0" fmla="*/ 298 w 49779"/>
                  <a:gd name="connsiteY0" fmla="*/ 49710 h 71044"/>
                  <a:gd name="connsiteX1" fmla="*/ 9158 w 49779"/>
                  <a:gd name="connsiteY1" fmla="*/ 48851 h 71044"/>
                  <a:gd name="connsiteX2" fmla="*/ 9051 w 49779"/>
                  <a:gd name="connsiteY2" fmla="*/ 51106 h 71044"/>
                  <a:gd name="connsiteX3" fmla="*/ 10715 w 49779"/>
                  <a:gd name="connsiteY3" fmla="*/ 57550 h 71044"/>
                  <a:gd name="connsiteX4" fmla="*/ 15119 w 49779"/>
                  <a:gd name="connsiteY4" fmla="*/ 62490 h 71044"/>
                  <a:gd name="connsiteX5" fmla="*/ 20972 w 49779"/>
                  <a:gd name="connsiteY5" fmla="*/ 64209 h 71044"/>
                  <a:gd name="connsiteX6" fmla="*/ 29242 w 49779"/>
                  <a:gd name="connsiteY6" fmla="*/ 61416 h 71044"/>
                  <a:gd name="connsiteX7" fmla="*/ 36061 w 49779"/>
                  <a:gd name="connsiteY7" fmla="*/ 53254 h 71044"/>
                  <a:gd name="connsiteX8" fmla="*/ 38639 w 49779"/>
                  <a:gd name="connsiteY8" fmla="*/ 42622 h 71044"/>
                  <a:gd name="connsiteX9" fmla="*/ 35149 w 49779"/>
                  <a:gd name="connsiteY9" fmla="*/ 33063 h 71044"/>
                  <a:gd name="connsiteX10" fmla="*/ 25966 w 49779"/>
                  <a:gd name="connsiteY10" fmla="*/ 29519 h 71044"/>
                  <a:gd name="connsiteX11" fmla="*/ 18717 w 49779"/>
                  <a:gd name="connsiteY11" fmla="*/ 31345 h 71044"/>
                  <a:gd name="connsiteX12" fmla="*/ 12380 w 49779"/>
                  <a:gd name="connsiteY12" fmla="*/ 36876 h 71044"/>
                  <a:gd name="connsiteX13" fmla="*/ 4701 w 49779"/>
                  <a:gd name="connsiteY13" fmla="*/ 36339 h 71044"/>
                  <a:gd name="connsiteX14" fmla="*/ 15387 w 49779"/>
                  <a:gd name="connsiteY14" fmla="*/ 92 h 71044"/>
                  <a:gd name="connsiteX15" fmla="*/ 50023 w 49779"/>
                  <a:gd name="connsiteY15" fmla="*/ 92 h 71044"/>
                  <a:gd name="connsiteX16" fmla="*/ 48305 w 49779"/>
                  <a:gd name="connsiteY16" fmla="*/ 8093 h 71044"/>
                  <a:gd name="connsiteX17" fmla="*/ 21402 w 49779"/>
                  <a:gd name="connsiteY17" fmla="*/ 8093 h 71044"/>
                  <a:gd name="connsiteX18" fmla="*/ 16085 w 49779"/>
                  <a:gd name="connsiteY18" fmla="*/ 26136 h 71044"/>
                  <a:gd name="connsiteX19" fmla="*/ 22261 w 49779"/>
                  <a:gd name="connsiteY19" fmla="*/ 22860 h 71044"/>
                  <a:gd name="connsiteX20" fmla="*/ 28758 w 49779"/>
                  <a:gd name="connsiteY20" fmla="*/ 21786 h 71044"/>
                  <a:gd name="connsiteX21" fmla="*/ 42076 w 49779"/>
                  <a:gd name="connsiteY21" fmla="*/ 27156 h 71044"/>
                  <a:gd name="connsiteX22" fmla="*/ 47285 w 49779"/>
                  <a:gd name="connsiteY22" fmla="*/ 41816 h 71044"/>
                  <a:gd name="connsiteX23" fmla="*/ 43740 w 49779"/>
                  <a:gd name="connsiteY23" fmla="*/ 56906 h 71044"/>
                  <a:gd name="connsiteX24" fmla="*/ 33914 w 49779"/>
                  <a:gd name="connsiteY24" fmla="*/ 67484 h 71044"/>
                  <a:gd name="connsiteX25" fmla="*/ 20381 w 49779"/>
                  <a:gd name="connsiteY25" fmla="*/ 71136 h 71044"/>
                  <a:gd name="connsiteX26" fmla="*/ 9588 w 49779"/>
                  <a:gd name="connsiteY26" fmla="*/ 68397 h 71044"/>
                  <a:gd name="connsiteX27" fmla="*/ 2553 w 49779"/>
                  <a:gd name="connsiteY27" fmla="*/ 60826 h 71044"/>
                  <a:gd name="connsiteX28" fmla="*/ 244 w 49779"/>
                  <a:gd name="connsiteY28" fmla="*/ 51160 h 71044"/>
                  <a:gd name="connsiteX29" fmla="*/ 298 w 49779"/>
                  <a:gd name="connsiteY29" fmla="*/ 49710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298" y="49710"/>
                    </a:moveTo>
                    <a:lnTo>
                      <a:pt x="9158" y="48851"/>
                    </a:lnTo>
                    <a:cubicBezTo>
                      <a:pt x="9104" y="50086"/>
                      <a:pt x="9051" y="50838"/>
                      <a:pt x="9051" y="51106"/>
                    </a:cubicBezTo>
                    <a:cubicBezTo>
                      <a:pt x="9051" y="53254"/>
                      <a:pt x="9641" y="55402"/>
                      <a:pt x="10715" y="57550"/>
                    </a:cubicBezTo>
                    <a:cubicBezTo>
                      <a:pt x="11789" y="59698"/>
                      <a:pt x="13239" y="61363"/>
                      <a:pt x="15119" y="62490"/>
                    </a:cubicBezTo>
                    <a:cubicBezTo>
                      <a:pt x="16944" y="63618"/>
                      <a:pt x="18878" y="64209"/>
                      <a:pt x="20972" y="64209"/>
                    </a:cubicBezTo>
                    <a:cubicBezTo>
                      <a:pt x="23657" y="64209"/>
                      <a:pt x="26449" y="63296"/>
                      <a:pt x="29242" y="61416"/>
                    </a:cubicBezTo>
                    <a:cubicBezTo>
                      <a:pt x="32034" y="59537"/>
                      <a:pt x="34289" y="56798"/>
                      <a:pt x="36061" y="53254"/>
                    </a:cubicBezTo>
                    <a:cubicBezTo>
                      <a:pt x="37780" y="49656"/>
                      <a:pt x="38639" y="46112"/>
                      <a:pt x="38639" y="42622"/>
                    </a:cubicBezTo>
                    <a:cubicBezTo>
                      <a:pt x="38639" y="38648"/>
                      <a:pt x="37511" y="35480"/>
                      <a:pt x="35149" y="33063"/>
                    </a:cubicBezTo>
                    <a:cubicBezTo>
                      <a:pt x="32839" y="30700"/>
                      <a:pt x="29725" y="29519"/>
                      <a:pt x="25966" y="29519"/>
                    </a:cubicBezTo>
                    <a:cubicBezTo>
                      <a:pt x="23388" y="29519"/>
                      <a:pt x="20972" y="30110"/>
                      <a:pt x="18717" y="31345"/>
                    </a:cubicBezTo>
                    <a:cubicBezTo>
                      <a:pt x="16461" y="32580"/>
                      <a:pt x="14313" y="34406"/>
                      <a:pt x="12380" y="36876"/>
                    </a:cubicBezTo>
                    <a:lnTo>
                      <a:pt x="4701" y="36339"/>
                    </a:lnTo>
                    <a:lnTo>
                      <a:pt x="15387" y="92"/>
                    </a:lnTo>
                    <a:lnTo>
                      <a:pt x="50023" y="92"/>
                    </a:lnTo>
                    <a:lnTo>
                      <a:pt x="48305" y="8093"/>
                    </a:lnTo>
                    <a:lnTo>
                      <a:pt x="21402" y="8093"/>
                    </a:lnTo>
                    <a:lnTo>
                      <a:pt x="16085" y="26136"/>
                    </a:lnTo>
                    <a:cubicBezTo>
                      <a:pt x="18072" y="24686"/>
                      <a:pt x="20113" y="23558"/>
                      <a:pt x="22261" y="22860"/>
                    </a:cubicBezTo>
                    <a:cubicBezTo>
                      <a:pt x="24355" y="22108"/>
                      <a:pt x="26503" y="21786"/>
                      <a:pt x="28758" y="21786"/>
                    </a:cubicBezTo>
                    <a:cubicBezTo>
                      <a:pt x="34182" y="21786"/>
                      <a:pt x="38585" y="23558"/>
                      <a:pt x="42076" y="27156"/>
                    </a:cubicBezTo>
                    <a:cubicBezTo>
                      <a:pt x="45566" y="30700"/>
                      <a:pt x="47285" y="35587"/>
                      <a:pt x="47285" y="41816"/>
                    </a:cubicBezTo>
                    <a:cubicBezTo>
                      <a:pt x="47285" y="47293"/>
                      <a:pt x="46103" y="52287"/>
                      <a:pt x="43740" y="56906"/>
                    </a:cubicBezTo>
                    <a:cubicBezTo>
                      <a:pt x="41324" y="61470"/>
                      <a:pt x="38048" y="65014"/>
                      <a:pt x="33914" y="67484"/>
                    </a:cubicBezTo>
                    <a:cubicBezTo>
                      <a:pt x="29725" y="69954"/>
                      <a:pt x="25214" y="71136"/>
                      <a:pt x="20381" y="71136"/>
                    </a:cubicBezTo>
                    <a:cubicBezTo>
                      <a:pt x="16300" y="71136"/>
                      <a:pt x="12756" y="70223"/>
                      <a:pt x="9588" y="68397"/>
                    </a:cubicBezTo>
                    <a:cubicBezTo>
                      <a:pt x="6473" y="66571"/>
                      <a:pt x="4164" y="64048"/>
                      <a:pt x="2553" y="60826"/>
                    </a:cubicBezTo>
                    <a:cubicBezTo>
                      <a:pt x="996" y="57604"/>
                      <a:pt x="244" y="54382"/>
                      <a:pt x="244" y="51160"/>
                    </a:cubicBezTo>
                    <a:cubicBezTo>
                      <a:pt x="244" y="50838"/>
                      <a:pt x="244" y="50354"/>
                      <a:pt x="298" y="497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79" name="Freihandform: Form 178">
                <a:extLst>
                  <a:ext uri="{FF2B5EF4-FFF2-40B4-BE49-F238E27FC236}">
                    <a16:creationId xmlns:a16="http://schemas.microsoft.com/office/drawing/2014/main" id="{D21F431F-000A-5983-6345-82AAE07A0FB6}"/>
                  </a:ext>
                </a:extLst>
              </p:cNvPr>
              <p:cNvSpPr/>
              <p:nvPr/>
            </p:nvSpPr>
            <p:spPr>
              <a:xfrm>
                <a:off x="7165887" y="1787798"/>
                <a:ext cx="46933" cy="69862"/>
              </a:xfrm>
              <a:custGeom>
                <a:avLst/>
                <a:gdLst>
                  <a:gd name="connsiteX0" fmla="*/ 2611 w 46933"/>
                  <a:gd name="connsiteY0" fmla="*/ 69954 h 69862"/>
                  <a:gd name="connsiteX1" fmla="*/ 7551 w 46933"/>
                  <a:gd name="connsiteY1" fmla="*/ 52771 h 69862"/>
                  <a:gd name="connsiteX2" fmla="*/ 19365 w 46933"/>
                  <a:gd name="connsiteY2" fmla="*/ 28660 h 69862"/>
                  <a:gd name="connsiteX3" fmla="*/ 35582 w 46933"/>
                  <a:gd name="connsiteY3" fmla="*/ 8093 h 69862"/>
                  <a:gd name="connsiteX4" fmla="*/ 248 w 46933"/>
                  <a:gd name="connsiteY4" fmla="*/ 8093 h 69862"/>
                  <a:gd name="connsiteX5" fmla="*/ 1966 w 46933"/>
                  <a:gd name="connsiteY5" fmla="*/ 92 h 69862"/>
                  <a:gd name="connsiteX6" fmla="*/ 47181 w 46933"/>
                  <a:gd name="connsiteY6" fmla="*/ 92 h 69862"/>
                  <a:gd name="connsiteX7" fmla="*/ 45517 w 46933"/>
                  <a:gd name="connsiteY7" fmla="*/ 8093 h 69862"/>
                  <a:gd name="connsiteX8" fmla="*/ 25433 w 46933"/>
                  <a:gd name="connsiteY8" fmla="*/ 34137 h 69862"/>
                  <a:gd name="connsiteX9" fmla="*/ 11740 w 46933"/>
                  <a:gd name="connsiteY9" fmla="*/ 69954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11" y="69954"/>
                    </a:moveTo>
                    <a:cubicBezTo>
                      <a:pt x="3416" y="65175"/>
                      <a:pt x="5027" y="59429"/>
                      <a:pt x="7551" y="52771"/>
                    </a:cubicBezTo>
                    <a:cubicBezTo>
                      <a:pt x="10558" y="44662"/>
                      <a:pt x="14478" y="36607"/>
                      <a:pt x="19365" y="28660"/>
                    </a:cubicBezTo>
                    <a:cubicBezTo>
                      <a:pt x="24198" y="20658"/>
                      <a:pt x="29622" y="13839"/>
                      <a:pt x="35582" y="8093"/>
                    </a:cubicBezTo>
                    <a:lnTo>
                      <a:pt x="248" y="8093"/>
                    </a:lnTo>
                    <a:lnTo>
                      <a:pt x="1966" y="92"/>
                    </a:lnTo>
                    <a:lnTo>
                      <a:pt x="47181" y="92"/>
                    </a:lnTo>
                    <a:lnTo>
                      <a:pt x="45517" y="8093"/>
                    </a:lnTo>
                    <a:cubicBezTo>
                      <a:pt x="37891" y="14805"/>
                      <a:pt x="31179" y="23505"/>
                      <a:pt x="25433" y="34137"/>
                    </a:cubicBezTo>
                    <a:cubicBezTo>
                      <a:pt x="18774" y="46434"/>
                      <a:pt x="14210" y="58355"/>
                      <a:pt x="11740" y="699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0" name="Freihandform: Form 179">
                <a:extLst>
                  <a:ext uri="{FF2B5EF4-FFF2-40B4-BE49-F238E27FC236}">
                    <a16:creationId xmlns:a16="http://schemas.microsoft.com/office/drawing/2014/main" id="{9B5070E7-501F-47BA-04E1-AAF959B6E982}"/>
                  </a:ext>
                </a:extLst>
              </p:cNvPr>
              <p:cNvSpPr/>
              <p:nvPr/>
            </p:nvSpPr>
            <p:spPr>
              <a:xfrm>
                <a:off x="7216379" y="1786509"/>
                <a:ext cx="48436" cy="72386"/>
              </a:xfrm>
              <a:custGeom>
                <a:avLst/>
                <a:gdLst>
                  <a:gd name="connsiteX0" fmla="*/ 15180 w 48436"/>
                  <a:gd name="connsiteY0" fmla="*/ 32311 h 72386"/>
                  <a:gd name="connsiteX1" fmla="*/ 9220 w 48436"/>
                  <a:gd name="connsiteY1" fmla="*/ 26727 h 72386"/>
                  <a:gd name="connsiteX2" fmla="*/ 7233 w 48436"/>
                  <a:gd name="connsiteY2" fmla="*/ 19370 h 72386"/>
                  <a:gd name="connsiteX3" fmla="*/ 11905 w 48436"/>
                  <a:gd name="connsiteY3" fmla="*/ 7502 h 72386"/>
                  <a:gd name="connsiteX4" fmla="*/ 28659 w 48436"/>
                  <a:gd name="connsiteY4" fmla="*/ 92 h 72386"/>
                  <a:gd name="connsiteX5" fmla="*/ 43319 w 48436"/>
                  <a:gd name="connsiteY5" fmla="*/ 5086 h 72386"/>
                  <a:gd name="connsiteX6" fmla="*/ 48689 w 48436"/>
                  <a:gd name="connsiteY6" fmla="*/ 17383 h 72386"/>
                  <a:gd name="connsiteX7" fmla="*/ 45789 w 48436"/>
                  <a:gd name="connsiteY7" fmla="*/ 26673 h 72386"/>
                  <a:gd name="connsiteX8" fmla="*/ 36714 w 48436"/>
                  <a:gd name="connsiteY8" fmla="*/ 33332 h 72386"/>
                  <a:gd name="connsiteX9" fmla="*/ 42836 w 48436"/>
                  <a:gd name="connsiteY9" fmla="*/ 38970 h 72386"/>
                  <a:gd name="connsiteX10" fmla="*/ 45198 w 48436"/>
                  <a:gd name="connsiteY10" fmla="*/ 48099 h 72386"/>
                  <a:gd name="connsiteX11" fmla="*/ 38432 w 48436"/>
                  <a:gd name="connsiteY11" fmla="*/ 65068 h 72386"/>
                  <a:gd name="connsiteX12" fmla="*/ 20497 w 48436"/>
                  <a:gd name="connsiteY12" fmla="*/ 72478 h 72386"/>
                  <a:gd name="connsiteX13" fmla="*/ 5890 w 48436"/>
                  <a:gd name="connsiteY13" fmla="*/ 67001 h 72386"/>
                  <a:gd name="connsiteX14" fmla="*/ 252 w 48436"/>
                  <a:gd name="connsiteY14" fmla="*/ 53200 h 72386"/>
                  <a:gd name="connsiteX15" fmla="*/ 4226 w 48436"/>
                  <a:gd name="connsiteY15" fmla="*/ 39829 h 72386"/>
                  <a:gd name="connsiteX16" fmla="*/ 15180 w 48436"/>
                  <a:gd name="connsiteY16" fmla="*/ 32311 h 72386"/>
                  <a:gd name="connsiteX17" fmla="*/ 15825 w 48436"/>
                  <a:gd name="connsiteY17" fmla="*/ 19799 h 72386"/>
                  <a:gd name="connsiteX18" fmla="*/ 18778 w 48436"/>
                  <a:gd name="connsiteY18" fmla="*/ 27102 h 72386"/>
                  <a:gd name="connsiteX19" fmla="*/ 26833 w 48436"/>
                  <a:gd name="connsiteY19" fmla="*/ 29895 h 72386"/>
                  <a:gd name="connsiteX20" fmla="*/ 36553 w 48436"/>
                  <a:gd name="connsiteY20" fmla="*/ 26243 h 72386"/>
                  <a:gd name="connsiteX21" fmla="*/ 40312 w 48436"/>
                  <a:gd name="connsiteY21" fmla="*/ 17275 h 72386"/>
                  <a:gd name="connsiteX22" fmla="*/ 37358 w 48436"/>
                  <a:gd name="connsiteY22" fmla="*/ 9919 h 72386"/>
                  <a:gd name="connsiteX23" fmla="*/ 29303 w 48436"/>
                  <a:gd name="connsiteY23" fmla="*/ 7126 h 72386"/>
                  <a:gd name="connsiteX24" fmla="*/ 22215 w 48436"/>
                  <a:gd name="connsiteY24" fmla="*/ 8898 h 72386"/>
                  <a:gd name="connsiteX25" fmla="*/ 17436 w 48436"/>
                  <a:gd name="connsiteY25" fmla="*/ 13731 h 72386"/>
                  <a:gd name="connsiteX26" fmla="*/ 15825 w 48436"/>
                  <a:gd name="connsiteY26" fmla="*/ 19799 h 72386"/>
                  <a:gd name="connsiteX27" fmla="*/ 9005 w 48436"/>
                  <a:gd name="connsiteY27" fmla="*/ 53952 h 72386"/>
                  <a:gd name="connsiteX28" fmla="*/ 10455 w 48436"/>
                  <a:gd name="connsiteY28" fmla="*/ 59591 h 72386"/>
                  <a:gd name="connsiteX29" fmla="*/ 14805 w 48436"/>
                  <a:gd name="connsiteY29" fmla="*/ 63886 h 72386"/>
                  <a:gd name="connsiteX30" fmla="*/ 21410 w 48436"/>
                  <a:gd name="connsiteY30" fmla="*/ 65497 h 72386"/>
                  <a:gd name="connsiteX31" fmla="*/ 32901 w 48436"/>
                  <a:gd name="connsiteY31" fmla="*/ 58839 h 72386"/>
                  <a:gd name="connsiteX32" fmla="*/ 36392 w 48436"/>
                  <a:gd name="connsiteY32" fmla="*/ 47562 h 72386"/>
                  <a:gd name="connsiteX33" fmla="*/ 33170 w 48436"/>
                  <a:gd name="connsiteY33" fmla="*/ 39507 h 72386"/>
                  <a:gd name="connsiteX34" fmla="*/ 24739 w 48436"/>
                  <a:gd name="connsiteY34" fmla="*/ 36339 h 72386"/>
                  <a:gd name="connsiteX35" fmla="*/ 13623 w 48436"/>
                  <a:gd name="connsiteY35" fmla="*/ 41225 h 72386"/>
                  <a:gd name="connsiteX36" fmla="*/ 9005 w 48436"/>
                  <a:gd name="connsiteY36" fmla="*/ 53952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180" y="32311"/>
                    </a:moveTo>
                    <a:cubicBezTo>
                      <a:pt x="12549" y="30861"/>
                      <a:pt x="10562" y="28982"/>
                      <a:pt x="9220" y="26727"/>
                    </a:cubicBezTo>
                    <a:cubicBezTo>
                      <a:pt x="7877" y="24417"/>
                      <a:pt x="7233" y="22001"/>
                      <a:pt x="7233" y="19370"/>
                    </a:cubicBezTo>
                    <a:cubicBezTo>
                      <a:pt x="7233" y="15128"/>
                      <a:pt x="8790" y="11154"/>
                      <a:pt x="11905" y="7502"/>
                    </a:cubicBezTo>
                    <a:cubicBezTo>
                      <a:pt x="15986" y="2562"/>
                      <a:pt x="21624" y="92"/>
                      <a:pt x="28659" y="92"/>
                    </a:cubicBezTo>
                    <a:cubicBezTo>
                      <a:pt x="34888" y="92"/>
                      <a:pt x="39775" y="1756"/>
                      <a:pt x="43319" y="5086"/>
                    </a:cubicBezTo>
                    <a:cubicBezTo>
                      <a:pt x="46917" y="8415"/>
                      <a:pt x="48689" y="12496"/>
                      <a:pt x="48689" y="17383"/>
                    </a:cubicBezTo>
                    <a:cubicBezTo>
                      <a:pt x="48689" y="20820"/>
                      <a:pt x="47722" y="23934"/>
                      <a:pt x="45789" y="26673"/>
                    </a:cubicBezTo>
                    <a:cubicBezTo>
                      <a:pt x="43856" y="29465"/>
                      <a:pt x="40849" y="31667"/>
                      <a:pt x="36714" y="33332"/>
                    </a:cubicBezTo>
                    <a:cubicBezTo>
                      <a:pt x="39560" y="35104"/>
                      <a:pt x="41601" y="36983"/>
                      <a:pt x="42836" y="38970"/>
                    </a:cubicBezTo>
                    <a:cubicBezTo>
                      <a:pt x="44393" y="41547"/>
                      <a:pt x="45198" y="44608"/>
                      <a:pt x="45198" y="48099"/>
                    </a:cubicBezTo>
                    <a:cubicBezTo>
                      <a:pt x="45198" y="54435"/>
                      <a:pt x="42943" y="60074"/>
                      <a:pt x="38432" y="65068"/>
                    </a:cubicBezTo>
                    <a:cubicBezTo>
                      <a:pt x="33922" y="70008"/>
                      <a:pt x="27961" y="72478"/>
                      <a:pt x="20497" y="72478"/>
                    </a:cubicBezTo>
                    <a:cubicBezTo>
                      <a:pt x="14536" y="72478"/>
                      <a:pt x="9649" y="70653"/>
                      <a:pt x="5890" y="67001"/>
                    </a:cubicBezTo>
                    <a:cubicBezTo>
                      <a:pt x="2132" y="63296"/>
                      <a:pt x="252" y="58731"/>
                      <a:pt x="252" y="53200"/>
                    </a:cubicBezTo>
                    <a:cubicBezTo>
                      <a:pt x="252" y="48045"/>
                      <a:pt x="1595" y="43588"/>
                      <a:pt x="4226" y="39829"/>
                    </a:cubicBezTo>
                    <a:cubicBezTo>
                      <a:pt x="6911" y="36124"/>
                      <a:pt x="10562" y="33600"/>
                      <a:pt x="15180" y="32311"/>
                    </a:cubicBezTo>
                    <a:moveTo>
                      <a:pt x="15825" y="19799"/>
                    </a:moveTo>
                    <a:cubicBezTo>
                      <a:pt x="15825" y="22806"/>
                      <a:pt x="16845" y="25223"/>
                      <a:pt x="18778" y="27102"/>
                    </a:cubicBezTo>
                    <a:cubicBezTo>
                      <a:pt x="20711" y="28928"/>
                      <a:pt x="23397" y="29895"/>
                      <a:pt x="26833" y="29895"/>
                    </a:cubicBezTo>
                    <a:cubicBezTo>
                      <a:pt x="30807" y="29895"/>
                      <a:pt x="34083" y="28660"/>
                      <a:pt x="36553" y="26243"/>
                    </a:cubicBezTo>
                    <a:cubicBezTo>
                      <a:pt x="39077" y="23773"/>
                      <a:pt x="40312" y="20820"/>
                      <a:pt x="40312" y="17275"/>
                    </a:cubicBezTo>
                    <a:cubicBezTo>
                      <a:pt x="40312" y="14268"/>
                      <a:pt x="39345" y="11798"/>
                      <a:pt x="37358" y="9919"/>
                    </a:cubicBezTo>
                    <a:cubicBezTo>
                      <a:pt x="35425" y="8039"/>
                      <a:pt x="32740" y="7126"/>
                      <a:pt x="29303" y="7126"/>
                    </a:cubicBezTo>
                    <a:cubicBezTo>
                      <a:pt x="26726" y="7126"/>
                      <a:pt x="24363" y="7717"/>
                      <a:pt x="22215" y="8898"/>
                    </a:cubicBezTo>
                    <a:cubicBezTo>
                      <a:pt x="20067" y="10080"/>
                      <a:pt x="18456" y="11691"/>
                      <a:pt x="17436" y="13731"/>
                    </a:cubicBezTo>
                    <a:cubicBezTo>
                      <a:pt x="16362" y="15826"/>
                      <a:pt x="15825" y="17812"/>
                      <a:pt x="15825" y="19799"/>
                    </a:cubicBezTo>
                    <a:moveTo>
                      <a:pt x="9005" y="53952"/>
                    </a:moveTo>
                    <a:cubicBezTo>
                      <a:pt x="9005" y="55885"/>
                      <a:pt x="9488" y="57818"/>
                      <a:pt x="10455" y="59591"/>
                    </a:cubicBezTo>
                    <a:cubicBezTo>
                      <a:pt x="11421" y="61416"/>
                      <a:pt x="12871" y="62812"/>
                      <a:pt x="14805" y="63886"/>
                    </a:cubicBezTo>
                    <a:cubicBezTo>
                      <a:pt x="16738" y="64960"/>
                      <a:pt x="18939" y="65497"/>
                      <a:pt x="21410" y="65497"/>
                    </a:cubicBezTo>
                    <a:cubicBezTo>
                      <a:pt x="26135" y="65497"/>
                      <a:pt x="29948" y="63296"/>
                      <a:pt x="32901" y="58839"/>
                    </a:cubicBezTo>
                    <a:cubicBezTo>
                      <a:pt x="35210" y="55348"/>
                      <a:pt x="36392" y="51589"/>
                      <a:pt x="36392" y="47562"/>
                    </a:cubicBezTo>
                    <a:cubicBezTo>
                      <a:pt x="36392" y="44286"/>
                      <a:pt x="35318" y="41601"/>
                      <a:pt x="33170" y="39507"/>
                    </a:cubicBezTo>
                    <a:cubicBezTo>
                      <a:pt x="31022" y="37413"/>
                      <a:pt x="28229" y="36339"/>
                      <a:pt x="24739" y="36339"/>
                    </a:cubicBezTo>
                    <a:cubicBezTo>
                      <a:pt x="20336" y="36339"/>
                      <a:pt x="16630" y="38003"/>
                      <a:pt x="13623" y="41225"/>
                    </a:cubicBezTo>
                    <a:cubicBezTo>
                      <a:pt x="10562" y="44501"/>
                      <a:pt x="9005" y="48743"/>
                      <a:pt x="9005" y="5395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1" name="Freihandform: Form 180">
                <a:extLst>
                  <a:ext uri="{FF2B5EF4-FFF2-40B4-BE49-F238E27FC236}">
                    <a16:creationId xmlns:a16="http://schemas.microsoft.com/office/drawing/2014/main" id="{89C8286E-2AD8-A9FF-986F-7DB01C9CBD10}"/>
                  </a:ext>
                </a:extLst>
              </p:cNvPr>
              <p:cNvSpPr/>
              <p:nvPr/>
            </p:nvSpPr>
            <p:spPr>
              <a:xfrm>
                <a:off x="7270885" y="1787798"/>
                <a:ext cx="49779" cy="71044"/>
              </a:xfrm>
              <a:custGeom>
                <a:avLst/>
                <a:gdLst>
                  <a:gd name="connsiteX0" fmla="*/ 310 w 49779"/>
                  <a:gd name="connsiteY0" fmla="*/ 49710 h 71044"/>
                  <a:gd name="connsiteX1" fmla="*/ 9170 w 49779"/>
                  <a:gd name="connsiteY1" fmla="*/ 48851 h 71044"/>
                  <a:gd name="connsiteX2" fmla="*/ 9063 w 49779"/>
                  <a:gd name="connsiteY2" fmla="*/ 51106 h 71044"/>
                  <a:gd name="connsiteX3" fmla="*/ 10727 w 49779"/>
                  <a:gd name="connsiteY3" fmla="*/ 57550 h 71044"/>
                  <a:gd name="connsiteX4" fmla="*/ 15131 w 49779"/>
                  <a:gd name="connsiteY4" fmla="*/ 62490 h 71044"/>
                  <a:gd name="connsiteX5" fmla="*/ 20984 w 49779"/>
                  <a:gd name="connsiteY5" fmla="*/ 64209 h 71044"/>
                  <a:gd name="connsiteX6" fmla="*/ 29254 w 49779"/>
                  <a:gd name="connsiteY6" fmla="*/ 61416 h 71044"/>
                  <a:gd name="connsiteX7" fmla="*/ 36074 w 49779"/>
                  <a:gd name="connsiteY7" fmla="*/ 53254 h 71044"/>
                  <a:gd name="connsiteX8" fmla="*/ 38651 w 49779"/>
                  <a:gd name="connsiteY8" fmla="*/ 42622 h 71044"/>
                  <a:gd name="connsiteX9" fmla="*/ 35161 w 49779"/>
                  <a:gd name="connsiteY9" fmla="*/ 33063 h 71044"/>
                  <a:gd name="connsiteX10" fmla="*/ 25978 w 49779"/>
                  <a:gd name="connsiteY10" fmla="*/ 29519 h 71044"/>
                  <a:gd name="connsiteX11" fmla="*/ 18729 w 49779"/>
                  <a:gd name="connsiteY11" fmla="*/ 31345 h 71044"/>
                  <a:gd name="connsiteX12" fmla="*/ 12392 w 49779"/>
                  <a:gd name="connsiteY12" fmla="*/ 36876 h 71044"/>
                  <a:gd name="connsiteX13" fmla="*/ 4713 w 49779"/>
                  <a:gd name="connsiteY13" fmla="*/ 36339 h 71044"/>
                  <a:gd name="connsiteX14" fmla="*/ 15399 w 49779"/>
                  <a:gd name="connsiteY14" fmla="*/ 92 h 71044"/>
                  <a:gd name="connsiteX15" fmla="*/ 50035 w 49779"/>
                  <a:gd name="connsiteY15" fmla="*/ 92 h 71044"/>
                  <a:gd name="connsiteX16" fmla="*/ 48317 w 49779"/>
                  <a:gd name="connsiteY16" fmla="*/ 8093 h 71044"/>
                  <a:gd name="connsiteX17" fmla="*/ 21414 w 49779"/>
                  <a:gd name="connsiteY17" fmla="*/ 8093 h 71044"/>
                  <a:gd name="connsiteX18" fmla="*/ 16097 w 49779"/>
                  <a:gd name="connsiteY18" fmla="*/ 26136 h 71044"/>
                  <a:gd name="connsiteX19" fmla="*/ 22273 w 49779"/>
                  <a:gd name="connsiteY19" fmla="*/ 22860 h 71044"/>
                  <a:gd name="connsiteX20" fmla="*/ 28770 w 49779"/>
                  <a:gd name="connsiteY20" fmla="*/ 21786 h 71044"/>
                  <a:gd name="connsiteX21" fmla="*/ 42088 w 49779"/>
                  <a:gd name="connsiteY21" fmla="*/ 27156 h 71044"/>
                  <a:gd name="connsiteX22" fmla="*/ 47297 w 49779"/>
                  <a:gd name="connsiteY22" fmla="*/ 41816 h 71044"/>
                  <a:gd name="connsiteX23" fmla="*/ 43752 w 49779"/>
                  <a:gd name="connsiteY23" fmla="*/ 56906 h 71044"/>
                  <a:gd name="connsiteX24" fmla="*/ 33926 w 49779"/>
                  <a:gd name="connsiteY24" fmla="*/ 67484 h 71044"/>
                  <a:gd name="connsiteX25" fmla="*/ 20393 w 49779"/>
                  <a:gd name="connsiteY25" fmla="*/ 71136 h 71044"/>
                  <a:gd name="connsiteX26" fmla="*/ 9600 w 49779"/>
                  <a:gd name="connsiteY26" fmla="*/ 68397 h 71044"/>
                  <a:gd name="connsiteX27" fmla="*/ 2565 w 49779"/>
                  <a:gd name="connsiteY27" fmla="*/ 60826 h 71044"/>
                  <a:gd name="connsiteX28" fmla="*/ 256 w 49779"/>
                  <a:gd name="connsiteY28" fmla="*/ 51160 h 71044"/>
                  <a:gd name="connsiteX29" fmla="*/ 310 w 49779"/>
                  <a:gd name="connsiteY29" fmla="*/ 49710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10" y="49710"/>
                    </a:moveTo>
                    <a:lnTo>
                      <a:pt x="9170" y="48851"/>
                    </a:lnTo>
                    <a:cubicBezTo>
                      <a:pt x="9116" y="50086"/>
                      <a:pt x="9063" y="50838"/>
                      <a:pt x="9063" y="51106"/>
                    </a:cubicBezTo>
                    <a:cubicBezTo>
                      <a:pt x="9063" y="53254"/>
                      <a:pt x="9653" y="55402"/>
                      <a:pt x="10727" y="57550"/>
                    </a:cubicBezTo>
                    <a:cubicBezTo>
                      <a:pt x="11801" y="59698"/>
                      <a:pt x="13251" y="61363"/>
                      <a:pt x="15131" y="62490"/>
                    </a:cubicBezTo>
                    <a:cubicBezTo>
                      <a:pt x="16956" y="63618"/>
                      <a:pt x="18890" y="64209"/>
                      <a:pt x="20984" y="64209"/>
                    </a:cubicBezTo>
                    <a:cubicBezTo>
                      <a:pt x="23669" y="64209"/>
                      <a:pt x="26461" y="63296"/>
                      <a:pt x="29254" y="61416"/>
                    </a:cubicBezTo>
                    <a:cubicBezTo>
                      <a:pt x="32046" y="59537"/>
                      <a:pt x="34301" y="56798"/>
                      <a:pt x="36074" y="53254"/>
                    </a:cubicBezTo>
                    <a:cubicBezTo>
                      <a:pt x="37792" y="49656"/>
                      <a:pt x="38651" y="46112"/>
                      <a:pt x="38651" y="42622"/>
                    </a:cubicBezTo>
                    <a:cubicBezTo>
                      <a:pt x="38651" y="38648"/>
                      <a:pt x="37523" y="35480"/>
                      <a:pt x="35161" y="33063"/>
                    </a:cubicBezTo>
                    <a:cubicBezTo>
                      <a:pt x="32851" y="30700"/>
                      <a:pt x="29737" y="29519"/>
                      <a:pt x="25978" y="29519"/>
                    </a:cubicBezTo>
                    <a:cubicBezTo>
                      <a:pt x="23400" y="29519"/>
                      <a:pt x="20984" y="30110"/>
                      <a:pt x="18729" y="31345"/>
                    </a:cubicBezTo>
                    <a:cubicBezTo>
                      <a:pt x="16473" y="32580"/>
                      <a:pt x="14325" y="34406"/>
                      <a:pt x="12392" y="36876"/>
                    </a:cubicBezTo>
                    <a:lnTo>
                      <a:pt x="4713" y="36339"/>
                    </a:lnTo>
                    <a:lnTo>
                      <a:pt x="15399" y="92"/>
                    </a:lnTo>
                    <a:lnTo>
                      <a:pt x="50035" y="92"/>
                    </a:lnTo>
                    <a:lnTo>
                      <a:pt x="48317" y="8093"/>
                    </a:lnTo>
                    <a:lnTo>
                      <a:pt x="21414" y="8093"/>
                    </a:lnTo>
                    <a:lnTo>
                      <a:pt x="16097" y="26136"/>
                    </a:lnTo>
                    <a:cubicBezTo>
                      <a:pt x="18084" y="24686"/>
                      <a:pt x="20125" y="23558"/>
                      <a:pt x="22273" y="22860"/>
                    </a:cubicBezTo>
                    <a:cubicBezTo>
                      <a:pt x="24367" y="22108"/>
                      <a:pt x="26515" y="21786"/>
                      <a:pt x="28770" y="21786"/>
                    </a:cubicBezTo>
                    <a:cubicBezTo>
                      <a:pt x="34194" y="21786"/>
                      <a:pt x="38597" y="23558"/>
                      <a:pt x="42088" y="27156"/>
                    </a:cubicBezTo>
                    <a:cubicBezTo>
                      <a:pt x="45578" y="30700"/>
                      <a:pt x="47297" y="35587"/>
                      <a:pt x="47297" y="41816"/>
                    </a:cubicBezTo>
                    <a:cubicBezTo>
                      <a:pt x="47297" y="47293"/>
                      <a:pt x="46115" y="52287"/>
                      <a:pt x="43752" y="56906"/>
                    </a:cubicBezTo>
                    <a:cubicBezTo>
                      <a:pt x="41336" y="61470"/>
                      <a:pt x="38060" y="65014"/>
                      <a:pt x="33926" y="67484"/>
                    </a:cubicBezTo>
                    <a:cubicBezTo>
                      <a:pt x="29737" y="69954"/>
                      <a:pt x="25226" y="71136"/>
                      <a:pt x="20393" y="71136"/>
                    </a:cubicBezTo>
                    <a:cubicBezTo>
                      <a:pt x="16312" y="71136"/>
                      <a:pt x="12768" y="70223"/>
                      <a:pt x="9600" y="68397"/>
                    </a:cubicBezTo>
                    <a:cubicBezTo>
                      <a:pt x="6485" y="66571"/>
                      <a:pt x="4176" y="64048"/>
                      <a:pt x="2565" y="60826"/>
                    </a:cubicBezTo>
                    <a:cubicBezTo>
                      <a:pt x="1008" y="57604"/>
                      <a:pt x="256" y="54382"/>
                      <a:pt x="256" y="51160"/>
                    </a:cubicBezTo>
                    <a:cubicBezTo>
                      <a:pt x="256" y="50838"/>
                      <a:pt x="256" y="50354"/>
                      <a:pt x="310" y="497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2" name="Freihandform: Form 181">
                <a:extLst>
                  <a:ext uri="{FF2B5EF4-FFF2-40B4-BE49-F238E27FC236}">
                    <a16:creationId xmlns:a16="http://schemas.microsoft.com/office/drawing/2014/main" id="{23FD48A6-117B-7667-3D00-37E616210204}"/>
                  </a:ext>
                </a:extLst>
              </p:cNvPr>
              <p:cNvSpPr/>
              <p:nvPr/>
            </p:nvSpPr>
            <p:spPr>
              <a:xfrm>
                <a:off x="7324854" y="1786509"/>
                <a:ext cx="49833" cy="71151"/>
              </a:xfrm>
              <a:custGeom>
                <a:avLst/>
                <a:gdLst>
                  <a:gd name="connsiteX0" fmla="*/ 260 w 49833"/>
                  <a:gd name="connsiteY0" fmla="*/ 71243 h 71151"/>
                  <a:gd name="connsiteX1" fmla="*/ 4019 w 49833"/>
                  <a:gd name="connsiteY1" fmla="*/ 60611 h 71151"/>
                  <a:gd name="connsiteX2" fmla="*/ 10356 w 49833"/>
                  <a:gd name="connsiteY2" fmla="*/ 52502 h 71151"/>
                  <a:gd name="connsiteX3" fmla="*/ 25606 w 49833"/>
                  <a:gd name="connsiteY3" fmla="*/ 39614 h 71151"/>
                  <a:gd name="connsiteX4" fmla="*/ 35004 w 49833"/>
                  <a:gd name="connsiteY4" fmla="*/ 31559 h 71151"/>
                  <a:gd name="connsiteX5" fmla="*/ 40266 w 49833"/>
                  <a:gd name="connsiteY5" fmla="*/ 24149 h 71151"/>
                  <a:gd name="connsiteX6" fmla="*/ 41394 w 49833"/>
                  <a:gd name="connsiteY6" fmla="*/ 18833 h 71151"/>
                  <a:gd name="connsiteX7" fmla="*/ 37957 w 49833"/>
                  <a:gd name="connsiteY7" fmla="*/ 10509 h 71151"/>
                  <a:gd name="connsiteX8" fmla="*/ 29473 w 49833"/>
                  <a:gd name="connsiteY8" fmla="*/ 7126 h 71151"/>
                  <a:gd name="connsiteX9" fmla="*/ 20773 w 49833"/>
                  <a:gd name="connsiteY9" fmla="*/ 10563 h 71151"/>
                  <a:gd name="connsiteX10" fmla="*/ 15457 w 49833"/>
                  <a:gd name="connsiteY10" fmla="*/ 21679 h 71151"/>
                  <a:gd name="connsiteX11" fmla="*/ 6865 w 49833"/>
                  <a:gd name="connsiteY11" fmla="*/ 20390 h 71151"/>
                  <a:gd name="connsiteX12" fmla="*/ 14222 w 49833"/>
                  <a:gd name="connsiteY12" fmla="*/ 5515 h 71151"/>
                  <a:gd name="connsiteX13" fmla="*/ 29311 w 49833"/>
                  <a:gd name="connsiteY13" fmla="*/ 92 h 71151"/>
                  <a:gd name="connsiteX14" fmla="*/ 40266 w 49833"/>
                  <a:gd name="connsiteY14" fmla="*/ 2616 h 71151"/>
                  <a:gd name="connsiteX15" fmla="*/ 47623 w 49833"/>
                  <a:gd name="connsiteY15" fmla="*/ 9650 h 71151"/>
                  <a:gd name="connsiteX16" fmla="*/ 50093 w 49833"/>
                  <a:gd name="connsiteY16" fmla="*/ 19047 h 71151"/>
                  <a:gd name="connsiteX17" fmla="*/ 45045 w 49833"/>
                  <a:gd name="connsiteY17" fmla="*/ 32634 h 71151"/>
                  <a:gd name="connsiteX18" fmla="*/ 26895 w 49833"/>
                  <a:gd name="connsiteY18" fmla="*/ 48636 h 71151"/>
                  <a:gd name="connsiteX19" fmla="*/ 17229 w 49833"/>
                  <a:gd name="connsiteY19" fmla="*/ 57013 h 71151"/>
                  <a:gd name="connsiteX20" fmla="*/ 12504 w 49833"/>
                  <a:gd name="connsiteY20" fmla="*/ 63242 h 71151"/>
                  <a:gd name="connsiteX21" fmla="*/ 44186 w 49833"/>
                  <a:gd name="connsiteY21" fmla="*/ 63242 h 71151"/>
                  <a:gd name="connsiteX22" fmla="*/ 42521 w 49833"/>
                  <a:gd name="connsiteY22" fmla="*/ 71243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260" y="71243"/>
                    </a:moveTo>
                    <a:cubicBezTo>
                      <a:pt x="1173" y="67001"/>
                      <a:pt x="2408" y="63511"/>
                      <a:pt x="4019" y="60611"/>
                    </a:cubicBezTo>
                    <a:cubicBezTo>
                      <a:pt x="5576" y="57765"/>
                      <a:pt x="7724" y="55080"/>
                      <a:pt x="10356" y="52502"/>
                    </a:cubicBezTo>
                    <a:cubicBezTo>
                      <a:pt x="12987" y="49978"/>
                      <a:pt x="18088" y="45682"/>
                      <a:pt x="25606" y="39614"/>
                    </a:cubicBezTo>
                    <a:cubicBezTo>
                      <a:pt x="30224" y="36017"/>
                      <a:pt x="33339" y="33332"/>
                      <a:pt x="35004" y="31559"/>
                    </a:cubicBezTo>
                    <a:cubicBezTo>
                      <a:pt x="37420" y="29036"/>
                      <a:pt x="39192" y="26565"/>
                      <a:pt x="40266" y="24149"/>
                    </a:cubicBezTo>
                    <a:cubicBezTo>
                      <a:pt x="41018" y="22538"/>
                      <a:pt x="41394" y="20766"/>
                      <a:pt x="41394" y="18833"/>
                    </a:cubicBezTo>
                    <a:cubicBezTo>
                      <a:pt x="41394" y="15557"/>
                      <a:pt x="40212" y="12765"/>
                      <a:pt x="37957" y="10509"/>
                    </a:cubicBezTo>
                    <a:cubicBezTo>
                      <a:pt x="35648" y="8254"/>
                      <a:pt x="32802" y="7126"/>
                      <a:pt x="29473" y="7126"/>
                    </a:cubicBezTo>
                    <a:cubicBezTo>
                      <a:pt x="26143" y="7126"/>
                      <a:pt x="23243" y="8254"/>
                      <a:pt x="20773" y="10563"/>
                    </a:cubicBezTo>
                    <a:cubicBezTo>
                      <a:pt x="18249" y="12872"/>
                      <a:pt x="16477" y="16577"/>
                      <a:pt x="15457" y="21679"/>
                    </a:cubicBezTo>
                    <a:lnTo>
                      <a:pt x="6865" y="20390"/>
                    </a:lnTo>
                    <a:cubicBezTo>
                      <a:pt x="7724" y="14107"/>
                      <a:pt x="10141" y="9167"/>
                      <a:pt x="14222" y="5515"/>
                    </a:cubicBezTo>
                    <a:cubicBezTo>
                      <a:pt x="18249" y="1917"/>
                      <a:pt x="23297" y="92"/>
                      <a:pt x="29311" y="92"/>
                    </a:cubicBezTo>
                    <a:cubicBezTo>
                      <a:pt x="33339" y="92"/>
                      <a:pt x="36990" y="951"/>
                      <a:pt x="40266" y="2616"/>
                    </a:cubicBezTo>
                    <a:cubicBezTo>
                      <a:pt x="43542" y="4280"/>
                      <a:pt x="45958" y="6643"/>
                      <a:pt x="47623" y="9650"/>
                    </a:cubicBezTo>
                    <a:cubicBezTo>
                      <a:pt x="49287" y="12711"/>
                      <a:pt x="50093" y="15826"/>
                      <a:pt x="50093" y="19047"/>
                    </a:cubicBezTo>
                    <a:cubicBezTo>
                      <a:pt x="50093" y="23773"/>
                      <a:pt x="48428" y="28284"/>
                      <a:pt x="45045" y="32634"/>
                    </a:cubicBezTo>
                    <a:cubicBezTo>
                      <a:pt x="43005" y="35318"/>
                      <a:pt x="36937" y="40688"/>
                      <a:pt x="26895" y="48636"/>
                    </a:cubicBezTo>
                    <a:cubicBezTo>
                      <a:pt x="22545" y="52019"/>
                      <a:pt x="19377" y="54865"/>
                      <a:pt x="17229" y="57013"/>
                    </a:cubicBezTo>
                    <a:cubicBezTo>
                      <a:pt x="15135" y="59215"/>
                      <a:pt x="13524" y="61309"/>
                      <a:pt x="12504" y="63242"/>
                    </a:cubicBezTo>
                    <a:lnTo>
                      <a:pt x="44186" y="63242"/>
                    </a:lnTo>
                    <a:lnTo>
                      <a:pt x="42521" y="7124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3" name="Freihandform: Form 182">
                <a:extLst>
                  <a:ext uri="{FF2B5EF4-FFF2-40B4-BE49-F238E27FC236}">
                    <a16:creationId xmlns:a16="http://schemas.microsoft.com/office/drawing/2014/main" id="{E07C2833-FDFB-FEC3-2D7E-62F8FA6C9399}"/>
                  </a:ext>
                </a:extLst>
              </p:cNvPr>
              <p:cNvSpPr/>
              <p:nvPr/>
            </p:nvSpPr>
            <p:spPr>
              <a:xfrm>
                <a:off x="7381522" y="1786509"/>
                <a:ext cx="48436" cy="72386"/>
              </a:xfrm>
              <a:custGeom>
                <a:avLst/>
                <a:gdLst>
                  <a:gd name="connsiteX0" fmla="*/ 15192 w 48436"/>
                  <a:gd name="connsiteY0" fmla="*/ 32311 h 72386"/>
                  <a:gd name="connsiteX1" fmla="*/ 9232 w 48436"/>
                  <a:gd name="connsiteY1" fmla="*/ 26727 h 72386"/>
                  <a:gd name="connsiteX2" fmla="*/ 7245 w 48436"/>
                  <a:gd name="connsiteY2" fmla="*/ 19370 h 72386"/>
                  <a:gd name="connsiteX3" fmla="*/ 11917 w 48436"/>
                  <a:gd name="connsiteY3" fmla="*/ 7502 h 72386"/>
                  <a:gd name="connsiteX4" fmla="*/ 28671 w 48436"/>
                  <a:gd name="connsiteY4" fmla="*/ 92 h 72386"/>
                  <a:gd name="connsiteX5" fmla="*/ 43331 w 48436"/>
                  <a:gd name="connsiteY5" fmla="*/ 5086 h 72386"/>
                  <a:gd name="connsiteX6" fmla="*/ 48701 w 48436"/>
                  <a:gd name="connsiteY6" fmla="*/ 17383 h 72386"/>
                  <a:gd name="connsiteX7" fmla="*/ 45801 w 48436"/>
                  <a:gd name="connsiteY7" fmla="*/ 26673 h 72386"/>
                  <a:gd name="connsiteX8" fmla="*/ 36726 w 48436"/>
                  <a:gd name="connsiteY8" fmla="*/ 33332 h 72386"/>
                  <a:gd name="connsiteX9" fmla="*/ 42848 w 48436"/>
                  <a:gd name="connsiteY9" fmla="*/ 38970 h 72386"/>
                  <a:gd name="connsiteX10" fmla="*/ 45210 w 48436"/>
                  <a:gd name="connsiteY10" fmla="*/ 48099 h 72386"/>
                  <a:gd name="connsiteX11" fmla="*/ 38444 w 48436"/>
                  <a:gd name="connsiteY11" fmla="*/ 65068 h 72386"/>
                  <a:gd name="connsiteX12" fmla="*/ 20509 w 48436"/>
                  <a:gd name="connsiteY12" fmla="*/ 72478 h 72386"/>
                  <a:gd name="connsiteX13" fmla="*/ 5903 w 48436"/>
                  <a:gd name="connsiteY13" fmla="*/ 67001 h 72386"/>
                  <a:gd name="connsiteX14" fmla="*/ 264 w 48436"/>
                  <a:gd name="connsiteY14" fmla="*/ 53200 h 72386"/>
                  <a:gd name="connsiteX15" fmla="*/ 4238 w 48436"/>
                  <a:gd name="connsiteY15" fmla="*/ 39829 h 72386"/>
                  <a:gd name="connsiteX16" fmla="*/ 15192 w 48436"/>
                  <a:gd name="connsiteY16" fmla="*/ 32311 h 72386"/>
                  <a:gd name="connsiteX17" fmla="*/ 15837 w 48436"/>
                  <a:gd name="connsiteY17" fmla="*/ 19799 h 72386"/>
                  <a:gd name="connsiteX18" fmla="*/ 18790 w 48436"/>
                  <a:gd name="connsiteY18" fmla="*/ 27102 h 72386"/>
                  <a:gd name="connsiteX19" fmla="*/ 26845 w 48436"/>
                  <a:gd name="connsiteY19" fmla="*/ 29895 h 72386"/>
                  <a:gd name="connsiteX20" fmla="*/ 36565 w 48436"/>
                  <a:gd name="connsiteY20" fmla="*/ 26243 h 72386"/>
                  <a:gd name="connsiteX21" fmla="*/ 40324 w 48436"/>
                  <a:gd name="connsiteY21" fmla="*/ 17275 h 72386"/>
                  <a:gd name="connsiteX22" fmla="*/ 37370 w 48436"/>
                  <a:gd name="connsiteY22" fmla="*/ 9919 h 72386"/>
                  <a:gd name="connsiteX23" fmla="*/ 29315 w 48436"/>
                  <a:gd name="connsiteY23" fmla="*/ 7126 h 72386"/>
                  <a:gd name="connsiteX24" fmla="*/ 22227 w 48436"/>
                  <a:gd name="connsiteY24" fmla="*/ 8898 h 72386"/>
                  <a:gd name="connsiteX25" fmla="*/ 17448 w 48436"/>
                  <a:gd name="connsiteY25" fmla="*/ 13731 h 72386"/>
                  <a:gd name="connsiteX26" fmla="*/ 15837 w 48436"/>
                  <a:gd name="connsiteY26" fmla="*/ 19799 h 72386"/>
                  <a:gd name="connsiteX27" fmla="*/ 9017 w 48436"/>
                  <a:gd name="connsiteY27" fmla="*/ 53952 h 72386"/>
                  <a:gd name="connsiteX28" fmla="*/ 10467 w 48436"/>
                  <a:gd name="connsiteY28" fmla="*/ 59591 h 72386"/>
                  <a:gd name="connsiteX29" fmla="*/ 14817 w 48436"/>
                  <a:gd name="connsiteY29" fmla="*/ 63886 h 72386"/>
                  <a:gd name="connsiteX30" fmla="*/ 21422 w 48436"/>
                  <a:gd name="connsiteY30" fmla="*/ 65497 h 72386"/>
                  <a:gd name="connsiteX31" fmla="*/ 32913 w 48436"/>
                  <a:gd name="connsiteY31" fmla="*/ 58839 h 72386"/>
                  <a:gd name="connsiteX32" fmla="*/ 36404 w 48436"/>
                  <a:gd name="connsiteY32" fmla="*/ 47562 h 72386"/>
                  <a:gd name="connsiteX33" fmla="*/ 33182 w 48436"/>
                  <a:gd name="connsiteY33" fmla="*/ 39507 h 72386"/>
                  <a:gd name="connsiteX34" fmla="*/ 24751 w 48436"/>
                  <a:gd name="connsiteY34" fmla="*/ 36339 h 72386"/>
                  <a:gd name="connsiteX35" fmla="*/ 13635 w 48436"/>
                  <a:gd name="connsiteY35" fmla="*/ 41225 h 72386"/>
                  <a:gd name="connsiteX36" fmla="*/ 9017 w 48436"/>
                  <a:gd name="connsiteY36" fmla="*/ 53952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192" y="32311"/>
                    </a:moveTo>
                    <a:cubicBezTo>
                      <a:pt x="12561" y="30861"/>
                      <a:pt x="10574" y="28982"/>
                      <a:pt x="9232" y="26727"/>
                    </a:cubicBezTo>
                    <a:cubicBezTo>
                      <a:pt x="7889" y="24417"/>
                      <a:pt x="7245" y="22001"/>
                      <a:pt x="7245" y="19370"/>
                    </a:cubicBezTo>
                    <a:cubicBezTo>
                      <a:pt x="7245" y="15128"/>
                      <a:pt x="8802" y="11154"/>
                      <a:pt x="11917" y="7502"/>
                    </a:cubicBezTo>
                    <a:cubicBezTo>
                      <a:pt x="15998" y="2562"/>
                      <a:pt x="21636" y="92"/>
                      <a:pt x="28671" y="92"/>
                    </a:cubicBezTo>
                    <a:cubicBezTo>
                      <a:pt x="34900" y="92"/>
                      <a:pt x="39787" y="1756"/>
                      <a:pt x="43331" y="5086"/>
                    </a:cubicBezTo>
                    <a:cubicBezTo>
                      <a:pt x="46929" y="8415"/>
                      <a:pt x="48701" y="12496"/>
                      <a:pt x="48701" y="17383"/>
                    </a:cubicBezTo>
                    <a:cubicBezTo>
                      <a:pt x="48701" y="20820"/>
                      <a:pt x="47734" y="23934"/>
                      <a:pt x="45801" y="26673"/>
                    </a:cubicBezTo>
                    <a:cubicBezTo>
                      <a:pt x="43868" y="29465"/>
                      <a:pt x="40861" y="31667"/>
                      <a:pt x="36726" y="33332"/>
                    </a:cubicBezTo>
                    <a:cubicBezTo>
                      <a:pt x="39572" y="35104"/>
                      <a:pt x="41613" y="36983"/>
                      <a:pt x="42848" y="38970"/>
                    </a:cubicBezTo>
                    <a:cubicBezTo>
                      <a:pt x="44405" y="41547"/>
                      <a:pt x="45210" y="44608"/>
                      <a:pt x="45210" y="48099"/>
                    </a:cubicBezTo>
                    <a:cubicBezTo>
                      <a:pt x="45210" y="54435"/>
                      <a:pt x="42955" y="60074"/>
                      <a:pt x="38444" y="65068"/>
                    </a:cubicBezTo>
                    <a:cubicBezTo>
                      <a:pt x="33934" y="70008"/>
                      <a:pt x="27973" y="72478"/>
                      <a:pt x="20509" y="72478"/>
                    </a:cubicBezTo>
                    <a:cubicBezTo>
                      <a:pt x="14548" y="72478"/>
                      <a:pt x="9662" y="70653"/>
                      <a:pt x="5903" y="67001"/>
                    </a:cubicBezTo>
                    <a:cubicBezTo>
                      <a:pt x="2144" y="63296"/>
                      <a:pt x="264" y="58731"/>
                      <a:pt x="264" y="53200"/>
                    </a:cubicBezTo>
                    <a:cubicBezTo>
                      <a:pt x="264" y="48045"/>
                      <a:pt x="1607" y="43588"/>
                      <a:pt x="4238" y="39829"/>
                    </a:cubicBezTo>
                    <a:cubicBezTo>
                      <a:pt x="6923" y="36124"/>
                      <a:pt x="10574" y="33600"/>
                      <a:pt x="15192" y="32311"/>
                    </a:cubicBezTo>
                    <a:moveTo>
                      <a:pt x="15837" y="19799"/>
                    </a:moveTo>
                    <a:cubicBezTo>
                      <a:pt x="15837" y="22806"/>
                      <a:pt x="16857" y="25223"/>
                      <a:pt x="18790" y="27102"/>
                    </a:cubicBezTo>
                    <a:cubicBezTo>
                      <a:pt x="20723" y="28928"/>
                      <a:pt x="23409" y="29895"/>
                      <a:pt x="26845" y="29895"/>
                    </a:cubicBezTo>
                    <a:cubicBezTo>
                      <a:pt x="30819" y="29895"/>
                      <a:pt x="34095" y="28660"/>
                      <a:pt x="36565" y="26243"/>
                    </a:cubicBezTo>
                    <a:cubicBezTo>
                      <a:pt x="39089" y="23773"/>
                      <a:pt x="40324" y="20820"/>
                      <a:pt x="40324" y="17275"/>
                    </a:cubicBezTo>
                    <a:cubicBezTo>
                      <a:pt x="40324" y="14268"/>
                      <a:pt x="39357" y="11798"/>
                      <a:pt x="37370" y="9919"/>
                    </a:cubicBezTo>
                    <a:cubicBezTo>
                      <a:pt x="35437" y="8039"/>
                      <a:pt x="32752" y="7126"/>
                      <a:pt x="29315" y="7126"/>
                    </a:cubicBezTo>
                    <a:cubicBezTo>
                      <a:pt x="26738" y="7126"/>
                      <a:pt x="24375" y="7717"/>
                      <a:pt x="22227" y="8898"/>
                    </a:cubicBezTo>
                    <a:cubicBezTo>
                      <a:pt x="20079" y="10080"/>
                      <a:pt x="18468" y="11691"/>
                      <a:pt x="17448" y="13731"/>
                    </a:cubicBezTo>
                    <a:cubicBezTo>
                      <a:pt x="16374" y="15826"/>
                      <a:pt x="15837" y="17812"/>
                      <a:pt x="15837" y="19799"/>
                    </a:cubicBezTo>
                    <a:moveTo>
                      <a:pt x="9017" y="53952"/>
                    </a:moveTo>
                    <a:cubicBezTo>
                      <a:pt x="9017" y="55885"/>
                      <a:pt x="9500" y="57818"/>
                      <a:pt x="10467" y="59591"/>
                    </a:cubicBezTo>
                    <a:cubicBezTo>
                      <a:pt x="11433" y="61416"/>
                      <a:pt x="12883" y="62812"/>
                      <a:pt x="14817" y="63886"/>
                    </a:cubicBezTo>
                    <a:cubicBezTo>
                      <a:pt x="16750" y="64960"/>
                      <a:pt x="18951" y="65497"/>
                      <a:pt x="21422" y="65497"/>
                    </a:cubicBezTo>
                    <a:cubicBezTo>
                      <a:pt x="26147" y="65497"/>
                      <a:pt x="29960" y="63296"/>
                      <a:pt x="32913" y="58839"/>
                    </a:cubicBezTo>
                    <a:cubicBezTo>
                      <a:pt x="35222" y="55348"/>
                      <a:pt x="36404" y="51589"/>
                      <a:pt x="36404" y="47562"/>
                    </a:cubicBezTo>
                    <a:cubicBezTo>
                      <a:pt x="36404" y="44286"/>
                      <a:pt x="35330" y="41601"/>
                      <a:pt x="33182" y="39507"/>
                    </a:cubicBezTo>
                    <a:cubicBezTo>
                      <a:pt x="31034" y="37413"/>
                      <a:pt x="28241" y="36339"/>
                      <a:pt x="24751" y="36339"/>
                    </a:cubicBezTo>
                    <a:cubicBezTo>
                      <a:pt x="20348" y="36339"/>
                      <a:pt x="16642" y="38003"/>
                      <a:pt x="13635" y="41225"/>
                    </a:cubicBezTo>
                    <a:cubicBezTo>
                      <a:pt x="10574" y="44501"/>
                      <a:pt x="9017" y="48743"/>
                      <a:pt x="9017" y="5395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4" name="Freihandform: Form 183">
                <a:extLst>
                  <a:ext uri="{FF2B5EF4-FFF2-40B4-BE49-F238E27FC236}">
                    <a16:creationId xmlns:a16="http://schemas.microsoft.com/office/drawing/2014/main" id="{79799BD6-92A0-53AC-1E54-54F50C9D6F4C}"/>
                  </a:ext>
                </a:extLst>
              </p:cNvPr>
              <p:cNvSpPr/>
              <p:nvPr/>
            </p:nvSpPr>
            <p:spPr>
              <a:xfrm>
                <a:off x="7436028" y="1787798"/>
                <a:ext cx="49779" cy="71044"/>
              </a:xfrm>
              <a:custGeom>
                <a:avLst/>
                <a:gdLst>
                  <a:gd name="connsiteX0" fmla="*/ 322 w 49779"/>
                  <a:gd name="connsiteY0" fmla="*/ 49710 h 71044"/>
                  <a:gd name="connsiteX1" fmla="*/ 9182 w 49779"/>
                  <a:gd name="connsiteY1" fmla="*/ 48851 h 71044"/>
                  <a:gd name="connsiteX2" fmla="*/ 9075 w 49779"/>
                  <a:gd name="connsiteY2" fmla="*/ 51106 h 71044"/>
                  <a:gd name="connsiteX3" fmla="*/ 10739 w 49779"/>
                  <a:gd name="connsiteY3" fmla="*/ 57550 h 71044"/>
                  <a:gd name="connsiteX4" fmla="*/ 15143 w 49779"/>
                  <a:gd name="connsiteY4" fmla="*/ 62490 h 71044"/>
                  <a:gd name="connsiteX5" fmla="*/ 20996 w 49779"/>
                  <a:gd name="connsiteY5" fmla="*/ 64209 h 71044"/>
                  <a:gd name="connsiteX6" fmla="*/ 29266 w 49779"/>
                  <a:gd name="connsiteY6" fmla="*/ 61416 h 71044"/>
                  <a:gd name="connsiteX7" fmla="*/ 36086 w 49779"/>
                  <a:gd name="connsiteY7" fmla="*/ 53254 h 71044"/>
                  <a:gd name="connsiteX8" fmla="*/ 38663 w 49779"/>
                  <a:gd name="connsiteY8" fmla="*/ 42622 h 71044"/>
                  <a:gd name="connsiteX9" fmla="*/ 35173 w 49779"/>
                  <a:gd name="connsiteY9" fmla="*/ 33063 h 71044"/>
                  <a:gd name="connsiteX10" fmla="*/ 25990 w 49779"/>
                  <a:gd name="connsiteY10" fmla="*/ 29519 h 71044"/>
                  <a:gd name="connsiteX11" fmla="*/ 18741 w 49779"/>
                  <a:gd name="connsiteY11" fmla="*/ 31345 h 71044"/>
                  <a:gd name="connsiteX12" fmla="*/ 12404 w 49779"/>
                  <a:gd name="connsiteY12" fmla="*/ 36876 h 71044"/>
                  <a:gd name="connsiteX13" fmla="*/ 4725 w 49779"/>
                  <a:gd name="connsiteY13" fmla="*/ 36339 h 71044"/>
                  <a:gd name="connsiteX14" fmla="*/ 15411 w 49779"/>
                  <a:gd name="connsiteY14" fmla="*/ 92 h 71044"/>
                  <a:gd name="connsiteX15" fmla="*/ 50047 w 49779"/>
                  <a:gd name="connsiteY15" fmla="*/ 92 h 71044"/>
                  <a:gd name="connsiteX16" fmla="*/ 48329 w 49779"/>
                  <a:gd name="connsiteY16" fmla="*/ 8093 h 71044"/>
                  <a:gd name="connsiteX17" fmla="*/ 21426 w 49779"/>
                  <a:gd name="connsiteY17" fmla="*/ 8093 h 71044"/>
                  <a:gd name="connsiteX18" fmla="*/ 16109 w 49779"/>
                  <a:gd name="connsiteY18" fmla="*/ 26136 h 71044"/>
                  <a:gd name="connsiteX19" fmla="*/ 22285 w 49779"/>
                  <a:gd name="connsiteY19" fmla="*/ 22860 h 71044"/>
                  <a:gd name="connsiteX20" fmla="*/ 28782 w 49779"/>
                  <a:gd name="connsiteY20" fmla="*/ 21786 h 71044"/>
                  <a:gd name="connsiteX21" fmla="*/ 42100 w 49779"/>
                  <a:gd name="connsiteY21" fmla="*/ 27156 h 71044"/>
                  <a:gd name="connsiteX22" fmla="*/ 47309 w 49779"/>
                  <a:gd name="connsiteY22" fmla="*/ 41816 h 71044"/>
                  <a:gd name="connsiteX23" fmla="*/ 43764 w 49779"/>
                  <a:gd name="connsiteY23" fmla="*/ 56906 h 71044"/>
                  <a:gd name="connsiteX24" fmla="*/ 33938 w 49779"/>
                  <a:gd name="connsiteY24" fmla="*/ 67484 h 71044"/>
                  <a:gd name="connsiteX25" fmla="*/ 20405 w 49779"/>
                  <a:gd name="connsiteY25" fmla="*/ 71136 h 71044"/>
                  <a:gd name="connsiteX26" fmla="*/ 9612 w 49779"/>
                  <a:gd name="connsiteY26" fmla="*/ 68397 h 71044"/>
                  <a:gd name="connsiteX27" fmla="*/ 2577 w 49779"/>
                  <a:gd name="connsiteY27" fmla="*/ 60826 h 71044"/>
                  <a:gd name="connsiteX28" fmla="*/ 268 w 49779"/>
                  <a:gd name="connsiteY28" fmla="*/ 51160 h 71044"/>
                  <a:gd name="connsiteX29" fmla="*/ 322 w 49779"/>
                  <a:gd name="connsiteY29" fmla="*/ 49710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22" y="49710"/>
                    </a:moveTo>
                    <a:lnTo>
                      <a:pt x="9182" y="48851"/>
                    </a:lnTo>
                    <a:cubicBezTo>
                      <a:pt x="9128" y="50086"/>
                      <a:pt x="9075" y="50838"/>
                      <a:pt x="9075" y="51106"/>
                    </a:cubicBezTo>
                    <a:cubicBezTo>
                      <a:pt x="9075" y="53254"/>
                      <a:pt x="9665" y="55402"/>
                      <a:pt x="10739" y="57550"/>
                    </a:cubicBezTo>
                    <a:cubicBezTo>
                      <a:pt x="11813" y="59698"/>
                      <a:pt x="13263" y="61363"/>
                      <a:pt x="15143" y="62490"/>
                    </a:cubicBezTo>
                    <a:cubicBezTo>
                      <a:pt x="16969" y="63618"/>
                      <a:pt x="18902" y="64209"/>
                      <a:pt x="20996" y="64209"/>
                    </a:cubicBezTo>
                    <a:cubicBezTo>
                      <a:pt x="23681" y="64209"/>
                      <a:pt x="26473" y="63296"/>
                      <a:pt x="29266" y="61416"/>
                    </a:cubicBezTo>
                    <a:cubicBezTo>
                      <a:pt x="32058" y="59537"/>
                      <a:pt x="34313" y="56798"/>
                      <a:pt x="36086" y="53254"/>
                    </a:cubicBezTo>
                    <a:cubicBezTo>
                      <a:pt x="37804" y="49656"/>
                      <a:pt x="38663" y="46112"/>
                      <a:pt x="38663" y="42622"/>
                    </a:cubicBezTo>
                    <a:cubicBezTo>
                      <a:pt x="38663" y="38648"/>
                      <a:pt x="37535" y="35480"/>
                      <a:pt x="35173" y="33063"/>
                    </a:cubicBezTo>
                    <a:cubicBezTo>
                      <a:pt x="32863" y="30700"/>
                      <a:pt x="29749" y="29519"/>
                      <a:pt x="25990" y="29519"/>
                    </a:cubicBezTo>
                    <a:cubicBezTo>
                      <a:pt x="23412" y="29519"/>
                      <a:pt x="20996" y="30110"/>
                      <a:pt x="18741" y="31345"/>
                    </a:cubicBezTo>
                    <a:cubicBezTo>
                      <a:pt x="16485" y="32580"/>
                      <a:pt x="14337" y="34406"/>
                      <a:pt x="12404" y="36876"/>
                    </a:cubicBezTo>
                    <a:lnTo>
                      <a:pt x="4725" y="36339"/>
                    </a:lnTo>
                    <a:lnTo>
                      <a:pt x="15411" y="92"/>
                    </a:lnTo>
                    <a:lnTo>
                      <a:pt x="50047" y="92"/>
                    </a:lnTo>
                    <a:lnTo>
                      <a:pt x="48329" y="8093"/>
                    </a:lnTo>
                    <a:lnTo>
                      <a:pt x="21426" y="8093"/>
                    </a:lnTo>
                    <a:lnTo>
                      <a:pt x="16109" y="26136"/>
                    </a:lnTo>
                    <a:cubicBezTo>
                      <a:pt x="18096" y="24686"/>
                      <a:pt x="20137" y="23558"/>
                      <a:pt x="22285" y="22860"/>
                    </a:cubicBezTo>
                    <a:cubicBezTo>
                      <a:pt x="24379" y="22108"/>
                      <a:pt x="26527" y="21786"/>
                      <a:pt x="28782" y="21786"/>
                    </a:cubicBezTo>
                    <a:cubicBezTo>
                      <a:pt x="34206" y="21786"/>
                      <a:pt x="38609" y="23558"/>
                      <a:pt x="42100" y="27156"/>
                    </a:cubicBezTo>
                    <a:cubicBezTo>
                      <a:pt x="45590" y="30700"/>
                      <a:pt x="47309" y="35587"/>
                      <a:pt x="47309" y="41816"/>
                    </a:cubicBezTo>
                    <a:cubicBezTo>
                      <a:pt x="47309" y="47293"/>
                      <a:pt x="46127" y="52287"/>
                      <a:pt x="43764" y="56906"/>
                    </a:cubicBezTo>
                    <a:cubicBezTo>
                      <a:pt x="41348" y="61470"/>
                      <a:pt x="38072" y="65014"/>
                      <a:pt x="33938" y="67484"/>
                    </a:cubicBezTo>
                    <a:cubicBezTo>
                      <a:pt x="29749" y="69954"/>
                      <a:pt x="25238" y="71136"/>
                      <a:pt x="20405" y="71136"/>
                    </a:cubicBezTo>
                    <a:cubicBezTo>
                      <a:pt x="16324" y="71136"/>
                      <a:pt x="12780" y="70223"/>
                      <a:pt x="9612" y="68397"/>
                    </a:cubicBezTo>
                    <a:cubicBezTo>
                      <a:pt x="6497" y="66571"/>
                      <a:pt x="4188" y="64048"/>
                      <a:pt x="2577" y="60826"/>
                    </a:cubicBezTo>
                    <a:cubicBezTo>
                      <a:pt x="1020" y="57604"/>
                      <a:pt x="268" y="54382"/>
                      <a:pt x="268" y="51160"/>
                    </a:cubicBezTo>
                    <a:cubicBezTo>
                      <a:pt x="268" y="50838"/>
                      <a:pt x="268" y="50354"/>
                      <a:pt x="322" y="497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185" name="Grafik 4">
              <a:extLst>
                <a:ext uri="{FF2B5EF4-FFF2-40B4-BE49-F238E27FC236}">
                  <a16:creationId xmlns:a16="http://schemas.microsoft.com/office/drawing/2014/main" id="{E2FF54DA-D03E-BEB8-17CD-F954A8FF3773}"/>
                </a:ext>
              </a:extLst>
            </p:cNvPr>
            <p:cNvGrpSpPr/>
            <p:nvPr/>
          </p:nvGrpSpPr>
          <p:grpSpPr>
            <a:xfrm>
              <a:off x="7176999" y="1533907"/>
              <a:ext cx="658653" cy="72386"/>
              <a:chOff x="7176999" y="1533907"/>
              <a:chExt cx="658653" cy="72386"/>
            </a:xfrm>
            <a:solidFill>
              <a:srgbClr val="000000"/>
            </a:solidFill>
          </p:grpSpPr>
          <p:sp>
            <p:nvSpPr>
              <p:cNvPr id="186" name="Freihandform: Form 185">
                <a:extLst>
                  <a:ext uri="{FF2B5EF4-FFF2-40B4-BE49-F238E27FC236}">
                    <a16:creationId xmlns:a16="http://schemas.microsoft.com/office/drawing/2014/main" id="{25D7B32E-71B3-6BD0-9929-BEB2EFD2F34A}"/>
                  </a:ext>
                </a:extLst>
              </p:cNvPr>
              <p:cNvSpPr/>
              <p:nvPr/>
            </p:nvSpPr>
            <p:spPr>
              <a:xfrm>
                <a:off x="7176999" y="1534230"/>
                <a:ext cx="79206" cy="70829"/>
              </a:xfrm>
              <a:custGeom>
                <a:avLst/>
                <a:gdLst>
                  <a:gd name="connsiteX0" fmla="*/ 250 w 79206"/>
                  <a:gd name="connsiteY0" fmla="*/ 70903 h 70829"/>
                  <a:gd name="connsiteX1" fmla="*/ 34081 w 79206"/>
                  <a:gd name="connsiteY1" fmla="*/ 35085 h 70829"/>
                  <a:gd name="connsiteX2" fmla="*/ 13997 w 79206"/>
                  <a:gd name="connsiteY2" fmla="*/ 73 h 70829"/>
                  <a:gd name="connsiteX3" fmla="*/ 24415 w 79206"/>
                  <a:gd name="connsiteY3" fmla="*/ 73 h 70829"/>
                  <a:gd name="connsiteX4" fmla="*/ 33543 w 79206"/>
                  <a:gd name="connsiteY4" fmla="*/ 16076 h 70829"/>
                  <a:gd name="connsiteX5" fmla="*/ 37732 w 79206"/>
                  <a:gd name="connsiteY5" fmla="*/ 23486 h 70829"/>
                  <a:gd name="connsiteX6" fmla="*/ 40471 w 79206"/>
                  <a:gd name="connsiteY6" fmla="*/ 29125 h 70829"/>
                  <a:gd name="connsiteX7" fmla="*/ 51533 w 79206"/>
                  <a:gd name="connsiteY7" fmla="*/ 16452 h 70829"/>
                  <a:gd name="connsiteX8" fmla="*/ 67106 w 79206"/>
                  <a:gd name="connsiteY8" fmla="*/ 73 h 70829"/>
                  <a:gd name="connsiteX9" fmla="*/ 79456 w 79206"/>
                  <a:gd name="connsiteY9" fmla="*/ 73 h 70829"/>
                  <a:gd name="connsiteX10" fmla="*/ 45196 w 79206"/>
                  <a:gd name="connsiteY10" fmla="*/ 36642 h 70829"/>
                  <a:gd name="connsiteX11" fmla="*/ 64635 w 79206"/>
                  <a:gd name="connsiteY11" fmla="*/ 70903 h 70829"/>
                  <a:gd name="connsiteX12" fmla="*/ 54325 w 79206"/>
                  <a:gd name="connsiteY12" fmla="*/ 70903 h 70829"/>
                  <a:gd name="connsiteX13" fmla="*/ 42833 w 79206"/>
                  <a:gd name="connsiteY13" fmla="*/ 50175 h 70829"/>
                  <a:gd name="connsiteX14" fmla="*/ 38913 w 79206"/>
                  <a:gd name="connsiteY14" fmla="*/ 42335 h 70829"/>
                  <a:gd name="connsiteX15" fmla="*/ 32577 w 79206"/>
                  <a:gd name="connsiteY15" fmla="*/ 49853 h 70829"/>
                  <a:gd name="connsiteX16" fmla="*/ 12762 w 79206"/>
                  <a:gd name="connsiteY16" fmla="*/ 7090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50" y="70903"/>
                    </a:moveTo>
                    <a:lnTo>
                      <a:pt x="34081" y="35085"/>
                    </a:lnTo>
                    <a:lnTo>
                      <a:pt x="13997" y="73"/>
                    </a:lnTo>
                    <a:lnTo>
                      <a:pt x="24415" y="73"/>
                    </a:lnTo>
                    <a:lnTo>
                      <a:pt x="33543" y="16076"/>
                    </a:lnTo>
                    <a:cubicBezTo>
                      <a:pt x="35960" y="20318"/>
                      <a:pt x="37356" y="22788"/>
                      <a:pt x="37732" y="23486"/>
                    </a:cubicBezTo>
                    <a:cubicBezTo>
                      <a:pt x="38537" y="25097"/>
                      <a:pt x="39504" y="26977"/>
                      <a:pt x="40471" y="29125"/>
                    </a:cubicBezTo>
                    <a:cubicBezTo>
                      <a:pt x="42887" y="25903"/>
                      <a:pt x="46539" y="21714"/>
                      <a:pt x="51533" y="16452"/>
                    </a:cubicBezTo>
                    <a:lnTo>
                      <a:pt x="67106" y="73"/>
                    </a:lnTo>
                    <a:lnTo>
                      <a:pt x="79456" y="73"/>
                    </a:lnTo>
                    <a:lnTo>
                      <a:pt x="45196" y="36642"/>
                    </a:lnTo>
                    <a:lnTo>
                      <a:pt x="64635" y="70903"/>
                    </a:lnTo>
                    <a:lnTo>
                      <a:pt x="54325" y="70903"/>
                    </a:lnTo>
                    <a:lnTo>
                      <a:pt x="42833" y="50175"/>
                    </a:lnTo>
                    <a:cubicBezTo>
                      <a:pt x="41706" y="48134"/>
                      <a:pt x="40417" y="45557"/>
                      <a:pt x="38913" y="42335"/>
                    </a:cubicBezTo>
                    <a:cubicBezTo>
                      <a:pt x="37195" y="44697"/>
                      <a:pt x="35047" y="47168"/>
                      <a:pt x="32577" y="49853"/>
                    </a:cubicBezTo>
                    <a:lnTo>
                      <a:pt x="12762" y="7090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7" name="Freihandform: Form 186">
                <a:extLst>
                  <a:ext uri="{FF2B5EF4-FFF2-40B4-BE49-F238E27FC236}">
                    <a16:creationId xmlns:a16="http://schemas.microsoft.com/office/drawing/2014/main" id="{D891F05F-7874-2C38-1DD4-27A6F890A366}"/>
                  </a:ext>
                </a:extLst>
              </p:cNvPr>
              <p:cNvSpPr/>
              <p:nvPr/>
            </p:nvSpPr>
            <p:spPr>
              <a:xfrm>
                <a:off x="7250369" y="1534230"/>
                <a:ext cx="64815" cy="70829"/>
              </a:xfrm>
              <a:custGeom>
                <a:avLst/>
                <a:gdLst>
                  <a:gd name="connsiteX0" fmla="*/ 255 w 64815"/>
                  <a:gd name="connsiteY0" fmla="*/ 70903 h 70829"/>
                  <a:gd name="connsiteX1" fmla="*/ 15076 w 64815"/>
                  <a:gd name="connsiteY1" fmla="*/ 73 h 70829"/>
                  <a:gd name="connsiteX2" fmla="*/ 44664 w 64815"/>
                  <a:gd name="connsiteY2" fmla="*/ 73 h 70829"/>
                  <a:gd name="connsiteX3" fmla="*/ 56209 w 64815"/>
                  <a:gd name="connsiteY3" fmla="*/ 1792 h 70829"/>
                  <a:gd name="connsiteX4" fmla="*/ 62546 w 64815"/>
                  <a:gd name="connsiteY4" fmla="*/ 7860 h 70829"/>
                  <a:gd name="connsiteX5" fmla="*/ 65070 w 64815"/>
                  <a:gd name="connsiteY5" fmla="*/ 17472 h 70829"/>
                  <a:gd name="connsiteX6" fmla="*/ 63298 w 64815"/>
                  <a:gd name="connsiteY6" fmla="*/ 26386 h 70829"/>
                  <a:gd name="connsiteX7" fmla="*/ 58787 w 64815"/>
                  <a:gd name="connsiteY7" fmla="*/ 33904 h 70829"/>
                  <a:gd name="connsiteX8" fmla="*/ 53256 w 64815"/>
                  <a:gd name="connsiteY8" fmla="*/ 38307 h 70829"/>
                  <a:gd name="connsiteX9" fmla="*/ 47242 w 64815"/>
                  <a:gd name="connsiteY9" fmla="*/ 40563 h 70829"/>
                  <a:gd name="connsiteX10" fmla="*/ 33441 w 64815"/>
                  <a:gd name="connsiteY10" fmla="*/ 42120 h 70829"/>
                  <a:gd name="connsiteX11" fmla="*/ 15720 w 64815"/>
                  <a:gd name="connsiteY11" fmla="*/ 42120 h 70829"/>
                  <a:gd name="connsiteX12" fmla="*/ 9760 w 64815"/>
                  <a:gd name="connsiteY12" fmla="*/ 70903 h 70829"/>
                  <a:gd name="connsiteX13" fmla="*/ 255 w 64815"/>
                  <a:gd name="connsiteY13" fmla="*/ 70903 h 70829"/>
                  <a:gd name="connsiteX14" fmla="*/ 17438 w 64815"/>
                  <a:gd name="connsiteY14" fmla="*/ 34119 h 70829"/>
                  <a:gd name="connsiteX15" fmla="*/ 33011 w 64815"/>
                  <a:gd name="connsiteY15" fmla="*/ 34119 h 70829"/>
                  <a:gd name="connsiteX16" fmla="*/ 46382 w 64815"/>
                  <a:gd name="connsiteY16" fmla="*/ 32185 h 70829"/>
                  <a:gd name="connsiteX17" fmla="*/ 53202 w 64815"/>
                  <a:gd name="connsiteY17" fmla="*/ 26225 h 70829"/>
                  <a:gd name="connsiteX18" fmla="*/ 55726 w 64815"/>
                  <a:gd name="connsiteY18" fmla="*/ 17687 h 70829"/>
                  <a:gd name="connsiteX19" fmla="*/ 54384 w 64815"/>
                  <a:gd name="connsiteY19" fmla="*/ 11994 h 70829"/>
                  <a:gd name="connsiteX20" fmla="*/ 50571 w 64815"/>
                  <a:gd name="connsiteY20" fmla="*/ 8773 h 70829"/>
                  <a:gd name="connsiteX21" fmla="*/ 41120 w 64815"/>
                  <a:gd name="connsiteY21" fmla="*/ 7752 h 70829"/>
                  <a:gd name="connsiteX22" fmla="*/ 22916 w 64815"/>
                  <a:gd name="connsiteY22" fmla="*/ 7752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255" y="70903"/>
                    </a:moveTo>
                    <a:lnTo>
                      <a:pt x="15076" y="73"/>
                    </a:lnTo>
                    <a:lnTo>
                      <a:pt x="44664" y="73"/>
                    </a:lnTo>
                    <a:cubicBezTo>
                      <a:pt x="49819" y="73"/>
                      <a:pt x="53632" y="664"/>
                      <a:pt x="56209" y="1792"/>
                    </a:cubicBezTo>
                    <a:cubicBezTo>
                      <a:pt x="58787" y="2973"/>
                      <a:pt x="60881" y="5014"/>
                      <a:pt x="62546" y="7860"/>
                    </a:cubicBezTo>
                    <a:cubicBezTo>
                      <a:pt x="64211" y="10706"/>
                      <a:pt x="65070" y="13928"/>
                      <a:pt x="65070" y="17472"/>
                    </a:cubicBezTo>
                    <a:cubicBezTo>
                      <a:pt x="65070" y="20372"/>
                      <a:pt x="64479" y="23379"/>
                      <a:pt x="63298" y="26386"/>
                    </a:cubicBezTo>
                    <a:cubicBezTo>
                      <a:pt x="62116" y="29447"/>
                      <a:pt x="60613" y="31917"/>
                      <a:pt x="58787" y="33904"/>
                    </a:cubicBezTo>
                    <a:cubicBezTo>
                      <a:pt x="56961" y="35837"/>
                      <a:pt x="55082" y="37341"/>
                      <a:pt x="53256" y="38307"/>
                    </a:cubicBezTo>
                    <a:cubicBezTo>
                      <a:pt x="51376" y="39327"/>
                      <a:pt x="49390" y="40079"/>
                      <a:pt x="47242" y="40563"/>
                    </a:cubicBezTo>
                    <a:cubicBezTo>
                      <a:pt x="42677" y="41636"/>
                      <a:pt x="38113" y="42120"/>
                      <a:pt x="33441" y="42120"/>
                    </a:cubicBezTo>
                    <a:lnTo>
                      <a:pt x="15720" y="42120"/>
                    </a:lnTo>
                    <a:lnTo>
                      <a:pt x="9760" y="70903"/>
                    </a:lnTo>
                    <a:lnTo>
                      <a:pt x="255" y="70903"/>
                    </a:lnTo>
                    <a:moveTo>
                      <a:pt x="17438" y="34119"/>
                    </a:moveTo>
                    <a:lnTo>
                      <a:pt x="33011" y="34119"/>
                    </a:lnTo>
                    <a:cubicBezTo>
                      <a:pt x="39079" y="34119"/>
                      <a:pt x="43536" y="33474"/>
                      <a:pt x="46382" y="32185"/>
                    </a:cubicBezTo>
                    <a:cubicBezTo>
                      <a:pt x="49228" y="30843"/>
                      <a:pt x="51484" y="28856"/>
                      <a:pt x="53202" y="26225"/>
                    </a:cubicBezTo>
                    <a:cubicBezTo>
                      <a:pt x="54867" y="23540"/>
                      <a:pt x="55726" y="20694"/>
                      <a:pt x="55726" y="17687"/>
                    </a:cubicBezTo>
                    <a:cubicBezTo>
                      <a:pt x="55726" y="15378"/>
                      <a:pt x="55297" y="13498"/>
                      <a:pt x="54384" y="11994"/>
                    </a:cubicBezTo>
                    <a:cubicBezTo>
                      <a:pt x="53471" y="10545"/>
                      <a:pt x="52236" y="9471"/>
                      <a:pt x="50571" y="8773"/>
                    </a:cubicBezTo>
                    <a:cubicBezTo>
                      <a:pt x="48906" y="8075"/>
                      <a:pt x="45792" y="7752"/>
                      <a:pt x="41120" y="7752"/>
                    </a:cubicBezTo>
                    <a:lnTo>
                      <a:pt x="22916" y="775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8" name="Freihandform: Form 187">
                <a:extLst>
                  <a:ext uri="{FF2B5EF4-FFF2-40B4-BE49-F238E27FC236}">
                    <a16:creationId xmlns:a16="http://schemas.microsoft.com/office/drawing/2014/main" id="{92FEE741-B68B-9950-17DC-CEEDB9AE9786}"/>
                  </a:ext>
                </a:extLst>
              </p:cNvPr>
              <p:cNvSpPr/>
              <p:nvPr/>
            </p:nvSpPr>
            <p:spPr>
              <a:xfrm>
                <a:off x="7346629" y="1533907"/>
                <a:ext cx="48973" cy="72332"/>
              </a:xfrm>
              <a:custGeom>
                <a:avLst/>
                <a:gdLst>
                  <a:gd name="connsiteX0" fmla="*/ 262 w 48973"/>
                  <a:gd name="connsiteY0" fmla="*/ 47973 h 72332"/>
                  <a:gd name="connsiteX1" fmla="*/ 2947 w 48973"/>
                  <a:gd name="connsiteY1" fmla="*/ 29715 h 72332"/>
                  <a:gd name="connsiteX2" fmla="*/ 8961 w 48973"/>
                  <a:gd name="connsiteY2" fmla="*/ 14894 h 72332"/>
                  <a:gd name="connsiteX3" fmla="*/ 15727 w 48973"/>
                  <a:gd name="connsiteY3" fmla="*/ 6195 h 72332"/>
                  <a:gd name="connsiteX4" fmla="*/ 22708 w 48973"/>
                  <a:gd name="connsiteY4" fmla="*/ 1577 h 72332"/>
                  <a:gd name="connsiteX5" fmla="*/ 30226 w 48973"/>
                  <a:gd name="connsiteY5" fmla="*/ 73 h 72332"/>
                  <a:gd name="connsiteX6" fmla="*/ 43812 w 48973"/>
                  <a:gd name="connsiteY6" fmla="*/ 6141 h 72332"/>
                  <a:gd name="connsiteX7" fmla="*/ 49235 w 48973"/>
                  <a:gd name="connsiteY7" fmla="*/ 23594 h 72332"/>
                  <a:gd name="connsiteX8" fmla="*/ 45476 w 48973"/>
                  <a:gd name="connsiteY8" fmla="*/ 46845 h 72332"/>
                  <a:gd name="connsiteX9" fmla="*/ 33126 w 48973"/>
                  <a:gd name="connsiteY9" fmla="*/ 67251 h 72332"/>
                  <a:gd name="connsiteX10" fmla="*/ 19217 w 48973"/>
                  <a:gd name="connsiteY10" fmla="*/ 72406 h 72332"/>
                  <a:gd name="connsiteX11" fmla="*/ 5793 w 48973"/>
                  <a:gd name="connsiteY11" fmla="*/ 66177 h 72332"/>
                  <a:gd name="connsiteX12" fmla="*/ 262 w 48973"/>
                  <a:gd name="connsiteY12" fmla="*/ 47973 h 72332"/>
                  <a:gd name="connsiteX13" fmla="*/ 8746 w 48973"/>
                  <a:gd name="connsiteY13" fmla="*/ 50229 h 72332"/>
                  <a:gd name="connsiteX14" fmla="*/ 10894 w 48973"/>
                  <a:gd name="connsiteY14" fmla="*/ 60378 h 72332"/>
                  <a:gd name="connsiteX15" fmla="*/ 19647 w 48973"/>
                  <a:gd name="connsiteY15" fmla="*/ 65479 h 72332"/>
                  <a:gd name="connsiteX16" fmla="*/ 28883 w 48973"/>
                  <a:gd name="connsiteY16" fmla="*/ 60861 h 72332"/>
                  <a:gd name="connsiteX17" fmla="*/ 37905 w 48973"/>
                  <a:gd name="connsiteY17" fmla="*/ 41905 h 72332"/>
                  <a:gd name="connsiteX18" fmla="*/ 40912 w 48973"/>
                  <a:gd name="connsiteY18" fmla="*/ 21499 h 72332"/>
                  <a:gd name="connsiteX19" fmla="*/ 38012 w 48973"/>
                  <a:gd name="connsiteY19" fmla="*/ 10491 h 72332"/>
                  <a:gd name="connsiteX20" fmla="*/ 30280 w 48973"/>
                  <a:gd name="connsiteY20" fmla="*/ 7108 h 72332"/>
                  <a:gd name="connsiteX21" fmla="*/ 23782 w 48973"/>
                  <a:gd name="connsiteY21" fmla="*/ 8880 h 72332"/>
                  <a:gd name="connsiteX22" fmla="*/ 18036 w 48973"/>
                  <a:gd name="connsiteY22" fmla="*/ 15002 h 72332"/>
                  <a:gd name="connsiteX23" fmla="*/ 11216 w 48973"/>
                  <a:gd name="connsiteY23" fmla="*/ 33367 h 72332"/>
                  <a:gd name="connsiteX24" fmla="*/ 8746 w 48973"/>
                  <a:gd name="connsiteY24" fmla="*/ 5022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62" y="47973"/>
                    </a:moveTo>
                    <a:cubicBezTo>
                      <a:pt x="262" y="42012"/>
                      <a:pt x="1174" y="35891"/>
                      <a:pt x="2947" y="29715"/>
                    </a:cubicBezTo>
                    <a:cubicBezTo>
                      <a:pt x="4772" y="23540"/>
                      <a:pt x="6759" y="18600"/>
                      <a:pt x="8961" y="14894"/>
                    </a:cubicBezTo>
                    <a:cubicBezTo>
                      <a:pt x="11109" y="11189"/>
                      <a:pt x="13418" y="8289"/>
                      <a:pt x="15727" y="6195"/>
                    </a:cubicBezTo>
                    <a:cubicBezTo>
                      <a:pt x="18090" y="4101"/>
                      <a:pt x="20399" y="2544"/>
                      <a:pt x="22708" y="1577"/>
                    </a:cubicBezTo>
                    <a:cubicBezTo>
                      <a:pt x="24963" y="557"/>
                      <a:pt x="27487" y="73"/>
                      <a:pt x="30226" y="73"/>
                    </a:cubicBezTo>
                    <a:cubicBezTo>
                      <a:pt x="35649" y="73"/>
                      <a:pt x="40160" y="2114"/>
                      <a:pt x="43812" y="6141"/>
                    </a:cubicBezTo>
                    <a:cubicBezTo>
                      <a:pt x="47410" y="10169"/>
                      <a:pt x="49235" y="15968"/>
                      <a:pt x="49235" y="23594"/>
                    </a:cubicBezTo>
                    <a:cubicBezTo>
                      <a:pt x="49235" y="31380"/>
                      <a:pt x="48000" y="39166"/>
                      <a:pt x="45476" y="46845"/>
                    </a:cubicBezTo>
                    <a:cubicBezTo>
                      <a:pt x="42523" y="55921"/>
                      <a:pt x="38388" y="62740"/>
                      <a:pt x="33126" y="67251"/>
                    </a:cubicBezTo>
                    <a:cubicBezTo>
                      <a:pt x="29044" y="70688"/>
                      <a:pt x="24426" y="72406"/>
                      <a:pt x="19217" y="72406"/>
                    </a:cubicBezTo>
                    <a:cubicBezTo>
                      <a:pt x="13901" y="72406"/>
                      <a:pt x="9444" y="70366"/>
                      <a:pt x="5793" y="66177"/>
                    </a:cubicBezTo>
                    <a:cubicBezTo>
                      <a:pt x="2141" y="61989"/>
                      <a:pt x="262" y="55921"/>
                      <a:pt x="262" y="47973"/>
                    </a:cubicBezTo>
                    <a:moveTo>
                      <a:pt x="8746" y="50229"/>
                    </a:moveTo>
                    <a:cubicBezTo>
                      <a:pt x="8746" y="54578"/>
                      <a:pt x="9444" y="57961"/>
                      <a:pt x="10894" y="60378"/>
                    </a:cubicBezTo>
                    <a:cubicBezTo>
                      <a:pt x="12881" y="63761"/>
                      <a:pt x="15781" y="65479"/>
                      <a:pt x="19647" y="65479"/>
                    </a:cubicBezTo>
                    <a:cubicBezTo>
                      <a:pt x="23030" y="65479"/>
                      <a:pt x="26145" y="63922"/>
                      <a:pt x="28883" y="60861"/>
                    </a:cubicBezTo>
                    <a:cubicBezTo>
                      <a:pt x="32911" y="56565"/>
                      <a:pt x="35918" y="50229"/>
                      <a:pt x="37905" y="41905"/>
                    </a:cubicBezTo>
                    <a:cubicBezTo>
                      <a:pt x="39945" y="33582"/>
                      <a:pt x="40912" y="26762"/>
                      <a:pt x="40912" y="21499"/>
                    </a:cubicBezTo>
                    <a:cubicBezTo>
                      <a:pt x="40912" y="16398"/>
                      <a:pt x="39945" y="12746"/>
                      <a:pt x="38012" y="10491"/>
                    </a:cubicBezTo>
                    <a:cubicBezTo>
                      <a:pt x="36079" y="8236"/>
                      <a:pt x="33501" y="7108"/>
                      <a:pt x="30280" y="7108"/>
                    </a:cubicBezTo>
                    <a:cubicBezTo>
                      <a:pt x="27970" y="7108"/>
                      <a:pt x="25822" y="7699"/>
                      <a:pt x="23782" y="8880"/>
                    </a:cubicBezTo>
                    <a:cubicBezTo>
                      <a:pt x="21795" y="10061"/>
                      <a:pt x="19862" y="12102"/>
                      <a:pt x="18036" y="15002"/>
                    </a:cubicBezTo>
                    <a:cubicBezTo>
                      <a:pt x="15405" y="19137"/>
                      <a:pt x="13149" y="25258"/>
                      <a:pt x="11216" y="33367"/>
                    </a:cubicBezTo>
                    <a:cubicBezTo>
                      <a:pt x="9551" y="40348"/>
                      <a:pt x="8746" y="45933"/>
                      <a:pt x="8746" y="502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89" name="Freihandform: Form 188">
                <a:extLst>
                  <a:ext uri="{FF2B5EF4-FFF2-40B4-BE49-F238E27FC236}">
                    <a16:creationId xmlns:a16="http://schemas.microsoft.com/office/drawing/2014/main" id="{485DB66C-F7F1-6FBC-FA11-8E7E614256BC}"/>
                  </a:ext>
                </a:extLst>
              </p:cNvPr>
              <p:cNvSpPr/>
              <p:nvPr/>
            </p:nvSpPr>
            <p:spPr>
              <a:xfrm>
                <a:off x="7401672" y="1533907"/>
                <a:ext cx="48973" cy="72332"/>
              </a:xfrm>
              <a:custGeom>
                <a:avLst/>
                <a:gdLst>
                  <a:gd name="connsiteX0" fmla="*/ 266 w 48973"/>
                  <a:gd name="connsiteY0" fmla="*/ 47973 h 72332"/>
                  <a:gd name="connsiteX1" fmla="*/ 2951 w 48973"/>
                  <a:gd name="connsiteY1" fmla="*/ 29715 h 72332"/>
                  <a:gd name="connsiteX2" fmla="*/ 8965 w 48973"/>
                  <a:gd name="connsiteY2" fmla="*/ 14894 h 72332"/>
                  <a:gd name="connsiteX3" fmla="*/ 15731 w 48973"/>
                  <a:gd name="connsiteY3" fmla="*/ 6195 h 72332"/>
                  <a:gd name="connsiteX4" fmla="*/ 22712 w 48973"/>
                  <a:gd name="connsiteY4" fmla="*/ 1577 h 72332"/>
                  <a:gd name="connsiteX5" fmla="*/ 30230 w 48973"/>
                  <a:gd name="connsiteY5" fmla="*/ 73 h 72332"/>
                  <a:gd name="connsiteX6" fmla="*/ 43816 w 48973"/>
                  <a:gd name="connsiteY6" fmla="*/ 6141 h 72332"/>
                  <a:gd name="connsiteX7" fmla="*/ 49239 w 48973"/>
                  <a:gd name="connsiteY7" fmla="*/ 23594 h 72332"/>
                  <a:gd name="connsiteX8" fmla="*/ 45480 w 48973"/>
                  <a:gd name="connsiteY8" fmla="*/ 46845 h 72332"/>
                  <a:gd name="connsiteX9" fmla="*/ 33130 w 48973"/>
                  <a:gd name="connsiteY9" fmla="*/ 67251 h 72332"/>
                  <a:gd name="connsiteX10" fmla="*/ 19221 w 48973"/>
                  <a:gd name="connsiteY10" fmla="*/ 72406 h 72332"/>
                  <a:gd name="connsiteX11" fmla="*/ 5797 w 48973"/>
                  <a:gd name="connsiteY11" fmla="*/ 66177 h 72332"/>
                  <a:gd name="connsiteX12" fmla="*/ 266 w 48973"/>
                  <a:gd name="connsiteY12" fmla="*/ 47973 h 72332"/>
                  <a:gd name="connsiteX13" fmla="*/ 8750 w 48973"/>
                  <a:gd name="connsiteY13" fmla="*/ 50229 h 72332"/>
                  <a:gd name="connsiteX14" fmla="*/ 10898 w 48973"/>
                  <a:gd name="connsiteY14" fmla="*/ 60378 h 72332"/>
                  <a:gd name="connsiteX15" fmla="*/ 19651 w 48973"/>
                  <a:gd name="connsiteY15" fmla="*/ 65479 h 72332"/>
                  <a:gd name="connsiteX16" fmla="*/ 28887 w 48973"/>
                  <a:gd name="connsiteY16" fmla="*/ 60861 h 72332"/>
                  <a:gd name="connsiteX17" fmla="*/ 37909 w 48973"/>
                  <a:gd name="connsiteY17" fmla="*/ 41905 h 72332"/>
                  <a:gd name="connsiteX18" fmla="*/ 40916 w 48973"/>
                  <a:gd name="connsiteY18" fmla="*/ 21499 h 72332"/>
                  <a:gd name="connsiteX19" fmla="*/ 38016 w 48973"/>
                  <a:gd name="connsiteY19" fmla="*/ 10491 h 72332"/>
                  <a:gd name="connsiteX20" fmla="*/ 30284 w 48973"/>
                  <a:gd name="connsiteY20" fmla="*/ 7108 h 72332"/>
                  <a:gd name="connsiteX21" fmla="*/ 23786 w 48973"/>
                  <a:gd name="connsiteY21" fmla="*/ 8880 h 72332"/>
                  <a:gd name="connsiteX22" fmla="*/ 18040 w 48973"/>
                  <a:gd name="connsiteY22" fmla="*/ 15002 h 72332"/>
                  <a:gd name="connsiteX23" fmla="*/ 11220 w 48973"/>
                  <a:gd name="connsiteY23" fmla="*/ 33367 h 72332"/>
                  <a:gd name="connsiteX24" fmla="*/ 8750 w 48973"/>
                  <a:gd name="connsiteY24" fmla="*/ 5022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66" y="47973"/>
                    </a:moveTo>
                    <a:cubicBezTo>
                      <a:pt x="266" y="42012"/>
                      <a:pt x="1178" y="35891"/>
                      <a:pt x="2951" y="29715"/>
                    </a:cubicBezTo>
                    <a:cubicBezTo>
                      <a:pt x="4776" y="23540"/>
                      <a:pt x="6763" y="18600"/>
                      <a:pt x="8965" y="14894"/>
                    </a:cubicBezTo>
                    <a:cubicBezTo>
                      <a:pt x="11113" y="11189"/>
                      <a:pt x="13422" y="8289"/>
                      <a:pt x="15731" y="6195"/>
                    </a:cubicBezTo>
                    <a:cubicBezTo>
                      <a:pt x="18094" y="4101"/>
                      <a:pt x="20403" y="2544"/>
                      <a:pt x="22712" y="1577"/>
                    </a:cubicBezTo>
                    <a:cubicBezTo>
                      <a:pt x="24967" y="557"/>
                      <a:pt x="27491" y="73"/>
                      <a:pt x="30230" y="73"/>
                    </a:cubicBezTo>
                    <a:cubicBezTo>
                      <a:pt x="35653" y="73"/>
                      <a:pt x="40164" y="2114"/>
                      <a:pt x="43816" y="6141"/>
                    </a:cubicBezTo>
                    <a:cubicBezTo>
                      <a:pt x="47414" y="10169"/>
                      <a:pt x="49239" y="15968"/>
                      <a:pt x="49239" y="23594"/>
                    </a:cubicBezTo>
                    <a:cubicBezTo>
                      <a:pt x="49239" y="31380"/>
                      <a:pt x="48004" y="39166"/>
                      <a:pt x="45480" y="46845"/>
                    </a:cubicBezTo>
                    <a:cubicBezTo>
                      <a:pt x="42527" y="55921"/>
                      <a:pt x="38392" y="62740"/>
                      <a:pt x="33130" y="67251"/>
                    </a:cubicBezTo>
                    <a:cubicBezTo>
                      <a:pt x="29048" y="70688"/>
                      <a:pt x="24430" y="72406"/>
                      <a:pt x="19221" y="72406"/>
                    </a:cubicBezTo>
                    <a:cubicBezTo>
                      <a:pt x="13905" y="72406"/>
                      <a:pt x="9448" y="70366"/>
                      <a:pt x="5797" y="66177"/>
                    </a:cubicBezTo>
                    <a:cubicBezTo>
                      <a:pt x="2145" y="61989"/>
                      <a:pt x="266" y="55921"/>
                      <a:pt x="266" y="47973"/>
                    </a:cubicBezTo>
                    <a:moveTo>
                      <a:pt x="8750" y="50229"/>
                    </a:moveTo>
                    <a:cubicBezTo>
                      <a:pt x="8750" y="54578"/>
                      <a:pt x="9448" y="57961"/>
                      <a:pt x="10898" y="60378"/>
                    </a:cubicBezTo>
                    <a:cubicBezTo>
                      <a:pt x="12885" y="63761"/>
                      <a:pt x="15785" y="65479"/>
                      <a:pt x="19651" y="65479"/>
                    </a:cubicBezTo>
                    <a:cubicBezTo>
                      <a:pt x="23034" y="65479"/>
                      <a:pt x="26149" y="63922"/>
                      <a:pt x="28887" y="60861"/>
                    </a:cubicBezTo>
                    <a:cubicBezTo>
                      <a:pt x="32915" y="56565"/>
                      <a:pt x="35922" y="50229"/>
                      <a:pt x="37909" y="41905"/>
                    </a:cubicBezTo>
                    <a:cubicBezTo>
                      <a:pt x="39949" y="33582"/>
                      <a:pt x="40916" y="26762"/>
                      <a:pt x="40916" y="21499"/>
                    </a:cubicBezTo>
                    <a:cubicBezTo>
                      <a:pt x="40916" y="16398"/>
                      <a:pt x="39949" y="12746"/>
                      <a:pt x="38016" y="10491"/>
                    </a:cubicBezTo>
                    <a:cubicBezTo>
                      <a:pt x="36083" y="8236"/>
                      <a:pt x="33505" y="7108"/>
                      <a:pt x="30284" y="7108"/>
                    </a:cubicBezTo>
                    <a:cubicBezTo>
                      <a:pt x="27974" y="7108"/>
                      <a:pt x="25826" y="7699"/>
                      <a:pt x="23786" y="8880"/>
                    </a:cubicBezTo>
                    <a:cubicBezTo>
                      <a:pt x="21799" y="10061"/>
                      <a:pt x="19866" y="12102"/>
                      <a:pt x="18040" y="15002"/>
                    </a:cubicBezTo>
                    <a:cubicBezTo>
                      <a:pt x="15409" y="19137"/>
                      <a:pt x="13153" y="25258"/>
                      <a:pt x="11220" y="33367"/>
                    </a:cubicBezTo>
                    <a:cubicBezTo>
                      <a:pt x="9556" y="40348"/>
                      <a:pt x="8750" y="45933"/>
                      <a:pt x="8750" y="502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0" name="Freihandform: Form 189">
                <a:extLst>
                  <a:ext uri="{FF2B5EF4-FFF2-40B4-BE49-F238E27FC236}">
                    <a16:creationId xmlns:a16="http://schemas.microsoft.com/office/drawing/2014/main" id="{AC088B86-46EC-DB4D-D041-EF9B31362BEA}"/>
                  </a:ext>
                </a:extLst>
              </p:cNvPr>
              <p:cNvSpPr/>
              <p:nvPr/>
            </p:nvSpPr>
            <p:spPr>
              <a:xfrm>
                <a:off x="7455547" y="1533907"/>
                <a:ext cx="49833" cy="71151"/>
              </a:xfrm>
              <a:custGeom>
                <a:avLst/>
                <a:gdLst>
                  <a:gd name="connsiteX0" fmla="*/ 270 w 49833"/>
                  <a:gd name="connsiteY0" fmla="*/ 71225 h 71151"/>
                  <a:gd name="connsiteX1" fmla="*/ 4029 w 49833"/>
                  <a:gd name="connsiteY1" fmla="*/ 60592 h 71151"/>
                  <a:gd name="connsiteX2" fmla="*/ 10365 w 49833"/>
                  <a:gd name="connsiteY2" fmla="*/ 52484 h 71151"/>
                  <a:gd name="connsiteX3" fmla="*/ 25616 w 49833"/>
                  <a:gd name="connsiteY3" fmla="*/ 39596 h 71151"/>
                  <a:gd name="connsiteX4" fmla="*/ 35013 w 49833"/>
                  <a:gd name="connsiteY4" fmla="*/ 31541 h 71151"/>
                  <a:gd name="connsiteX5" fmla="*/ 40276 w 49833"/>
                  <a:gd name="connsiteY5" fmla="*/ 24131 h 71151"/>
                  <a:gd name="connsiteX6" fmla="*/ 41403 w 49833"/>
                  <a:gd name="connsiteY6" fmla="*/ 18814 h 71151"/>
                  <a:gd name="connsiteX7" fmla="*/ 37966 w 49833"/>
                  <a:gd name="connsiteY7" fmla="*/ 10491 h 71151"/>
                  <a:gd name="connsiteX8" fmla="*/ 29482 w 49833"/>
                  <a:gd name="connsiteY8" fmla="*/ 7108 h 71151"/>
                  <a:gd name="connsiteX9" fmla="*/ 20783 w 49833"/>
                  <a:gd name="connsiteY9" fmla="*/ 10545 h 71151"/>
                  <a:gd name="connsiteX10" fmla="*/ 15466 w 49833"/>
                  <a:gd name="connsiteY10" fmla="*/ 21660 h 71151"/>
                  <a:gd name="connsiteX11" fmla="*/ 6875 w 49833"/>
                  <a:gd name="connsiteY11" fmla="*/ 20372 h 71151"/>
                  <a:gd name="connsiteX12" fmla="*/ 14231 w 49833"/>
                  <a:gd name="connsiteY12" fmla="*/ 5497 h 71151"/>
                  <a:gd name="connsiteX13" fmla="*/ 29321 w 49833"/>
                  <a:gd name="connsiteY13" fmla="*/ 73 h 71151"/>
                  <a:gd name="connsiteX14" fmla="*/ 40276 w 49833"/>
                  <a:gd name="connsiteY14" fmla="*/ 2597 h 71151"/>
                  <a:gd name="connsiteX15" fmla="*/ 47632 w 49833"/>
                  <a:gd name="connsiteY15" fmla="*/ 9632 h 71151"/>
                  <a:gd name="connsiteX16" fmla="*/ 50103 w 49833"/>
                  <a:gd name="connsiteY16" fmla="*/ 19029 h 71151"/>
                  <a:gd name="connsiteX17" fmla="*/ 45055 w 49833"/>
                  <a:gd name="connsiteY17" fmla="*/ 32615 h 71151"/>
                  <a:gd name="connsiteX18" fmla="*/ 26904 w 49833"/>
                  <a:gd name="connsiteY18" fmla="*/ 48617 h 71151"/>
                  <a:gd name="connsiteX19" fmla="*/ 17239 w 49833"/>
                  <a:gd name="connsiteY19" fmla="*/ 56995 h 71151"/>
                  <a:gd name="connsiteX20" fmla="*/ 12513 w 49833"/>
                  <a:gd name="connsiteY20" fmla="*/ 63224 h 71151"/>
                  <a:gd name="connsiteX21" fmla="*/ 44196 w 49833"/>
                  <a:gd name="connsiteY21" fmla="*/ 63224 h 71151"/>
                  <a:gd name="connsiteX22" fmla="*/ 42531 w 49833"/>
                  <a:gd name="connsiteY22" fmla="*/ 71225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270" y="71225"/>
                    </a:moveTo>
                    <a:cubicBezTo>
                      <a:pt x="1182" y="66983"/>
                      <a:pt x="2418" y="63492"/>
                      <a:pt x="4029" y="60592"/>
                    </a:cubicBezTo>
                    <a:cubicBezTo>
                      <a:pt x="5586" y="57746"/>
                      <a:pt x="7734" y="55061"/>
                      <a:pt x="10365" y="52484"/>
                    </a:cubicBezTo>
                    <a:cubicBezTo>
                      <a:pt x="12996" y="49960"/>
                      <a:pt x="18098" y="45664"/>
                      <a:pt x="25616" y="39596"/>
                    </a:cubicBezTo>
                    <a:cubicBezTo>
                      <a:pt x="30234" y="35998"/>
                      <a:pt x="33348" y="33313"/>
                      <a:pt x="35013" y="31541"/>
                    </a:cubicBezTo>
                    <a:cubicBezTo>
                      <a:pt x="37429" y="29017"/>
                      <a:pt x="39202" y="26547"/>
                      <a:pt x="40276" y="24131"/>
                    </a:cubicBezTo>
                    <a:cubicBezTo>
                      <a:pt x="41027" y="22520"/>
                      <a:pt x="41403" y="20747"/>
                      <a:pt x="41403" y="18814"/>
                    </a:cubicBezTo>
                    <a:cubicBezTo>
                      <a:pt x="41403" y="15539"/>
                      <a:pt x="40222" y="12746"/>
                      <a:pt x="37966" y="10491"/>
                    </a:cubicBezTo>
                    <a:cubicBezTo>
                      <a:pt x="35657" y="8236"/>
                      <a:pt x="32811" y="7108"/>
                      <a:pt x="29482" y="7108"/>
                    </a:cubicBezTo>
                    <a:cubicBezTo>
                      <a:pt x="26153" y="7108"/>
                      <a:pt x="23253" y="8236"/>
                      <a:pt x="20783" y="10545"/>
                    </a:cubicBezTo>
                    <a:cubicBezTo>
                      <a:pt x="18259" y="12854"/>
                      <a:pt x="16487" y="16559"/>
                      <a:pt x="15466" y="21660"/>
                    </a:cubicBezTo>
                    <a:lnTo>
                      <a:pt x="6875" y="20372"/>
                    </a:lnTo>
                    <a:cubicBezTo>
                      <a:pt x="7734" y="14089"/>
                      <a:pt x="10150" y="9149"/>
                      <a:pt x="14231" y="5497"/>
                    </a:cubicBezTo>
                    <a:cubicBezTo>
                      <a:pt x="18259" y="1899"/>
                      <a:pt x="23307" y="73"/>
                      <a:pt x="29321" y="73"/>
                    </a:cubicBezTo>
                    <a:cubicBezTo>
                      <a:pt x="33348" y="73"/>
                      <a:pt x="37000" y="933"/>
                      <a:pt x="40276" y="2597"/>
                    </a:cubicBezTo>
                    <a:cubicBezTo>
                      <a:pt x="43551" y="4262"/>
                      <a:pt x="45968" y="6625"/>
                      <a:pt x="47632" y="9632"/>
                    </a:cubicBezTo>
                    <a:cubicBezTo>
                      <a:pt x="49297" y="12693"/>
                      <a:pt x="50103" y="15807"/>
                      <a:pt x="50103" y="19029"/>
                    </a:cubicBezTo>
                    <a:cubicBezTo>
                      <a:pt x="50103" y="23755"/>
                      <a:pt x="48438" y="28265"/>
                      <a:pt x="45055" y="32615"/>
                    </a:cubicBezTo>
                    <a:cubicBezTo>
                      <a:pt x="43014" y="35300"/>
                      <a:pt x="36946" y="40670"/>
                      <a:pt x="26904" y="48617"/>
                    </a:cubicBezTo>
                    <a:cubicBezTo>
                      <a:pt x="22555" y="52000"/>
                      <a:pt x="19387" y="54847"/>
                      <a:pt x="17239" y="56995"/>
                    </a:cubicBezTo>
                    <a:cubicBezTo>
                      <a:pt x="15144" y="59196"/>
                      <a:pt x="13533" y="61291"/>
                      <a:pt x="12513" y="63224"/>
                    </a:cubicBezTo>
                    <a:lnTo>
                      <a:pt x="44196" y="63224"/>
                    </a:lnTo>
                    <a:lnTo>
                      <a:pt x="42531" y="7122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1" name="Freihandform: Form 190">
                <a:extLst>
                  <a:ext uri="{FF2B5EF4-FFF2-40B4-BE49-F238E27FC236}">
                    <a16:creationId xmlns:a16="http://schemas.microsoft.com/office/drawing/2014/main" id="{87E6A15F-D93B-0DB1-0DDD-0E10BC23E09D}"/>
                  </a:ext>
                </a:extLst>
              </p:cNvPr>
              <p:cNvSpPr/>
              <p:nvPr/>
            </p:nvSpPr>
            <p:spPr>
              <a:xfrm>
                <a:off x="7519451" y="1533907"/>
                <a:ext cx="32810" cy="71151"/>
              </a:xfrm>
              <a:custGeom>
                <a:avLst/>
                <a:gdLst>
                  <a:gd name="connsiteX0" fmla="*/ 9456 w 32810"/>
                  <a:gd name="connsiteY0" fmla="*/ 71225 h 71151"/>
                  <a:gd name="connsiteX1" fmla="*/ 20626 w 32810"/>
                  <a:gd name="connsiteY1" fmla="*/ 17740 h 71151"/>
                  <a:gd name="connsiteX2" fmla="*/ 274 w 32810"/>
                  <a:gd name="connsiteY2" fmla="*/ 26869 h 71151"/>
                  <a:gd name="connsiteX3" fmla="*/ 1884 w 32810"/>
                  <a:gd name="connsiteY3" fmla="*/ 18922 h 71151"/>
                  <a:gd name="connsiteX4" fmla="*/ 14772 w 32810"/>
                  <a:gd name="connsiteY4" fmla="*/ 12102 h 71151"/>
                  <a:gd name="connsiteX5" fmla="*/ 24331 w 32810"/>
                  <a:gd name="connsiteY5" fmla="*/ 4799 h 71151"/>
                  <a:gd name="connsiteX6" fmla="*/ 27982 w 32810"/>
                  <a:gd name="connsiteY6" fmla="*/ 73 h 71151"/>
                  <a:gd name="connsiteX7" fmla="*/ 33084 w 32810"/>
                  <a:gd name="connsiteY7" fmla="*/ 73 h 71151"/>
                  <a:gd name="connsiteX8" fmla="*/ 18209 w 32810"/>
                  <a:gd name="connsiteY8" fmla="*/ 71225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56" y="71225"/>
                    </a:moveTo>
                    <a:lnTo>
                      <a:pt x="20626" y="17740"/>
                    </a:lnTo>
                    <a:cubicBezTo>
                      <a:pt x="15793" y="21553"/>
                      <a:pt x="9026" y="24560"/>
                      <a:pt x="274" y="26869"/>
                    </a:cubicBezTo>
                    <a:lnTo>
                      <a:pt x="1884" y="18922"/>
                    </a:lnTo>
                    <a:cubicBezTo>
                      <a:pt x="6234" y="17203"/>
                      <a:pt x="10530" y="14948"/>
                      <a:pt x="14772" y="12102"/>
                    </a:cubicBezTo>
                    <a:cubicBezTo>
                      <a:pt x="19015" y="9310"/>
                      <a:pt x="22183" y="6893"/>
                      <a:pt x="24331" y="4799"/>
                    </a:cubicBezTo>
                    <a:cubicBezTo>
                      <a:pt x="25620" y="3510"/>
                      <a:pt x="26855" y="1899"/>
                      <a:pt x="27982" y="73"/>
                    </a:cubicBezTo>
                    <a:lnTo>
                      <a:pt x="33084" y="73"/>
                    </a:lnTo>
                    <a:lnTo>
                      <a:pt x="18209" y="7122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2" name="Freihandform: Form 191">
                <a:extLst>
                  <a:ext uri="{FF2B5EF4-FFF2-40B4-BE49-F238E27FC236}">
                    <a16:creationId xmlns:a16="http://schemas.microsoft.com/office/drawing/2014/main" id="{75633ED3-4EEE-99D0-3ED6-D67CC1FC6872}"/>
                  </a:ext>
                </a:extLst>
              </p:cNvPr>
              <p:cNvSpPr/>
              <p:nvPr/>
            </p:nvSpPr>
            <p:spPr>
              <a:xfrm>
                <a:off x="7571809" y="1535196"/>
                <a:ext cx="46933" cy="69862"/>
              </a:xfrm>
              <a:custGeom>
                <a:avLst/>
                <a:gdLst>
                  <a:gd name="connsiteX0" fmla="*/ 2640 w 46933"/>
                  <a:gd name="connsiteY0" fmla="*/ 69936 h 69862"/>
                  <a:gd name="connsiteX1" fmla="*/ 7581 w 46933"/>
                  <a:gd name="connsiteY1" fmla="*/ 52752 h 69862"/>
                  <a:gd name="connsiteX2" fmla="*/ 19395 w 46933"/>
                  <a:gd name="connsiteY2" fmla="*/ 28641 h 69862"/>
                  <a:gd name="connsiteX3" fmla="*/ 35612 w 46933"/>
                  <a:gd name="connsiteY3" fmla="*/ 8075 h 69862"/>
                  <a:gd name="connsiteX4" fmla="*/ 278 w 46933"/>
                  <a:gd name="connsiteY4" fmla="*/ 8075 h 69862"/>
                  <a:gd name="connsiteX5" fmla="*/ 1996 w 46933"/>
                  <a:gd name="connsiteY5" fmla="*/ 73 h 69862"/>
                  <a:gd name="connsiteX6" fmla="*/ 47211 w 46933"/>
                  <a:gd name="connsiteY6" fmla="*/ 73 h 69862"/>
                  <a:gd name="connsiteX7" fmla="*/ 45546 w 46933"/>
                  <a:gd name="connsiteY7" fmla="*/ 8075 h 69862"/>
                  <a:gd name="connsiteX8" fmla="*/ 25462 w 46933"/>
                  <a:gd name="connsiteY8" fmla="*/ 34119 h 69862"/>
                  <a:gd name="connsiteX9" fmla="*/ 11769 w 46933"/>
                  <a:gd name="connsiteY9" fmla="*/ 69936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40" y="69936"/>
                    </a:moveTo>
                    <a:cubicBezTo>
                      <a:pt x="3446" y="65157"/>
                      <a:pt x="5057" y="59411"/>
                      <a:pt x="7581" y="52752"/>
                    </a:cubicBezTo>
                    <a:cubicBezTo>
                      <a:pt x="10588" y="44644"/>
                      <a:pt x="14508" y="36589"/>
                      <a:pt x="19395" y="28641"/>
                    </a:cubicBezTo>
                    <a:cubicBezTo>
                      <a:pt x="24227" y="20640"/>
                      <a:pt x="29651" y="13820"/>
                      <a:pt x="35612" y="8075"/>
                    </a:cubicBezTo>
                    <a:lnTo>
                      <a:pt x="278" y="8075"/>
                    </a:lnTo>
                    <a:lnTo>
                      <a:pt x="1996" y="73"/>
                    </a:lnTo>
                    <a:lnTo>
                      <a:pt x="47211" y="73"/>
                    </a:lnTo>
                    <a:lnTo>
                      <a:pt x="45546" y="8075"/>
                    </a:lnTo>
                    <a:cubicBezTo>
                      <a:pt x="37921" y="14787"/>
                      <a:pt x="31208" y="23486"/>
                      <a:pt x="25462" y="34119"/>
                    </a:cubicBezTo>
                    <a:cubicBezTo>
                      <a:pt x="18804" y="46416"/>
                      <a:pt x="14239" y="58337"/>
                      <a:pt x="11769" y="6993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3" name="Freihandform: Form 192">
                <a:extLst>
                  <a:ext uri="{FF2B5EF4-FFF2-40B4-BE49-F238E27FC236}">
                    <a16:creationId xmlns:a16="http://schemas.microsoft.com/office/drawing/2014/main" id="{A3FA8B84-5CCC-5D62-75DC-DC6F6D54861C}"/>
                  </a:ext>
                </a:extLst>
              </p:cNvPr>
              <p:cNvSpPr/>
              <p:nvPr/>
            </p:nvSpPr>
            <p:spPr>
              <a:xfrm>
                <a:off x="7622287" y="1533907"/>
                <a:ext cx="48436" cy="72386"/>
              </a:xfrm>
              <a:custGeom>
                <a:avLst/>
                <a:gdLst>
                  <a:gd name="connsiteX0" fmla="*/ 15210 w 48436"/>
                  <a:gd name="connsiteY0" fmla="*/ 32293 h 72386"/>
                  <a:gd name="connsiteX1" fmla="*/ 9249 w 48436"/>
                  <a:gd name="connsiteY1" fmla="*/ 26708 h 72386"/>
                  <a:gd name="connsiteX2" fmla="*/ 7263 w 48436"/>
                  <a:gd name="connsiteY2" fmla="*/ 19351 h 72386"/>
                  <a:gd name="connsiteX3" fmla="*/ 11934 w 48436"/>
                  <a:gd name="connsiteY3" fmla="*/ 7484 h 72386"/>
                  <a:gd name="connsiteX4" fmla="*/ 28689 w 48436"/>
                  <a:gd name="connsiteY4" fmla="*/ 73 h 72386"/>
                  <a:gd name="connsiteX5" fmla="*/ 43348 w 48436"/>
                  <a:gd name="connsiteY5" fmla="*/ 5067 h 72386"/>
                  <a:gd name="connsiteX6" fmla="*/ 48718 w 48436"/>
                  <a:gd name="connsiteY6" fmla="*/ 17364 h 72386"/>
                  <a:gd name="connsiteX7" fmla="*/ 45819 w 48436"/>
                  <a:gd name="connsiteY7" fmla="*/ 26654 h 72386"/>
                  <a:gd name="connsiteX8" fmla="*/ 36743 w 48436"/>
                  <a:gd name="connsiteY8" fmla="*/ 33313 h 72386"/>
                  <a:gd name="connsiteX9" fmla="*/ 42865 w 48436"/>
                  <a:gd name="connsiteY9" fmla="*/ 38952 h 72386"/>
                  <a:gd name="connsiteX10" fmla="*/ 45228 w 48436"/>
                  <a:gd name="connsiteY10" fmla="*/ 48081 h 72386"/>
                  <a:gd name="connsiteX11" fmla="*/ 38462 w 48436"/>
                  <a:gd name="connsiteY11" fmla="*/ 65049 h 72386"/>
                  <a:gd name="connsiteX12" fmla="*/ 20526 w 48436"/>
                  <a:gd name="connsiteY12" fmla="*/ 72460 h 72386"/>
                  <a:gd name="connsiteX13" fmla="*/ 5920 w 48436"/>
                  <a:gd name="connsiteY13" fmla="*/ 66983 h 72386"/>
                  <a:gd name="connsiteX14" fmla="*/ 282 w 48436"/>
                  <a:gd name="connsiteY14" fmla="*/ 53182 h 72386"/>
                  <a:gd name="connsiteX15" fmla="*/ 4255 w 48436"/>
                  <a:gd name="connsiteY15" fmla="*/ 39811 h 72386"/>
                  <a:gd name="connsiteX16" fmla="*/ 15210 w 48436"/>
                  <a:gd name="connsiteY16" fmla="*/ 32293 h 72386"/>
                  <a:gd name="connsiteX17" fmla="*/ 15854 w 48436"/>
                  <a:gd name="connsiteY17" fmla="*/ 19781 h 72386"/>
                  <a:gd name="connsiteX18" fmla="*/ 18808 w 48436"/>
                  <a:gd name="connsiteY18" fmla="*/ 27084 h 72386"/>
                  <a:gd name="connsiteX19" fmla="*/ 26863 w 48436"/>
                  <a:gd name="connsiteY19" fmla="*/ 29876 h 72386"/>
                  <a:gd name="connsiteX20" fmla="*/ 36582 w 48436"/>
                  <a:gd name="connsiteY20" fmla="*/ 26225 h 72386"/>
                  <a:gd name="connsiteX21" fmla="*/ 40341 w 48436"/>
                  <a:gd name="connsiteY21" fmla="*/ 17257 h 72386"/>
                  <a:gd name="connsiteX22" fmla="*/ 37388 w 48436"/>
                  <a:gd name="connsiteY22" fmla="*/ 9900 h 72386"/>
                  <a:gd name="connsiteX23" fmla="*/ 29333 w 48436"/>
                  <a:gd name="connsiteY23" fmla="*/ 7108 h 72386"/>
                  <a:gd name="connsiteX24" fmla="*/ 22245 w 48436"/>
                  <a:gd name="connsiteY24" fmla="*/ 8880 h 72386"/>
                  <a:gd name="connsiteX25" fmla="*/ 17465 w 48436"/>
                  <a:gd name="connsiteY25" fmla="*/ 13713 h 72386"/>
                  <a:gd name="connsiteX26" fmla="*/ 15854 w 48436"/>
                  <a:gd name="connsiteY26" fmla="*/ 19781 h 72386"/>
                  <a:gd name="connsiteX27" fmla="*/ 9035 w 48436"/>
                  <a:gd name="connsiteY27" fmla="*/ 53934 h 72386"/>
                  <a:gd name="connsiteX28" fmla="*/ 10484 w 48436"/>
                  <a:gd name="connsiteY28" fmla="*/ 59572 h 72386"/>
                  <a:gd name="connsiteX29" fmla="*/ 14834 w 48436"/>
                  <a:gd name="connsiteY29" fmla="*/ 63868 h 72386"/>
                  <a:gd name="connsiteX30" fmla="*/ 21439 w 48436"/>
                  <a:gd name="connsiteY30" fmla="*/ 65479 h 72386"/>
                  <a:gd name="connsiteX31" fmla="*/ 32931 w 48436"/>
                  <a:gd name="connsiteY31" fmla="*/ 58820 h 72386"/>
                  <a:gd name="connsiteX32" fmla="*/ 36421 w 48436"/>
                  <a:gd name="connsiteY32" fmla="*/ 47543 h 72386"/>
                  <a:gd name="connsiteX33" fmla="*/ 33199 w 48436"/>
                  <a:gd name="connsiteY33" fmla="*/ 39489 h 72386"/>
                  <a:gd name="connsiteX34" fmla="*/ 24768 w 48436"/>
                  <a:gd name="connsiteY34" fmla="*/ 36320 h 72386"/>
                  <a:gd name="connsiteX35" fmla="*/ 13653 w 48436"/>
                  <a:gd name="connsiteY35" fmla="*/ 41207 h 72386"/>
                  <a:gd name="connsiteX36" fmla="*/ 9035 w 48436"/>
                  <a:gd name="connsiteY36" fmla="*/ 53934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10" y="32293"/>
                    </a:moveTo>
                    <a:cubicBezTo>
                      <a:pt x="12579" y="30843"/>
                      <a:pt x="10592" y="28964"/>
                      <a:pt x="9249" y="26708"/>
                    </a:cubicBezTo>
                    <a:cubicBezTo>
                      <a:pt x="7907" y="24399"/>
                      <a:pt x="7263" y="21983"/>
                      <a:pt x="7263" y="19351"/>
                    </a:cubicBezTo>
                    <a:cubicBezTo>
                      <a:pt x="7263" y="15109"/>
                      <a:pt x="8820" y="11135"/>
                      <a:pt x="11934" y="7484"/>
                    </a:cubicBezTo>
                    <a:cubicBezTo>
                      <a:pt x="16015" y="2544"/>
                      <a:pt x="21654" y="73"/>
                      <a:pt x="28689" y="73"/>
                    </a:cubicBezTo>
                    <a:cubicBezTo>
                      <a:pt x="34918" y="73"/>
                      <a:pt x="39804" y="1738"/>
                      <a:pt x="43348" y="5067"/>
                    </a:cubicBezTo>
                    <a:cubicBezTo>
                      <a:pt x="46946" y="8397"/>
                      <a:pt x="48718" y="12478"/>
                      <a:pt x="48718" y="17364"/>
                    </a:cubicBezTo>
                    <a:cubicBezTo>
                      <a:pt x="48718" y="20801"/>
                      <a:pt x="47752" y="23916"/>
                      <a:pt x="45819" y="26654"/>
                    </a:cubicBezTo>
                    <a:cubicBezTo>
                      <a:pt x="43885" y="29447"/>
                      <a:pt x="40878" y="31648"/>
                      <a:pt x="36743" y="33313"/>
                    </a:cubicBezTo>
                    <a:cubicBezTo>
                      <a:pt x="39590" y="35085"/>
                      <a:pt x="41630" y="36965"/>
                      <a:pt x="42865" y="38952"/>
                    </a:cubicBezTo>
                    <a:cubicBezTo>
                      <a:pt x="44422" y="41529"/>
                      <a:pt x="45228" y="44590"/>
                      <a:pt x="45228" y="48081"/>
                    </a:cubicBezTo>
                    <a:cubicBezTo>
                      <a:pt x="45228" y="54417"/>
                      <a:pt x="42973" y="60055"/>
                      <a:pt x="38462" y="65049"/>
                    </a:cubicBezTo>
                    <a:cubicBezTo>
                      <a:pt x="33951" y="69990"/>
                      <a:pt x="27990" y="72460"/>
                      <a:pt x="20526" y="72460"/>
                    </a:cubicBezTo>
                    <a:cubicBezTo>
                      <a:pt x="14566" y="72460"/>
                      <a:pt x="9679" y="70634"/>
                      <a:pt x="5920" y="66983"/>
                    </a:cubicBezTo>
                    <a:cubicBezTo>
                      <a:pt x="2161" y="63277"/>
                      <a:pt x="282" y="58713"/>
                      <a:pt x="282" y="53182"/>
                    </a:cubicBezTo>
                    <a:cubicBezTo>
                      <a:pt x="282" y="48027"/>
                      <a:pt x="1624" y="43570"/>
                      <a:pt x="4255" y="39811"/>
                    </a:cubicBezTo>
                    <a:cubicBezTo>
                      <a:pt x="6940" y="36106"/>
                      <a:pt x="10592" y="33582"/>
                      <a:pt x="15210" y="32293"/>
                    </a:cubicBezTo>
                    <a:moveTo>
                      <a:pt x="15854" y="19781"/>
                    </a:moveTo>
                    <a:cubicBezTo>
                      <a:pt x="15854" y="22788"/>
                      <a:pt x="16875" y="25205"/>
                      <a:pt x="18808" y="27084"/>
                    </a:cubicBezTo>
                    <a:cubicBezTo>
                      <a:pt x="20741" y="28910"/>
                      <a:pt x="23426" y="29876"/>
                      <a:pt x="26863" y="29876"/>
                    </a:cubicBezTo>
                    <a:cubicBezTo>
                      <a:pt x="30837" y="29876"/>
                      <a:pt x="34112" y="28641"/>
                      <a:pt x="36582" y="26225"/>
                    </a:cubicBezTo>
                    <a:cubicBezTo>
                      <a:pt x="39106" y="23755"/>
                      <a:pt x="40341" y="20801"/>
                      <a:pt x="40341" y="17257"/>
                    </a:cubicBezTo>
                    <a:cubicBezTo>
                      <a:pt x="40341" y="14250"/>
                      <a:pt x="39375" y="11780"/>
                      <a:pt x="37388" y="9900"/>
                    </a:cubicBezTo>
                    <a:cubicBezTo>
                      <a:pt x="35455" y="8021"/>
                      <a:pt x="32770" y="7108"/>
                      <a:pt x="29333" y="7108"/>
                    </a:cubicBezTo>
                    <a:cubicBezTo>
                      <a:pt x="26755" y="7108"/>
                      <a:pt x="24393" y="7699"/>
                      <a:pt x="22245" y="8880"/>
                    </a:cubicBezTo>
                    <a:cubicBezTo>
                      <a:pt x="20097" y="10061"/>
                      <a:pt x="18486" y="11672"/>
                      <a:pt x="17465" y="13713"/>
                    </a:cubicBezTo>
                    <a:cubicBezTo>
                      <a:pt x="16391" y="15807"/>
                      <a:pt x="15854" y="17794"/>
                      <a:pt x="15854" y="19781"/>
                    </a:cubicBezTo>
                    <a:moveTo>
                      <a:pt x="9035" y="53934"/>
                    </a:moveTo>
                    <a:cubicBezTo>
                      <a:pt x="9035" y="55867"/>
                      <a:pt x="9518" y="57800"/>
                      <a:pt x="10484" y="59572"/>
                    </a:cubicBezTo>
                    <a:cubicBezTo>
                      <a:pt x="11451" y="61398"/>
                      <a:pt x="12901" y="62794"/>
                      <a:pt x="14834" y="63868"/>
                    </a:cubicBezTo>
                    <a:cubicBezTo>
                      <a:pt x="16767" y="64942"/>
                      <a:pt x="18969" y="65479"/>
                      <a:pt x="21439" y="65479"/>
                    </a:cubicBezTo>
                    <a:cubicBezTo>
                      <a:pt x="26165" y="65479"/>
                      <a:pt x="29977" y="63277"/>
                      <a:pt x="32931" y="58820"/>
                    </a:cubicBezTo>
                    <a:cubicBezTo>
                      <a:pt x="35240" y="55330"/>
                      <a:pt x="36421" y="51571"/>
                      <a:pt x="36421" y="47543"/>
                    </a:cubicBezTo>
                    <a:cubicBezTo>
                      <a:pt x="36421" y="44268"/>
                      <a:pt x="35347" y="41583"/>
                      <a:pt x="33199" y="39489"/>
                    </a:cubicBezTo>
                    <a:cubicBezTo>
                      <a:pt x="31051" y="37394"/>
                      <a:pt x="28259" y="36320"/>
                      <a:pt x="24768" y="36320"/>
                    </a:cubicBezTo>
                    <a:cubicBezTo>
                      <a:pt x="20365" y="36320"/>
                      <a:pt x="16660" y="37985"/>
                      <a:pt x="13653" y="41207"/>
                    </a:cubicBezTo>
                    <a:cubicBezTo>
                      <a:pt x="10592" y="44483"/>
                      <a:pt x="9035" y="48725"/>
                      <a:pt x="9035" y="5393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4" name="Freihandform: Form 193">
                <a:extLst>
                  <a:ext uri="{FF2B5EF4-FFF2-40B4-BE49-F238E27FC236}">
                    <a16:creationId xmlns:a16="http://schemas.microsoft.com/office/drawing/2014/main" id="{A36B431C-589D-2062-A689-4DE8C8902001}"/>
                  </a:ext>
                </a:extLst>
              </p:cNvPr>
              <p:cNvSpPr/>
              <p:nvPr/>
            </p:nvSpPr>
            <p:spPr>
              <a:xfrm>
                <a:off x="7676914" y="1533907"/>
                <a:ext cx="48973" cy="72332"/>
              </a:xfrm>
              <a:custGeom>
                <a:avLst/>
                <a:gdLst>
                  <a:gd name="connsiteX0" fmla="*/ 286 w 48973"/>
                  <a:gd name="connsiteY0" fmla="*/ 47973 h 72332"/>
                  <a:gd name="connsiteX1" fmla="*/ 2971 w 48973"/>
                  <a:gd name="connsiteY1" fmla="*/ 29715 h 72332"/>
                  <a:gd name="connsiteX2" fmla="*/ 8985 w 48973"/>
                  <a:gd name="connsiteY2" fmla="*/ 14894 h 72332"/>
                  <a:gd name="connsiteX3" fmla="*/ 15751 w 48973"/>
                  <a:gd name="connsiteY3" fmla="*/ 6195 h 72332"/>
                  <a:gd name="connsiteX4" fmla="*/ 22732 w 48973"/>
                  <a:gd name="connsiteY4" fmla="*/ 1577 h 72332"/>
                  <a:gd name="connsiteX5" fmla="*/ 30250 w 48973"/>
                  <a:gd name="connsiteY5" fmla="*/ 73 h 72332"/>
                  <a:gd name="connsiteX6" fmla="*/ 43836 w 48973"/>
                  <a:gd name="connsiteY6" fmla="*/ 6141 h 72332"/>
                  <a:gd name="connsiteX7" fmla="*/ 49259 w 48973"/>
                  <a:gd name="connsiteY7" fmla="*/ 23594 h 72332"/>
                  <a:gd name="connsiteX8" fmla="*/ 45500 w 48973"/>
                  <a:gd name="connsiteY8" fmla="*/ 46845 h 72332"/>
                  <a:gd name="connsiteX9" fmla="*/ 33150 w 48973"/>
                  <a:gd name="connsiteY9" fmla="*/ 67251 h 72332"/>
                  <a:gd name="connsiteX10" fmla="*/ 19241 w 48973"/>
                  <a:gd name="connsiteY10" fmla="*/ 72406 h 72332"/>
                  <a:gd name="connsiteX11" fmla="*/ 5817 w 48973"/>
                  <a:gd name="connsiteY11" fmla="*/ 66177 h 72332"/>
                  <a:gd name="connsiteX12" fmla="*/ 286 w 48973"/>
                  <a:gd name="connsiteY12" fmla="*/ 47973 h 72332"/>
                  <a:gd name="connsiteX13" fmla="*/ 8770 w 48973"/>
                  <a:gd name="connsiteY13" fmla="*/ 50229 h 72332"/>
                  <a:gd name="connsiteX14" fmla="*/ 10918 w 48973"/>
                  <a:gd name="connsiteY14" fmla="*/ 60378 h 72332"/>
                  <a:gd name="connsiteX15" fmla="*/ 19671 w 48973"/>
                  <a:gd name="connsiteY15" fmla="*/ 65479 h 72332"/>
                  <a:gd name="connsiteX16" fmla="*/ 28907 w 48973"/>
                  <a:gd name="connsiteY16" fmla="*/ 60861 h 72332"/>
                  <a:gd name="connsiteX17" fmla="*/ 37929 w 48973"/>
                  <a:gd name="connsiteY17" fmla="*/ 41905 h 72332"/>
                  <a:gd name="connsiteX18" fmla="*/ 40936 w 48973"/>
                  <a:gd name="connsiteY18" fmla="*/ 21499 h 72332"/>
                  <a:gd name="connsiteX19" fmla="*/ 38036 w 48973"/>
                  <a:gd name="connsiteY19" fmla="*/ 10491 h 72332"/>
                  <a:gd name="connsiteX20" fmla="*/ 30304 w 48973"/>
                  <a:gd name="connsiteY20" fmla="*/ 7108 h 72332"/>
                  <a:gd name="connsiteX21" fmla="*/ 23806 w 48973"/>
                  <a:gd name="connsiteY21" fmla="*/ 8880 h 72332"/>
                  <a:gd name="connsiteX22" fmla="*/ 18060 w 48973"/>
                  <a:gd name="connsiteY22" fmla="*/ 15002 h 72332"/>
                  <a:gd name="connsiteX23" fmla="*/ 11240 w 48973"/>
                  <a:gd name="connsiteY23" fmla="*/ 33367 h 72332"/>
                  <a:gd name="connsiteX24" fmla="*/ 8770 w 48973"/>
                  <a:gd name="connsiteY24" fmla="*/ 5022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86" y="47973"/>
                    </a:moveTo>
                    <a:cubicBezTo>
                      <a:pt x="286" y="42012"/>
                      <a:pt x="1198" y="35891"/>
                      <a:pt x="2971" y="29715"/>
                    </a:cubicBezTo>
                    <a:cubicBezTo>
                      <a:pt x="4796" y="23540"/>
                      <a:pt x="6783" y="18600"/>
                      <a:pt x="8985" y="14894"/>
                    </a:cubicBezTo>
                    <a:cubicBezTo>
                      <a:pt x="11133" y="11189"/>
                      <a:pt x="13442" y="8289"/>
                      <a:pt x="15751" y="6195"/>
                    </a:cubicBezTo>
                    <a:cubicBezTo>
                      <a:pt x="18114" y="4101"/>
                      <a:pt x="20423" y="2544"/>
                      <a:pt x="22732" y="1577"/>
                    </a:cubicBezTo>
                    <a:cubicBezTo>
                      <a:pt x="24987" y="557"/>
                      <a:pt x="27511" y="73"/>
                      <a:pt x="30250" y="73"/>
                    </a:cubicBezTo>
                    <a:cubicBezTo>
                      <a:pt x="35673" y="73"/>
                      <a:pt x="40184" y="2114"/>
                      <a:pt x="43836" y="6141"/>
                    </a:cubicBezTo>
                    <a:cubicBezTo>
                      <a:pt x="47434" y="10169"/>
                      <a:pt x="49259" y="15968"/>
                      <a:pt x="49259" y="23594"/>
                    </a:cubicBezTo>
                    <a:cubicBezTo>
                      <a:pt x="49259" y="31380"/>
                      <a:pt x="48024" y="39166"/>
                      <a:pt x="45500" y="46845"/>
                    </a:cubicBezTo>
                    <a:cubicBezTo>
                      <a:pt x="42547" y="55921"/>
                      <a:pt x="38412" y="62740"/>
                      <a:pt x="33150" y="67251"/>
                    </a:cubicBezTo>
                    <a:cubicBezTo>
                      <a:pt x="29068" y="70688"/>
                      <a:pt x="24450" y="72406"/>
                      <a:pt x="19241" y="72406"/>
                    </a:cubicBezTo>
                    <a:cubicBezTo>
                      <a:pt x="13925" y="72406"/>
                      <a:pt x="9468" y="70366"/>
                      <a:pt x="5817" y="66177"/>
                    </a:cubicBezTo>
                    <a:cubicBezTo>
                      <a:pt x="2165" y="61989"/>
                      <a:pt x="286" y="55921"/>
                      <a:pt x="286" y="47973"/>
                    </a:cubicBezTo>
                    <a:moveTo>
                      <a:pt x="8770" y="50229"/>
                    </a:moveTo>
                    <a:cubicBezTo>
                      <a:pt x="8770" y="54578"/>
                      <a:pt x="9468" y="57961"/>
                      <a:pt x="10918" y="60378"/>
                    </a:cubicBezTo>
                    <a:cubicBezTo>
                      <a:pt x="12905" y="63761"/>
                      <a:pt x="15805" y="65479"/>
                      <a:pt x="19671" y="65479"/>
                    </a:cubicBezTo>
                    <a:cubicBezTo>
                      <a:pt x="23054" y="65479"/>
                      <a:pt x="26169" y="63922"/>
                      <a:pt x="28907" y="60861"/>
                    </a:cubicBezTo>
                    <a:cubicBezTo>
                      <a:pt x="32935" y="56565"/>
                      <a:pt x="35942" y="50229"/>
                      <a:pt x="37929" y="41905"/>
                    </a:cubicBezTo>
                    <a:cubicBezTo>
                      <a:pt x="39969" y="33582"/>
                      <a:pt x="40936" y="26762"/>
                      <a:pt x="40936" y="21499"/>
                    </a:cubicBezTo>
                    <a:cubicBezTo>
                      <a:pt x="40936" y="16398"/>
                      <a:pt x="39969" y="12746"/>
                      <a:pt x="38036" y="10491"/>
                    </a:cubicBezTo>
                    <a:cubicBezTo>
                      <a:pt x="36103" y="8236"/>
                      <a:pt x="33525" y="7108"/>
                      <a:pt x="30304" y="7108"/>
                    </a:cubicBezTo>
                    <a:cubicBezTo>
                      <a:pt x="27994" y="7108"/>
                      <a:pt x="25846" y="7699"/>
                      <a:pt x="23806" y="8880"/>
                    </a:cubicBezTo>
                    <a:cubicBezTo>
                      <a:pt x="21819" y="10061"/>
                      <a:pt x="19886" y="12102"/>
                      <a:pt x="18060" y="15002"/>
                    </a:cubicBezTo>
                    <a:cubicBezTo>
                      <a:pt x="15429" y="19137"/>
                      <a:pt x="13173" y="25258"/>
                      <a:pt x="11240" y="33367"/>
                    </a:cubicBezTo>
                    <a:cubicBezTo>
                      <a:pt x="9576" y="40348"/>
                      <a:pt x="8770" y="45933"/>
                      <a:pt x="8770" y="502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5" name="Freihandform: Form 194">
                <a:extLst>
                  <a:ext uri="{FF2B5EF4-FFF2-40B4-BE49-F238E27FC236}">
                    <a16:creationId xmlns:a16="http://schemas.microsoft.com/office/drawing/2014/main" id="{041B2B92-D02E-3392-B83C-3E173F2C2D6F}"/>
                  </a:ext>
                </a:extLst>
              </p:cNvPr>
              <p:cNvSpPr/>
              <p:nvPr/>
            </p:nvSpPr>
            <p:spPr>
              <a:xfrm>
                <a:off x="7729487" y="1534230"/>
                <a:ext cx="49188" cy="70829"/>
              </a:xfrm>
              <a:custGeom>
                <a:avLst/>
                <a:gdLst>
                  <a:gd name="connsiteX0" fmla="*/ 25367 w 49188"/>
                  <a:gd name="connsiteY0" fmla="*/ 70903 h 70829"/>
                  <a:gd name="connsiteX1" fmla="*/ 29180 w 49188"/>
                  <a:gd name="connsiteY1" fmla="*/ 52806 h 70829"/>
                  <a:gd name="connsiteX2" fmla="*/ 290 w 49188"/>
                  <a:gd name="connsiteY2" fmla="*/ 52806 h 70829"/>
                  <a:gd name="connsiteX3" fmla="*/ 2115 w 49188"/>
                  <a:gd name="connsiteY3" fmla="*/ 44160 h 70829"/>
                  <a:gd name="connsiteX4" fmla="*/ 41799 w 49188"/>
                  <a:gd name="connsiteY4" fmla="*/ 73 h 70829"/>
                  <a:gd name="connsiteX5" fmla="*/ 48941 w 49188"/>
                  <a:gd name="connsiteY5" fmla="*/ 73 h 70829"/>
                  <a:gd name="connsiteX6" fmla="*/ 39490 w 49188"/>
                  <a:gd name="connsiteY6" fmla="*/ 45073 h 70829"/>
                  <a:gd name="connsiteX7" fmla="*/ 49478 w 49188"/>
                  <a:gd name="connsiteY7" fmla="*/ 45073 h 70829"/>
                  <a:gd name="connsiteX8" fmla="*/ 47867 w 49188"/>
                  <a:gd name="connsiteY8" fmla="*/ 52806 h 70829"/>
                  <a:gd name="connsiteX9" fmla="*/ 37933 w 49188"/>
                  <a:gd name="connsiteY9" fmla="*/ 52806 h 70829"/>
                  <a:gd name="connsiteX10" fmla="*/ 34120 w 49188"/>
                  <a:gd name="connsiteY10" fmla="*/ 70903 h 70829"/>
                  <a:gd name="connsiteX11" fmla="*/ 25367 w 49188"/>
                  <a:gd name="connsiteY11" fmla="*/ 70903 h 70829"/>
                  <a:gd name="connsiteX12" fmla="*/ 30791 w 49188"/>
                  <a:gd name="connsiteY12" fmla="*/ 45073 h 70829"/>
                  <a:gd name="connsiteX13" fmla="*/ 36966 w 49188"/>
                  <a:gd name="connsiteY13" fmla="*/ 15539 h 70829"/>
                  <a:gd name="connsiteX14" fmla="*/ 10546 w 49188"/>
                  <a:gd name="connsiteY14" fmla="*/ 4507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67" y="70903"/>
                    </a:moveTo>
                    <a:lnTo>
                      <a:pt x="29180" y="52806"/>
                    </a:lnTo>
                    <a:lnTo>
                      <a:pt x="290" y="52806"/>
                    </a:lnTo>
                    <a:lnTo>
                      <a:pt x="2115" y="44160"/>
                    </a:lnTo>
                    <a:lnTo>
                      <a:pt x="41799" y="73"/>
                    </a:lnTo>
                    <a:lnTo>
                      <a:pt x="48941" y="73"/>
                    </a:lnTo>
                    <a:lnTo>
                      <a:pt x="39490" y="45073"/>
                    </a:lnTo>
                    <a:lnTo>
                      <a:pt x="49478" y="45073"/>
                    </a:lnTo>
                    <a:lnTo>
                      <a:pt x="47867" y="52806"/>
                    </a:lnTo>
                    <a:lnTo>
                      <a:pt x="37933" y="52806"/>
                    </a:lnTo>
                    <a:lnTo>
                      <a:pt x="34120" y="70903"/>
                    </a:lnTo>
                    <a:lnTo>
                      <a:pt x="25367" y="70903"/>
                    </a:lnTo>
                    <a:moveTo>
                      <a:pt x="30791" y="45073"/>
                    </a:moveTo>
                    <a:lnTo>
                      <a:pt x="36966" y="15539"/>
                    </a:lnTo>
                    <a:lnTo>
                      <a:pt x="10546" y="4507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6" name="Freihandform: Form 195">
                <a:extLst>
                  <a:ext uri="{FF2B5EF4-FFF2-40B4-BE49-F238E27FC236}">
                    <a16:creationId xmlns:a16="http://schemas.microsoft.com/office/drawing/2014/main" id="{210489BC-5C7C-B6A1-5F25-118602EA1A88}"/>
                  </a:ext>
                </a:extLst>
              </p:cNvPr>
              <p:cNvSpPr/>
              <p:nvPr/>
            </p:nvSpPr>
            <p:spPr>
              <a:xfrm>
                <a:off x="7785819" y="1533907"/>
                <a:ext cx="49833" cy="71151"/>
              </a:xfrm>
              <a:custGeom>
                <a:avLst/>
                <a:gdLst>
                  <a:gd name="connsiteX0" fmla="*/ 294 w 49833"/>
                  <a:gd name="connsiteY0" fmla="*/ 71225 h 71151"/>
                  <a:gd name="connsiteX1" fmla="*/ 4053 w 49833"/>
                  <a:gd name="connsiteY1" fmla="*/ 60592 h 71151"/>
                  <a:gd name="connsiteX2" fmla="*/ 10389 w 49833"/>
                  <a:gd name="connsiteY2" fmla="*/ 52484 h 71151"/>
                  <a:gd name="connsiteX3" fmla="*/ 25640 w 49833"/>
                  <a:gd name="connsiteY3" fmla="*/ 39596 h 71151"/>
                  <a:gd name="connsiteX4" fmla="*/ 35037 w 49833"/>
                  <a:gd name="connsiteY4" fmla="*/ 31541 h 71151"/>
                  <a:gd name="connsiteX5" fmla="*/ 40300 w 49833"/>
                  <a:gd name="connsiteY5" fmla="*/ 24131 h 71151"/>
                  <a:gd name="connsiteX6" fmla="*/ 41427 w 49833"/>
                  <a:gd name="connsiteY6" fmla="*/ 18814 h 71151"/>
                  <a:gd name="connsiteX7" fmla="*/ 37990 w 49833"/>
                  <a:gd name="connsiteY7" fmla="*/ 10491 h 71151"/>
                  <a:gd name="connsiteX8" fmla="*/ 29506 w 49833"/>
                  <a:gd name="connsiteY8" fmla="*/ 7108 h 71151"/>
                  <a:gd name="connsiteX9" fmla="*/ 20807 w 49833"/>
                  <a:gd name="connsiteY9" fmla="*/ 10545 h 71151"/>
                  <a:gd name="connsiteX10" fmla="*/ 15490 w 49833"/>
                  <a:gd name="connsiteY10" fmla="*/ 21660 h 71151"/>
                  <a:gd name="connsiteX11" fmla="*/ 6899 w 49833"/>
                  <a:gd name="connsiteY11" fmla="*/ 20372 h 71151"/>
                  <a:gd name="connsiteX12" fmla="*/ 14255 w 49833"/>
                  <a:gd name="connsiteY12" fmla="*/ 5497 h 71151"/>
                  <a:gd name="connsiteX13" fmla="*/ 29345 w 49833"/>
                  <a:gd name="connsiteY13" fmla="*/ 73 h 71151"/>
                  <a:gd name="connsiteX14" fmla="*/ 40300 w 49833"/>
                  <a:gd name="connsiteY14" fmla="*/ 2597 h 71151"/>
                  <a:gd name="connsiteX15" fmla="*/ 47656 w 49833"/>
                  <a:gd name="connsiteY15" fmla="*/ 9632 h 71151"/>
                  <a:gd name="connsiteX16" fmla="*/ 50127 w 49833"/>
                  <a:gd name="connsiteY16" fmla="*/ 19029 h 71151"/>
                  <a:gd name="connsiteX17" fmla="*/ 45079 w 49833"/>
                  <a:gd name="connsiteY17" fmla="*/ 32615 h 71151"/>
                  <a:gd name="connsiteX18" fmla="*/ 26929 w 49833"/>
                  <a:gd name="connsiteY18" fmla="*/ 48617 h 71151"/>
                  <a:gd name="connsiteX19" fmla="*/ 17263 w 49833"/>
                  <a:gd name="connsiteY19" fmla="*/ 56995 h 71151"/>
                  <a:gd name="connsiteX20" fmla="*/ 12537 w 49833"/>
                  <a:gd name="connsiteY20" fmla="*/ 63224 h 71151"/>
                  <a:gd name="connsiteX21" fmla="*/ 44220 w 49833"/>
                  <a:gd name="connsiteY21" fmla="*/ 63224 h 71151"/>
                  <a:gd name="connsiteX22" fmla="*/ 42555 w 49833"/>
                  <a:gd name="connsiteY22" fmla="*/ 71225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294" y="71225"/>
                    </a:moveTo>
                    <a:cubicBezTo>
                      <a:pt x="1206" y="66983"/>
                      <a:pt x="2442" y="63492"/>
                      <a:pt x="4053" y="60592"/>
                    </a:cubicBezTo>
                    <a:cubicBezTo>
                      <a:pt x="5610" y="57746"/>
                      <a:pt x="7758" y="55061"/>
                      <a:pt x="10389" y="52484"/>
                    </a:cubicBezTo>
                    <a:cubicBezTo>
                      <a:pt x="13020" y="49960"/>
                      <a:pt x="18122" y="45664"/>
                      <a:pt x="25640" y="39596"/>
                    </a:cubicBezTo>
                    <a:cubicBezTo>
                      <a:pt x="30258" y="35998"/>
                      <a:pt x="33372" y="33313"/>
                      <a:pt x="35037" y="31541"/>
                    </a:cubicBezTo>
                    <a:cubicBezTo>
                      <a:pt x="37454" y="29017"/>
                      <a:pt x="39226" y="26547"/>
                      <a:pt x="40300" y="24131"/>
                    </a:cubicBezTo>
                    <a:cubicBezTo>
                      <a:pt x="41051" y="22520"/>
                      <a:pt x="41427" y="20747"/>
                      <a:pt x="41427" y="18814"/>
                    </a:cubicBezTo>
                    <a:cubicBezTo>
                      <a:pt x="41427" y="15539"/>
                      <a:pt x="40246" y="12746"/>
                      <a:pt x="37990" y="10491"/>
                    </a:cubicBezTo>
                    <a:cubicBezTo>
                      <a:pt x="35681" y="8236"/>
                      <a:pt x="32835" y="7108"/>
                      <a:pt x="29506" y="7108"/>
                    </a:cubicBezTo>
                    <a:cubicBezTo>
                      <a:pt x="26177" y="7108"/>
                      <a:pt x="23277" y="8236"/>
                      <a:pt x="20807" y="10545"/>
                    </a:cubicBezTo>
                    <a:cubicBezTo>
                      <a:pt x="18283" y="12854"/>
                      <a:pt x="16511" y="16559"/>
                      <a:pt x="15490" y="21660"/>
                    </a:cubicBezTo>
                    <a:lnTo>
                      <a:pt x="6899" y="20372"/>
                    </a:lnTo>
                    <a:cubicBezTo>
                      <a:pt x="7758" y="14089"/>
                      <a:pt x="10174" y="9149"/>
                      <a:pt x="14255" y="5497"/>
                    </a:cubicBezTo>
                    <a:cubicBezTo>
                      <a:pt x="18283" y="1899"/>
                      <a:pt x="23331" y="73"/>
                      <a:pt x="29345" y="73"/>
                    </a:cubicBezTo>
                    <a:cubicBezTo>
                      <a:pt x="33372" y="73"/>
                      <a:pt x="37024" y="933"/>
                      <a:pt x="40300" y="2597"/>
                    </a:cubicBezTo>
                    <a:cubicBezTo>
                      <a:pt x="43575" y="4262"/>
                      <a:pt x="45992" y="6625"/>
                      <a:pt x="47656" y="9632"/>
                    </a:cubicBezTo>
                    <a:cubicBezTo>
                      <a:pt x="49321" y="12693"/>
                      <a:pt x="50127" y="15807"/>
                      <a:pt x="50127" y="19029"/>
                    </a:cubicBezTo>
                    <a:cubicBezTo>
                      <a:pt x="50127" y="23755"/>
                      <a:pt x="48462" y="28265"/>
                      <a:pt x="45079" y="32615"/>
                    </a:cubicBezTo>
                    <a:cubicBezTo>
                      <a:pt x="43038" y="35300"/>
                      <a:pt x="36970" y="40670"/>
                      <a:pt x="26929" y="48617"/>
                    </a:cubicBezTo>
                    <a:cubicBezTo>
                      <a:pt x="22579" y="52000"/>
                      <a:pt x="19411" y="54847"/>
                      <a:pt x="17263" y="56995"/>
                    </a:cubicBezTo>
                    <a:cubicBezTo>
                      <a:pt x="15168" y="59196"/>
                      <a:pt x="13557" y="61291"/>
                      <a:pt x="12537" y="63224"/>
                    </a:cubicBezTo>
                    <a:lnTo>
                      <a:pt x="44220" y="63224"/>
                    </a:lnTo>
                    <a:lnTo>
                      <a:pt x="42555" y="7122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197" name="Grafik 4">
              <a:extLst>
                <a:ext uri="{FF2B5EF4-FFF2-40B4-BE49-F238E27FC236}">
                  <a16:creationId xmlns:a16="http://schemas.microsoft.com/office/drawing/2014/main" id="{B02DFC96-286F-F0C7-00DA-006178785C4B}"/>
                </a:ext>
              </a:extLst>
            </p:cNvPr>
            <p:cNvGrpSpPr/>
            <p:nvPr/>
          </p:nvGrpSpPr>
          <p:grpSpPr>
            <a:xfrm>
              <a:off x="7409734" y="2670610"/>
              <a:ext cx="648389" cy="72332"/>
              <a:chOff x="7409734" y="2670610"/>
              <a:chExt cx="648389" cy="72332"/>
            </a:xfrm>
            <a:solidFill>
              <a:srgbClr val="000000"/>
            </a:solidFill>
          </p:grpSpPr>
          <p:sp>
            <p:nvSpPr>
              <p:cNvPr id="198" name="Freihandform: Form 197">
                <a:extLst>
                  <a:ext uri="{FF2B5EF4-FFF2-40B4-BE49-F238E27FC236}">
                    <a16:creationId xmlns:a16="http://schemas.microsoft.com/office/drawing/2014/main" id="{8BD4A649-79FE-6D5E-1C21-1AB87AFFC941}"/>
                  </a:ext>
                </a:extLst>
              </p:cNvPr>
              <p:cNvSpPr/>
              <p:nvPr/>
            </p:nvSpPr>
            <p:spPr>
              <a:xfrm>
                <a:off x="7409734" y="2670932"/>
                <a:ext cx="68949" cy="70829"/>
              </a:xfrm>
              <a:custGeom>
                <a:avLst/>
                <a:gdLst>
                  <a:gd name="connsiteX0" fmla="*/ 266 w 68949"/>
                  <a:gd name="connsiteY0" fmla="*/ 70985 h 70829"/>
                  <a:gd name="connsiteX1" fmla="*/ 15034 w 68949"/>
                  <a:gd name="connsiteY1" fmla="*/ 156 h 70829"/>
                  <a:gd name="connsiteX2" fmla="*/ 24538 w 68949"/>
                  <a:gd name="connsiteY2" fmla="*/ 156 h 70829"/>
                  <a:gd name="connsiteX3" fmla="*/ 17396 w 68949"/>
                  <a:gd name="connsiteY3" fmla="*/ 34255 h 70829"/>
                  <a:gd name="connsiteX4" fmla="*/ 55899 w 68949"/>
                  <a:gd name="connsiteY4" fmla="*/ 156 h 70829"/>
                  <a:gd name="connsiteX5" fmla="*/ 69216 w 68949"/>
                  <a:gd name="connsiteY5" fmla="*/ 156 h 70829"/>
                  <a:gd name="connsiteX6" fmla="*/ 36299 w 68949"/>
                  <a:gd name="connsiteY6" fmla="*/ 28992 h 70829"/>
                  <a:gd name="connsiteX7" fmla="*/ 60410 w 68949"/>
                  <a:gd name="connsiteY7" fmla="*/ 70985 h 70829"/>
                  <a:gd name="connsiteX8" fmla="*/ 49831 w 68949"/>
                  <a:gd name="connsiteY8" fmla="*/ 70985 h 70829"/>
                  <a:gd name="connsiteX9" fmla="*/ 29425 w 68949"/>
                  <a:gd name="connsiteY9" fmla="*/ 35061 h 70829"/>
                  <a:gd name="connsiteX10" fmla="*/ 14550 w 68949"/>
                  <a:gd name="connsiteY10" fmla="*/ 48002 h 70829"/>
                  <a:gd name="connsiteX11" fmla="*/ 9717 w 68949"/>
                  <a:gd name="connsiteY11" fmla="*/ 7098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266" y="70985"/>
                    </a:moveTo>
                    <a:lnTo>
                      <a:pt x="15034" y="156"/>
                    </a:lnTo>
                    <a:lnTo>
                      <a:pt x="24538" y="156"/>
                    </a:lnTo>
                    <a:lnTo>
                      <a:pt x="17396" y="34255"/>
                    </a:lnTo>
                    <a:lnTo>
                      <a:pt x="55899" y="156"/>
                    </a:lnTo>
                    <a:lnTo>
                      <a:pt x="69216" y="156"/>
                    </a:lnTo>
                    <a:lnTo>
                      <a:pt x="36299" y="28992"/>
                    </a:lnTo>
                    <a:lnTo>
                      <a:pt x="60410" y="70985"/>
                    </a:lnTo>
                    <a:lnTo>
                      <a:pt x="49831" y="70985"/>
                    </a:lnTo>
                    <a:lnTo>
                      <a:pt x="29425" y="35061"/>
                    </a:lnTo>
                    <a:lnTo>
                      <a:pt x="14550" y="48002"/>
                    </a:lnTo>
                    <a:lnTo>
                      <a:pt x="9717" y="7098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199" name="Freihandform: Form 198">
                <a:extLst>
                  <a:ext uri="{FF2B5EF4-FFF2-40B4-BE49-F238E27FC236}">
                    <a16:creationId xmlns:a16="http://schemas.microsoft.com/office/drawing/2014/main" id="{ADED53A5-EEDF-2BAE-293C-E6CE7F3F8240}"/>
                  </a:ext>
                </a:extLst>
              </p:cNvPr>
              <p:cNvSpPr/>
              <p:nvPr/>
            </p:nvSpPr>
            <p:spPr>
              <a:xfrm>
                <a:off x="7469357" y="2670932"/>
                <a:ext cx="63043" cy="70829"/>
              </a:xfrm>
              <a:custGeom>
                <a:avLst/>
                <a:gdLst>
                  <a:gd name="connsiteX0" fmla="*/ 271 w 63043"/>
                  <a:gd name="connsiteY0" fmla="*/ 70985 h 70829"/>
                  <a:gd name="connsiteX1" fmla="*/ 40438 w 63043"/>
                  <a:gd name="connsiteY1" fmla="*/ 156 h 70829"/>
                  <a:gd name="connsiteX2" fmla="*/ 51608 w 63043"/>
                  <a:gd name="connsiteY2" fmla="*/ 156 h 70829"/>
                  <a:gd name="connsiteX3" fmla="*/ 63314 w 63043"/>
                  <a:gd name="connsiteY3" fmla="*/ 70985 h 70829"/>
                  <a:gd name="connsiteX4" fmla="*/ 54132 w 63043"/>
                  <a:gd name="connsiteY4" fmla="*/ 70985 h 70829"/>
                  <a:gd name="connsiteX5" fmla="*/ 50695 w 63043"/>
                  <a:gd name="connsiteY5" fmla="*/ 50580 h 70829"/>
                  <a:gd name="connsiteX6" fmla="*/ 22019 w 63043"/>
                  <a:gd name="connsiteY6" fmla="*/ 50580 h 70829"/>
                  <a:gd name="connsiteX7" fmla="*/ 10689 w 63043"/>
                  <a:gd name="connsiteY7" fmla="*/ 70985 h 70829"/>
                  <a:gd name="connsiteX8" fmla="*/ 271 w 63043"/>
                  <a:gd name="connsiteY8" fmla="*/ 70985 h 70829"/>
                  <a:gd name="connsiteX9" fmla="*/ 26101 w 63043"/>
                  <a:gd name="connsiteY9" fmla="*/ 43277 h 70829"/>
                  <a:gd name="connsiteX10" fmla="*/ 49513 w 63043"/>
                  <a:gd name="connsiteY10" fmla="*/ 43277 h 70829"/>
                  <a:gd name="connsiteX11" fmla="*/ 46775 w 63043"/>
                  <a:gd name="connsiteY11" fmla="*/ 25502 h 70829"/>
                  <a:gd name="connsiteX12" fmla="*/ 44788 w 63043"/>
                  <a:gd name="connsiteY12" fmla="*/ 7889 h 70829"/>
                  <a:gd name="connsiteX13" fmla="*/ 37753 w 63043"/>
                  <a:gd name="connsiteY13" fmla="*/ 22334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271" y="70985"/>
                    </a:moveTo>
                    <a:lnTo>
                      <a:pt x="40438" y="156"/>
                    </a:lnTo>
                    <a:lnTo>
                      <a:pt x="51608" y="156"/>
                    </a:lnTo>
                    <a:lnTo>
                      <a:pt x="63314" y="70985"/>
                    </a:lnTo>
                    <a:lnTo>
                      <a:pt x="54132" y="70985"/>
                    </a:lnTo>
                    <a:lnTo>
                      <a:pt x="50695" y="50580"/>
                    </a:lnTo>
                    <a:lnTo>
                      <a:pt x="22019" y="50580"/>
                    </a:lnTo>
                    <a:lnTo>
                      <a:pt x="10689" y="70985"/>
                    </a:lnTo>
                    <a:lnTo>
                      <a:pt x="271" y="70985"/>
                    </a:lnTo>
                    <a:moveTo>
                      <a:pt x="26101" y="43277"/>
                    </a:moveTo>
                    <a:lnTo>
                      <a:pt x="49513" y="43277"/>
                    </a:lnTo>
                    <a:lnTo>
                      <a:pt x="46775" y="25502"/>
                    </a:lnTo>
                    <a:cubicBezTo>
                      <a:pt x="45701" y="18467"/>
                      <a:pt x="45056" y="12561"/>
                      <a:pt x="44788" y="7889"/>
                    </a:cubicBezTo>
                    <a:cubicBezTo>
                      <a:pt x="43177" y="11916"/>
                      <a:pt x="40814" y="16749"/>
                      <a:pt x="37753" y="2233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0" name="Freihandform: Form 199">
                <a:extLst>
                  <a:ext uri="{FF2B5EF4-FFF2-40B4-BE49-F238E27FC236}">
                    <a16:creationId xmlns:a16="http://schemas.microsoft.com/office/drawing/2014/main" id="{0CB08759-2DF6-6650-AE3F-203431CD42BF}"/>
                  </a:ext>
                </a:extLst>
              </p:cNvPr>
              <p:cNvSpPr/>
              <p:nvPr/>
            </p:nvSpPr>
            <p:spPr>
              <a:xfrm>
                <a:off x="7541868" y="2670932"/>
                <a:ext cx="60841" cy="70829"/>
              </a:xfrm>
              <a:custGeom>
                <a:avLst/>
                <a:gdLst>
                  <a:gd name="connsiteX0" fmla="*/ 276 w 60841"/>
                  <a:gd name="connsiteY0" fmla="*/ 70985 h 70829"/>
                  <a:gd name="connsiteX1" fmla="*/ 15043 w 60841"/>
                  <a:gd name="connsiteY1" fmla="*/ 156 h 70829"/>
                  <a:gd name="connsiteX2" fmla="*/ 61117 w 60841"/>
                  <a:gd name="connsiteY2" fmla="*/ 156 h 70829"/>
                  <a:gd name="connsiteX3" fmla="*/ 59399 w 60841"/>
                  <a:gd name="connsiteY3" fmla="*/ 8211 h 70829"/>
                  <a:gd name="connsiteX4" fmla="*/ 22830 w 60841"/>
                  <a:gd name="connsiteY4" fmla="*/ 8211 h 70829"/>
                  <a:gd name="connsiteX5" fmla="*/ 18158 w 60841"/>
                  <a:gd name="connsiteY5" fmla="*/ 30765 h 70829"/>
                  <a:gd name="connsiteX6" fmla="*/ 55425 w 60841"/>
                  <a:gd name="connsiteY6" fmla="*/ 30765 h 70829"/>
                  <a:gd name="connsiteX7" fmla="*/ 53707 w 60841"/>
                  <a:gd name="connsiteY7" fmla="*/ 38873 h 70829"/>
                  <a:gd name="connsiteX8" fmla="*/ 16439 w 60841"/>
                  <a:gd name="connsiteY8" fmla="*/ 38873 h 70829"/>
                  <a:gd name="connsiteX9" fmla="*/ 9727 w 60841"/>
                  <a:gd name="connsiteY9" fmla="*/ 7098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841" h="70829">
                    <a:moveTo>
                      <a:pt x="276" y="70985"/>
                    </a:moveTo>
                    <a:lnTo>
                      <a:pt x="15043" y="156"/>
                    </a:lnTo>
                    <a:lnTo>
                      <a:pt x="61117" y="156"/>
                    </a:lnTo>
                    <a:lnTo>
                      <a:pt x="59399" y="8211"/>
                    </a:lnTo>
                    <a:lnTo>
                      <a:pt x="22830" y="8211"/>
                    </a:lnTo>
                    <a:lnTo>
                      <a:pt x="18158" y="30765"/>
                    </a:lnTo>
                    <a:lnTo>
                      <a:pt x="55425" y="30765"/>
                    </a:lnTo>
                    <a:lnTo>
                      <a:pt x="53707" y="38873"/>
                    </a:lnTo>
                    <a:lnTo>
                      <a:pt x="16439" y="38873"/>
                    </a:lnTo>
                    <a:lnTo>
                      <a:pt x="9727" y="7098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1" name="Freihandform: Form 200">
                <a:extLst>
                  <a:ext uri="{FF2B5EF4-FFF2-40B4-BE49-F238E27FC236}">
                    <a16:creationId xmlns:a16="http://schemas.microsoft.com/office/drawing/2014/main" id="{4BC060AF-EE0E-3D86-884B-39BFCE855205}"/>
                  </a:ext>
                </a:extLst>
              </p:cNvPr>
              <p:cNvSpPr/>
              <p:nvPr/>
            </p:nvSpPr>
            <p:spPr>
              <a:xfrm>
                <a:off x="7606086" y="2670610"/>
                <a:ext cx="47953" cy="72332"/>
              </a:xfrm>
              <a:custGeom>
                <a:avLst/>
                <a:gdLst>
                  <a:gd name="connsiteX0" fmla="*/ 11933 w 47953"/>
                  <a:gd name="connsiteY0" fmla="*/ 30228 h 72332"/>
                  <a:gd name="connsiteX1" fmla="*/ 19236 w 47953"/>
                  <a:gd name="connsiteY1" fmla="*/ 25663 h 72332"/>
                  <a:gd name="connsiteX2" fmla="*/ 26486 w 47953"/>
                  <a:gd name="connsiteY2" fmla="*/ 24160 h 72332"/>
                  <a:gd name="connsiteX3" fmla="*/ 39803 w 47953"/>
                  <a:gd name="connsiteY3" fmla="*/ 29637 h 72332"/>
                  <a:gd name="connsiteX4" fmla="*/ 45066 w 47953"/>
                  <a:gd name="connsiteY4" fmla="*/ 44512 h 72332"/>
                  <a:gd name="connsiteX5" fmla="*/ 37225 w 47953"/>
                  <a:gd name="connsiteY5" fmla="*/ 65132 h 72332"/>
                  <a:gd name="connsiteX6" fmla="*/ 20793 w 47953"/>
                  <a:gd name="connsiteY6" fmla="*/ 72489 h 72332"/>
                  <a:gd name="connsiteX7" fmla="*/ 6134 w 47953"/>
                  <a:gd name="connsiteY7" fmla="*/ 66045 h 72332"/>
                  <a:gd name="connsiteX8" fmla="*/ 280 w 47953"/>
                  <a:gd name="connsiteY8" fmla="*/ 47680 h 72332"/>
                  <a:gd name="connsiteX9" fmla="*/ 4039 w 47953"/>
                  <a:gd name="connsiteY9" fmla="*/ 25609 h 72332"/>
                  <a:gd name="connsiteX10" fmla="*/ 11235 w 47953"/>
                  <a:gd name="connsiteY10" fmla="*/ 11164 h 72332"/>
                  <a:gd name="connsiteX11" fmla="*/ 20310 w 47953"/>
                  <a:gd name="connsiteY11" fmla="*/ 2841 h 72332"/>
                  <a:gd name="connsiteX12" fmla="*/ 31157 w 47953"/>
                  <a:gd name="connsiteY12" fmla="*/ 156 h 72332"/>
                  <a:gd name="connsiteX13" fmla="*/ 42971 w 47953"/>
                  <a:gd name="connsiteY13" fmla="*/ 4667 h 72332"/>
                  <a:gd name="connsiteX14" fmla="*/ 48234 w 47953"/>
                  <a:gd name="connsiteY14" fmla="*/ 17608 h 72332"/>
                  <a:gd name="connsiteX15" fmla="*/ 40071 w 47953"/>
                  <a:gd name="connsiteY15" fmla="*/ 18414 h 72332"/>
                  <a:gd name="connsiteX16" fmla="*/ 36850 w 47953"/>
                  <a:gd name="connsiteY16" fmla="*/ 10090 h 72332"/>
                  <a:gd name="connsiteX17" fmla="*/ 30513 w 47953"/>
                  <a:gd name="connsiteY17" fmla="*/ 7513 h 72332"/>
                  <a:gd name="connsiteX18" fmla="*/ 22673 w 47953"/>
                  <a:gd name="connsiteY18" fmla="*/ 10574 h 72332"/>
                  <a:gd name="connsiteX19" fmla="*/ 15853 w 47953"/>
                  <a:gd name="connsiteY19" fmla="*/ 19595 h 72332"/>
                  <a:gd name="connsiteX20" fmla="*/ 11933 w 47953"/>
                  <a:gd name="connsiteY20" fmla="*/ 30228 h 72332"/>
                  <a:gd name="connsiteX21" fmla="*/ 8872 w 47953"/>
                  <a:gd name="connsiteY21" fmla="*/ 51385 h 72332"/>
                  <a:gd name="connsiteX22" fmla="*/ 12577 w 47953"/>
                  <a:gd name="connsiteY22" fmla="*/ 61481 h 72332"/>
                  <a:gd name="connsiteX23" fmla="*/ 21008 w 47953"/>
                  <a:gd name="connsiteY23" fmla="*/ 65562 h 72332"/>
                  <a:gd name="connsiteX24" fmla="*/ 27989 w 47953"/>
                  <a:gd name="connsiteY24" fmla="*/ 63092 h 72332"/>
                  <a:gd name="connsiteX25" fmla="*/ 34218 w 47953"/>
                  <a:gd name="connsiteY25" fmla="*/ 55520 h 72332"/>
                  <a:gd name="connsiteX26" fmla="*/ 36742 w 47953"/>
                  <a:gd name="connsiteY26" fmla="*/ 45425 h 72332"/>
                  <a:gd name="connsiteX27" fmla="*/ 33198 w 47953"/>
                  <a:gd name="connsiteY27" fmla="*/ 35061 h 72332"/>
                  <a:gd name="connsiteX28" fmla="*/ 24606 w 47953"/>
                  <a:gd name="connsiteY28" fmla="*/ 31140 h 72332"/>
                  <a:gd name="connsiteX29" fmla="*/ 13866 w 47953"/>
                  <a:gd name="connsiteY29" fmla="*/ 36833 h 72332"/>
                  <a:gd name="connsiteX30" fmla="*/ 8872 w 47953"/>
                  <a:gd name="connsiteY30" fmla="*/ 5138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33" y="30228"/>
                    </a:moveTo>
                    <a:cubicBezTo>
                      <a:pt x="14350" y="28187"/>
                      <a:pt x="16820" y="26684"/>
                      <a:pt x="19236" y="25663"/>
                    </a:cubicBezTo>
                    <a:cubicBezTo>
                      <a:pt x="21653" y="24643"/>
                      <a:pt x="24069" y="24160"/>
                      <a:pt x="26486" y="24160"/>
                    </a:cubicBezTo>
                    <a:cubicBezTo>
                      <a:pt x="31856" y="24160"/>
                      <a:pt x="36313" y="25985"/>
                      <a:pt x="39803" y="29637"/>
                    </a:cubicBezTo>
                    <a:cubicBezTo>
                      <a:pt x="43293" y="33342"/>
                      <a:pt x="45066" y="38283"/>
                      <a:pt x="45066" y="44512"/>
                    </a:cubicBezTo>
                    <a:cubicBezTo>
                      <a:pt x="45066" y="52513"/>
                      <a:pt x="42488" y="59386"/>
                      <a:pt x="37225" y="65132"/>
                    </a:cubicBezTo>
                    <a:cubicBezTo>
                      <a:pt x="32715" y="70072"/>
                      <a:pt x="27237" y="72489"/>
                      <a:pt x="20793" y="72489"/>
                    </a:cubicBezTo>
                    <a:cubicBezTo>
                      <a:pt x="14940" y="72489"/>
                      <a:pt x="10054" y="70341"/>
                      <a:pt x="6134" y="66045"/>
                    </a:cubicBezTo>
                    <a:cubicBezTo>
                      <a:pt x="2214" y="61749"/>
                      <a:pt x="280" y="55627"/>
                      <a:pt x="280" y="47680"/>
                    </a:cubicBezTo>
                    <a:cubicBezTo>
                      <a:pt x="280" y="40538"/>
                      <a:pt x="1515" y="33181"/>
                      <a:pt x="4039" y="25609"/>
                    </a:cubicBezTo>
                    <a:cubicBezTo>
                      <a:pt x="5972" y="19756"/>
                      <a:pt x="8389" y="14923"/>
                      <a:pt x="11235" y="11164"/>
                    </a:cubicBezTo>
                    <a:cubicBezTo>
                      <a:pt x="14081" y="7352"/>
                      <a:pt x="17088" y="4613"/>
                      <a:pt x="20310" y="2841"/>
                    </a:cubicBezTo>
                    <a:cubicBezTo>
                      <a:pt x="23532" y="1069"/>
                      <a:pt x="27130" y="156"/>
                      <a:pt x="31157" y="156"/>
                    </a:cubicBezTo>
                    <a:cubicBezTo>
                      <a:pt x="35990" y="156"/>
                      <a:pt x="39910" y="1660"/>
                      <a:pt x="42971" y="4667"/>
                    </a:cubicBezTo>
                    <a:cubicBezTo>
                      <a:pt x="46032" y="7674"/>
                      <a:pt x="47804" y="12024"/>
                      <a:pt x="48234" y="17608"/>
                    </a:cubicBezTo>
                    <a:lnTo>
                      <a:pt x="40071" y="18414"/>
                    </a:lnTo>
                    <a:cubicBezTo>
                      <a:pt x="39642" y="14547"/>
                      <a:pt x="38568" y="11809"/>
                      <a:pt x="36850" y="10090"/>
                    </a:cubicBezTo>
                    <a:cubicBezTo>
                      <a:pt x="35131" y="8372"/>
                      <a:pt x="32983" y="7513"/>
                      <a:pt x="30513" y="7513"/>
                    </a:cubicBezTo>
                    <a:cubicBezTo>
                      <a:pt x="27935" y="7513"/>
                      <a:pt x="25304" y="8533"/>
                      <a:pt x="22673" y="10574"/>
                    </a:cubicBezTo>
                    <a:cubicBezTo>
                      <a:pt x="19988" y="12561"/>
                      <a:pt x="17733" y="15568"/>
                      <a:pt x="15853" y="19595"/>
                    </a:cubicBezTo>
                    <a:cubicBezTo>
                      <a:pt x="13920" y="23569"/>
                      <a:pt x="12631" y="27113"/>
                      <a:pt x="11933" y="30228"/>
                    </a:cubicBezTo>
                    <a:moveTo>
                      <a:pt x="8872" y="51385"/>
                    </a:moveTo>
                    <a:cubicBezTo>
                      <a:pt x="8872" y="55413"/>
                      <a:pt x="10107" y="58742"/>
                      <a:pt x="12577" y="61481"/>
                    </a:cubicBezTo>
                    <a:cubicBezTo>
                      <a:pt x="15101" y="64219"/>
                      <a:pt x="17894" y="65562"/>
                      <a:pt x="21008" y="65562"/>
                    </a:cubicBezTo>
                    <a:cubicBezTo>
                      <a:pt x="23210" y="65562"/>
                      <a:pt x="25519" y="64703"/>
                      <a:pt x="27989" y="63092"/>
                    </a:cubicBezTo>
                    <a:cubicBezTo>
                      <a:pt x="30406" y="61427"/>
                      <a:pt x="32500" y="58903"/>
                      <a:pt x="34218" y="55520"/>
                    </a:cubicBezTo>
                    <a:cubicBezTo>
                      <a:pt x="35883" y="52137"/>
                      <a:pt x="36742" y="48754"/>
                      <a:pt x="36742" y="45425"/>
                    </a:cubicBezTo>
                    <a:cubicBezTo>
                      <a:pt x="36742" y="41075"/>
                      <a:pt x="35561" y="37638"/>
                      <a:pt x="33198" y="35061"/>
                    </a:cubicBezTo>
                    <a:cubicBezTo>
                      <a:pt x="30835" y="32429"/>
                      <a:pt x="27989" y="31140"/>
                      <a:pt x="24606" y="31140"/>
                    </a:cubicBezTo>
                    <a:cubicBezTo>
                      <a:pt x="20793" y="31140"/>
                      <a:pt x="17196" y="33020"/>
                      <a:pt x="13866" y="36833"/>
                    </a:cubicBezTo>
                    <a:cubicBezTo>
                      <a:pt x="10537" y="40592"/>
                      <a:pt x="8872" y="45478"/>
                      <a:pt x="8872" y="513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2" name="Freihandform: Form 201">
                <a:extLst>
                  <a:ext uri="{FF2B5EF4-FFF2-40B4-BE49-F238E27FC236}">
                    <a16:creationId xmlns:a16="http://schemas.microsoft.com/office/drawing/2014/main" id="{6A0FC5AC-BFDE-91C1-0EA6-9AFA283AD26D}"/>
                  </a:ext>
                </a:extLst>
              </p:cNvPr>
              <p:cNvSpPr/>
              <p:nvPr/>
            </p:nvSpPr>
            <p:spPr>
              <a:xfrm>
                <a:off x="7658673" y="2670610"/>
                <a:ext cx="49833" cy="71151"/>
              </a:xfrm>
              <a:custGeom>
                <a:avLst/>
                <a:gdLst>
                  <a:gd name="connsiteX0" fmla="*/ 284 w 49833"/>
                  <a:gd name="connsiteY0" fmla="*/ 71308 h 71151"/>
                  <a:gd name="connsiteX1" fmla="*/ 4043 w 49833"/>
                  <a:gd name="connsiteY1" fmla="*/ 60675 h 71151"/>
                  <a:gd name="connsiteX2" fmla="*/ 10380 w 49833"/>
                  <a:gd name="connsiteY2" fmla="*/ 52567 h 71151"/>
                  <a:gd name="connsiteX3" fmla="*/ 25630 w 49833"/>
                  <a:gd name="connsiteY3" fmla="*/ 39679 h 71151"/>
                  <a:gd name="connsiteX4" fmla="*/ 35028 w 49833"/>
                  <a:gd name="connsiteY4" fmla="*/ 31624 h 71151"/>
                  <a:gd name="connsiteX5" fmla="*/ 40290 w 49833"/>
                  <a:gd name="connsiteY5" fmla="*/ 24213 h 71151"/>
                  <a:gd name="connsiteX6" fmla="*/ 41418 w 49833"/>
                  <a:gd name="connsiteY6" fmla="*/ 18897 h 71151"/>
                  <a:gd name="connsiteX7" fmla="*/ 37981 w 49833"/>
                  <a:gd name="connsiteY7" fmla="*/ 10574 h 71151"/>
                  <a:gd name="connsiteX8" fmla="*/ 29497 w 49833"/>
                  <a:gd name="connsiteY8" fmla="*/ 7191 h 71151"/>
                  <a:gd name="connsiteX9" fmla="*/ 20797 w 49833"/>
                  <a:gd name="connsiteY9" fmla="*/ 10627 h 71151"/>
                  <a:gd name="connsiteX10" fmla="*/ 15481 w 49833"/>
                  <a:gd name="connsiteY10" fmla="*/ 21743 h 71151"/>
                  <a:gd name="connsiteX11" fmla="*/ 6889 w 49833"/>
                  <a:gd name="connsiteY11" fmla="*/ 20454 h 71151"/>
                  <a:gd name="connsiteX12" fmla="*/ 14246 w 49833"/>
                  <a:gd name="connsiteY12" fmla="*/ 5580 h 71151"/>
                  <a:gd name="connsiteX13" fmla="*/ 29336 w 49833"/>
                  <a:gd name="connsiteY13" fmla="*/ 156 h 71151"/>
                  <a:gd name="connsiteX14" fmla="*/ 40290 w 49833"/>
                  <a:gd name="connsiteY14" fmla="*/ 2680 h 71151"/>
                  <a:gd name="connsiteX15" fmla="*/ 47647 w 49833"/>
                  <a:gd name="connsiteY15" fmla="*/ 9714 h 71151"/>
                  <a:gd name="connsiteX16" fmla="*/ 50117 w 49833"/>
                  <a:gd name="connsiteY16" fmla="*/ 19112 h 71151"/>
                  <a:gd name="connsiteX17" fmla="*/ 45070 w 49833"/>
                  <a:gd name="connsiteY17" fmla="*/ 32698 h 71151"/>
                  <a:gd name="connsiteX18" fmla="*/ 26919 w 49833"/>
                  <a:gd name="connsiteY18" fmla="*/ 48700 h 71151"/>
                  <a:gd name="connsiteX19" fmla="*/ 17253 w 49833"/>
                  <a:gd name="connsiteY19" fmla="*/ 57077 h 71151"/>
                  <a:gd name="connsiteX20" fmla="*/ 12528 w 49833"/>
                  <a:gd name="connsiteY20" fmla="*/ 63306 h 71151"/>
                  <a:gd name="connsiteX21" fmla="*/ 44210 w 49833"/>
                  <a:gd name="connsiteY21" fmla="*/ 63306 h 71151"/>
                  <a:gd name="connsiteX22" fmla="*/ 42546 w 49833"/>
                  <a:gd name="connsiteY22" fmla="*/ 71308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284" y="71308"/>
                    </a:moveTo>
                    <a:cubicBezTo>
                      <a:pt x="1197" y="67065"/>
                      <a:pt x="2432" y="63575"/>
                      <a:pt x="4043" y="60675"/>
                    </a:cubicBezTo>
                    <a:cubicBezTo>
                      <a:pt x="5601" y="57829"/>
                      <a:pt x="7749" y="55144"/>
                      <a:pt x="10380" y="52567"/>
                    </a:cubicBezTo>
                    <a:cubicBezTo>
                      <a:pt x="13011" y="50043"/>
                      <a:pt x="18113" y="45747"/>
                      <a:pt x="25630" y="39679"/>
                    </a:cubicBezTo>
                    <a:cubicBezTo>
                      <a:pt x="30249" y="36081"/>
                      <a:pt x="33363" y="33396"/>
                      <a:pt x="35028" y="31624"/>
                    </a:cubicBezTo>
                    <a:cubicBezTo>
                      <a:pt x="37444" y="29100"/>
                      <a:pt x="39216" y="26630"/>
                      <a:pt x="40290" y="24213"/>
                    </a:cubicBezTo>
                    <a:cubicBezTo>
                      <a:pt x="41042" y="22602"/>
                      <a:pt x="41418" y="20830"/>
                      <a:pt x="41418" y="18897"/>
                    </a:cubicBezTo>
                    <a:cubicBezTo>
                      <a:pt x="41418" y="15621"/>
                      <a:pt x="40237" y="12829"/>
                      <a:pt x="37981" y="10574"/>
                    </a:cubicBezTo>
                    <a:cubicBezTo>
                      <a:pt x="35672" y="8318"/>
                      <a:pt x="32826" y="7191"/>
                      <a:pt x="29497" y="7191"/>
                    </a:cubicBezTo>
                    <a:cubicBezTo>
                      <a:pt x="26167" y="7191"/>
                      <a:pt x="23268" y="8318"/>
                      <a:pt x="20797" y="10627"/>
                    </a:cubicBezTo>
                    <a:cubicBezTo>
                      <a:pt x="18274" y="12936"/>
                      <a:pt x="16502" y="16642"/>
                      <a:pt x="15481" y="21743"/>
                    </a:cubicBezTo>
                    <a:lnTo>
                      <a:pt x="6889" y="20454"/>
                    </a:lnTo>
                    <a:cubicBezTo>
                      <a:pt x="7749" y="14172"/>
                      <a:pt x="10165" y="9231"/>
                      <a:pt x="14246" y="5580"/>
                    </a:cubicBezTo>
                    <a:cubicBezTo>
                      <a:pt x="18274" y="1982"/>
                      <a:pt x="23321" y="156"/>
                      <a:pt x="29336" y="156"/>
                    </a:cubicBezTo>
                    <a:cubicBezTo>
                      <a:pt x="33363" y="156"/>
                      <a:pt x="37015" y="1015"/>
                      <a:pt x="40290" y="2680"/>
                    </a:cubicBezTo>
                    <a:cubicBezTo>
                      <a:pt x="43566" y="4345"/>
                      <a:pt x="45982" y="6707"/>
                      <a:pt x="47647" y="9714"/>
                    </a:cubicBezTo>
                    <a:cubicBezTo>
                      <a:pt x="49312" y="12775"/>
                      <a:pt x="50117" y="15890"/>
                      <a:pt x="50117" y="19112"/>
                    </a:cubicBezTo>
                    <a:cubicBezTo>
                      <a:pt x="50117" y="23837"/>
                      <a:pt x="48453" y="28348"/>
                      <a:pt x="45070" y="32698"/>
                    </a:cubicBezTo>
                    <a:cubicBezTo>
                      <a:pt x="43029" y="35383"/>
                      <a:pt x="36961" y="40753"/>
                      <a:pt x="26919" y="48700"/>
                    </a:cubicBezTo>
                    <a:cubicBezTo>
                      <a:pt x="22570" y="52083"/>
                      <a:pt x="19401" y="54929"/>
                      <a:pt x="17253" y="57077"/>
                    </a:cubicBezTo>
                    <a:cubicBezTo>
                      <a:pt x="15159" y="59279"/>
                      <a:pt x="13548" y="61373"/>
                      <a:pt x="12528" y="63306"/>
                    </a:cubicBezTo>
                    <a:lnTo>
                      <a:pt x="44210" y="63306"/>
                    </a:lnTo>
                    <a:lnTo>
                      <a:pt x="42546" y="7130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3" name="Freihandform: Form 202">
                <a:extLst>
                  <a:ext uri="{FF2B5EF4-FFF2-40B4-BE49-F238E27FC236}">
                    <a16:creationId xmlns:a16="http://schemas.microsoft.com/office/drawing/2014/main" id="{79880734-739A-B096-2F95-CF0D4AE6C7C5}"/>
                  </a:ext>
                </a:extLst>
              </p:cNvPr>
              <p:cNvSpPr/>
              <p:nvPr/>
            </p:nvSpPr>
            <p:spPr>
              <a:xfrm>
                <a:off x="7716186" y="2670610"/>
                <a:ext cx="47953" cy="72332"/>
              </a:xfrm>
              <a:custGeom>
                <a:avLst/>
                <a:gdLst>
                  <a:gd name="connsiteX0" fmla="*/ 11941 w 47953"/>
                  <a:gd name="connsiteY0" fmla="*/ 30228 h 72332"/>
                  <a:gd name="connsiteX1" fmla="*/ 19244 w 47953"/>
                  <a:gd name="connsiteY1" fmla="*/ 25663 h 72332"/>
                  <a:gd name="connsiteX2" fmla="*/ 26494 w 47953"/>
                  <a:gd name="connsiteY2" fmla="*/ 24160 h 72332"/>
                  <a:gd name="connsiteX3" fmla="*/ 39811 w 47953"/>
                  <a:gd name="connsiteY3" fmla="*/ 29637 h 72332"/>
                  <a:gd name="connsiteX4" fmla="*/ 45074 w 47953"/>
                  <a:gd name="connsiteY4" fmla="*/ 44512 h 72332"/>
                  <a:gd name="connsiteX5" fmla="*/ 37233 w 47953"/>
                  <a:gd name="connsiteY5" fmla="*/ 65132 h 72332"/>
                  <a:gd name="connsiteX6" fmla="*/ 20801 w 47953"/>
                  <a:gd name="connsiteY6" fmla="*/ 72489 h 72332"/>
                  <a:gd name="connsiteX7" fmla="*/ 6142 w 47953"/>
                  <a:gd name="connsiteY7" fmla="*/ 66045 h 72332"/>
                  <a:gd name="connsiteX8" fmla="*/ 288 w 47953"/>
                  <a:gd name="connsiteY8" fmla="*/ 47680 h 72332"/>
                  <a:gd name="connsiteX9" fmla="*/ 4047 w 47953"/>
                  <a:gd name="connsiteY9" fmla="*/ 25609 h 72332"/>
                  <a:gd name="connsiteX10" fmla="*/ 11243 w 47953"/>
                  <a:gd name="connsiteY10" fmla="*/ 11164 h 72332"/>
                  <a:gd name="connsiteX11" fmla="*/ 20318 w 47953"/>
                  <a:gd name="connsiteY11" fmla="*/ 2841 h 72332"/>
                  <a:gd name="connsiteX12" fmla="*/ 31166 w 47953"/>
                  <a:gd name="connsiteY12" fmla="*/ 156 h 72332"/>
                  <a:gd name="connsiteX13" fmla="*/ 42979 w 47953"/>
                  <a:gd name="connsiteY13" fmla="*/ 4667 h 72332"/>
                  <a:gd name="connsiteX14" fmla="*/ 48242 w 47953"/>
                  <a:gd name="connsiteY14" fmla="*/ 17608 h 72332"/>
                  <a:gd name="connsiteX15" fmla="*/ 40079 w 47953"/>
                  <a:gd name="connsiteY15" fmla="*/ 18414 h 72332"/>
                  <a:gd name="connsiteX16" fmla="*/ 36858 w 47953"/>
                  <a:gd name="connsiteY16" fmla="*/ 10090 h 72332"/>
                  <a:gd name="connsiteX17" fmla="*/ 30521 w 47953"/>
                  <a:gd name="connsiteY17" fmla="*/ 7513 h 72332"/>
                  <a:gd name="connsiteX18" fmla="*/ 22681 w 47953"/>
                  <a:gd name="connsiteY18" fmla="*/ 10574 h 72332"/>
                  <a:gd name="connsiteX19" fmla="*/ 15861 w 47953"/>
                  <a:gd name="connsiteY19" fmla="*/ 19595 h 72332"/>
                  <a:gd name="connsiteX20" fmla="*/ 11941 w 47953"/>
                  <a:gd name="connsiteY20" fmla="*/ 30228 h 72332"/>
                  <a:gd name="connsiteX21" fmla="*/ 8880 w 47953"/>
                  <a:gd name="connsiteY21" fmla="*/ 51385 h 72332"/>
                  <a:gd name="connsiteX22" fmla="*/ 12585 w 47953"/>
                  <a:gd name="connsiteY22" fmla="*/ 61481 h 72332"/>
                  <a:gd name="connsiteX23" fmla="*/ 21016 w 47953"/>
                  <a:gd name="connsiteY23" fmla="*/ 65562 h 72332"/>
                  <a:gd name="connsiteX24" fmla="*/ 27997 w 47953"/>
                  <a:gd name="connsiteY24" fmla="*/ 63092 h 72332"/>
                  <a:gd name="connsiteX25" fmla="*/ 34226 w 47953"/>
                  <a:gd name="connsiteY25" fmla="*/ 55520 h 72332"/>
                  <a:gd name="connsiteX26" fmla="*/ 36750 w 47953"/>
                  <a:gd name="connsiteY26" fmla="*/ 45425 h 72332"/>
                  <a:gd name="connsiteX27" fmla="*/ 33206 w 47953"/>
                  <a:gd name="connsiteY27" fmla="*/ 35061 h 72332"/>
                  <a:gd name="connsiteX28" fmla="*/ 24614 w 47953"/>
                  <a:gd name="connsiteY28" fmla="*/ 31140 h 72332"/>
                  <a:gd name="connsiteX29" fmla="*/ 13874 w 47953"/>
                  <a:gd name="connsiteY29" fmla="*/ 36833 h 72332"/>
                  <a:gd name="connsiteX30" fmla="*/ 8880 w 47953"/>
                  <a:gd name="connsiteY30" fmla="*/ 5138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41" y="30228"/>
                    </a:moveTo>
                    <a:cubicBezTo>
                      <a:pt x="14358" y="28187"/>
                      <a:pt x="16828" y="26684"/>
                      <a:pt x="19244" y="25663"/>
                    </a:cubicBezTo>
                    <a:cubicBezTo>
                      <a:pt x="21661" y="24643"/>
                      <a:pt x="24077" y="24160"/>
                      <a:pt x="26494" y="24160"/>
                    </a:cubicBezTo>
                    <a:cubicBezTo>
                      <a:pt x="31864" y="24160"/>
                      <a:pt x="36321" y="25985"/>
                      <a:pt x="39811" y="29637"/>
                    </a:cubicBezTo>
                    <a:cubicBezTo>
                      <a:pt x="43302" y="33342"/>
                      <a:pt x="45074" y="38283"/>
                      <a:pt x="45074" y="44512"/>
                    </a:cubicBezTo>
                    <a:cubicBezTo>
                      <a:pt x="45074" y="52513"/>
                      <a:pt x="42496" y="59386"/>
                      <a:pt x="37233" y="65132"/>
                    </a:cubicBezTo>
                    <a:cubicBezTo>
                      <a:pt x="32723" y="70072"/>
                      <a:pt x="27245" y="72489"/>
                      <a:pt x="20801" y="72489"/>
                    </a:cubicBezTo>
                    <a:cubicBezTo>
                      <a:pt x="14948" y="72489"/>
                      <a:pt x="10062" y="70341"/>
                      <a:pt x="6142" y="66045"/>
                    </a:cubicBezTo>
                    <a:cubicBezTo>
                      <a:pt x="2222" y="61749"/>
                      <a:pt x="288" y="55627"/>
                      <a:pt x="288" y="47680"/>
                    </a:cubicBezTo>
                    <a:cubicBezTo>
                      <a:pt x="288" y="40538"/>
                      <a:pt x="1523" y="33181"/>
                      <a:pt x="4047" y="25609"/>
                    </a:cubicBezTo>
                    <a:cubicBezTo>
                      <a:pt x="5980" y="19756"/>
                      <a:pt x="8397" y="14923"/>
                      <a:pt x="11243" y="11164"/>
                    </a:cubicBezTo>
                    <a:cubicBezTo>
                      <a:pt x="14089" y="7352"/>
                      <a:pt x="17096" y="4613"/>
                      <a:pt x="20318" y="2841"/>
                    </a:cubicBezTo>
                    <a:cubicBezTo>
                      <a:pt x="23540" y="1069"/>
                      <a:pt x="27138" y="156"/>
                      <a:pt x="31166" y="156"/>
                    </a:cubicBezTo>
                    <a:cubicBezTo>
                      <a:pt x="35998" y="156"/>
                      <a:pt x="39919" y="1660"/>
                      <a:pt x="42979" y="4667"/>
                    </a:cubicBezTo>
                    <a:cubicBezTo>
                      <a:pt x="46040" y="7674"/>
                      <a:pt x="47812" y="12024"/>
                      <a:pt x="48242" y="17608"/>
                    </a:cubicBezTo>
                    <a:lnTo>
                      <a:pt x="40079" y="18414"/>
                    </a:lnTo>
                    <a:cubicBezTo>
                      <a:pt x="39650" y="14547"/>
                      <a:pt x="38576" y="11809"/>
                      <a:pt x="36858" y="10090"/>
                    </a:cubicBezTo>
                    <a:cubicBezTo>
                      <a:pt x="35139" y="8372"/>
                      <a:pt x="32991" y="7513"/>
                      <a:pt x="30521" y="7513"/>
                    </a:cubicBezTo>
                    <a:cubicBezTo>
                      <a:pt x="27943" y="7513"/>
                      <a:pt x="25312" y="8533"/>
                      <a:pt x="22681" y="10574"/>
                    </a:cubicBezTo>
                    <a:cubicBezTo>
                      <a:pt x="19996" y="12561"/>
                      <a:pt x="17741" y="15568"/>
                      <a:pt x="15861" y="19595"/>
                    </a:cubicBezTo>
                    <a:cubicBezTo>
                      <a:pt x="13928" y="23569"/>
                      <a:pt x="12639" y="27113"/>
                      <a:pt x="11941" y="30228"/>
                    </a:cubicBezTo>
                    <a:moveTo>
                      <a:pt x="8880" y="51385"/>
                    </a:moveTo>
                    <a:cubicBezTo>
                      <a:pt x="8880" y="55413"/>
                      <a:pt x="10115" y="58742"/>
                      <a:pt x="12585" y="61481"/>
                    </a:cubicBezTo>
                    <a:cubicBezTo>
                      <a:pt x="15109" y="64219"/>
                      <a:pt x="17902" y="65562"/>
                      <a:pt x="21016" y="65562"/>
                    </a:cubicBezTo>
                    <a:cubicBezTo>
                      <a:pt x="23218" y="65562"/>
                      <a:pt x="25527" y="64703"/>
                      <a:pt x="27997" y="63092"/>
                    </a:cubicBezTo>
                    <a:cubicBezTo>
                      <a:pt x="30414" y="61427"/>
                      <a:pt x="32508" y="58903"/>
                      <a:pt x="34226" y="55520"/>
                    </a:cubicBezTo>
                    <a:cubicBezTo>
                      <a:pt x="35891" y="52137"/>
                      <a:pt x="36750" y="48754"/>
                      <a:pt x="36750" y="45425"/>
                    </a:cubicBezTo>
                    <a:cubicBezTo>
                      <a:pt x="36750" y="41075"/>
                      <a:pt x="35569" y="37638"/>
                      <a:pt x="33206" y="35061"/>
                    </a:cubicBezTo>
                    <a:cubicBezTo>
                      <a:pt x="30843" y="32429"/>
                      <a:pt x="27997" y="31140"/>
                      <a:pt x="24614" y="31140"/>
                    </a:cubicBezTo>
                    <a:cubicBezTo>
                      <a:pt x="20801" y="31140"/>
                      <a:pt x="17204" y="33020"/>
                      <a:pt x="13874" y="36833"/>
                    </a:cubicBezTo>
                    <a:cubicBezTo>
                      <a:pt x="10545" y="40592"/>
                      <a:pt x="8880" y="45478"/>
                      <a:pt x="8880" y="513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4" name="Freihandform: Form 203">
                <a:extLst>
                  <a:ext uri="{FF2B5EF4-FFF2-40B4-BE49-F238E27FC236}">
                    <a16:creationId xmlns:a16="http://schemas.microsoft.com/office/drawing/2014/main" id="{D665371B-21DD-E7B5-18D4-13BBF824B2D6}"/>
                  </a:ext>
                </a:extLst>
              </p:cNvPr>
              <p:cNvSpPr/>
              <p:nvPr/>
            </p:nvSpPr>
            <p:spPr>
              <a:xfrm>
                <a:off x="7777620" y="2670610"/>
                <a:ext cx="32810" cy="71151"/>
              </a:xfrm>
              <a:custGeom>
                <a:avLst/>
                <a:gdLst>
                  <a:gd name="connsiteX0" fmla="*/ 9475 w 32810"/>
                  <a:gd name="connsiteY0" fmla="*/ 71308 h 71151"/>
                  <a:gd name="connsiteX1" fmla="*/ 20644 w 32810"/>
                  <a:gd name="connsiteY1" fmla="*/ 17823 h 71151"/>
                  <a:gd name="connsiteX2" fmla="*/ 292 w 32810"/>
                  <a:gd name="connsiteY2" fmla="*/ 26952 h 71151"/>
                  <a:gd name="connsiteX3" fmla="*/ 1903 w 32810"/>
                  <a:gd name="connsiteY3" fmla="*/ 19004 h 71151"/>
                  <a:gd name="connsiteX4" fmla="*/ 14791 w 32810"/>
                  <a:gd name="connsiteY4" fmla="*/ 12185 h 71151"/>
                  <a:gd name="connsiteX5" fmla="*/ 24350 w 32810"/>
                  <a:gd name="connsiteY5" fmla="*/ 4882 h 71151"/>
                  <a:gd name="connsiteX6" fmla="*/ 28001 w 32810"/>
                  <a:gd name="connsiteY6" fmla="*/ 156 h 71151"/>
                  <a:gd name="connsiteX7" fmla="*/ 33103 w 32810"/>
                  <a:gd name="connsiteY7" fmla="*/ 156 h 71151"/>
                  <a:gd name="connsiteX8" fmla="*/ 18228 w 32810"/>
                  <a:gd name="connsiteY8" fmla="*/ 71308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75" y="71308"/>
                    </a:moveTo>
                    <a:lnTo>
                      <a:pt x="20644" y="17823"/>
                    </a:lnTo>
                    <a:cubicBezTo>
                      <a:pt x="15811" y="21636"/>
                      <a:pt x="9045" y="24643"/>
                      <a:pt x="292" y="26952"/>
                    </a:cubicBezTo>
                    <a:lnTo>
                      <a:pt x="1903" y="19004"/>
                    </a:lnTo>
                    <a:cubicBezTo>
                      <a:pt x="6253" y="17286"/>
                      <a:pt x="10549" y="15031"/>
                      <a:pt x="14791" y="12185"/>
                    </a:cubicBezTo>
                    <a:cubicBezTo>
                      <a:pt x="19033" y="9392"/>
                      <a:pt x="22202" y="6976"/>
                      <a:pt x="24350" y="4882"/>
                    </a:cubicBezTo>
                    <a:cubicBezTo>
                      <a:pt x="25638" y="3593"/>
                      <a:pt x="26873" y="1982"/>
                      <a:pt x="28001" y="156"/>
                    </a:cubicBezTo>
                    <a:lnTo>
                      <a:pt x="33103" y="156"/>
                    </a:lnTo>
                    <a:lnTo>
                      <a:pt x="18228" y="7130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5" name="Freihandform: Form 204">
                <a:extLst>
                  <a:ext uri="{FF2B5EF4-FFF2-40B4-BE49-F238E27FC236}">
                    <a16:creationId xmlns:a16="http://schemas.microsoft.com/office/drawing/2014/main" id="{3B150ED2-18E2-FAAA-C21F-CECBC1572CE8}"/>
                  </a:ext>
                </a:extLst>
              </p:cNvPr>
              <p:cNvSpPr/>
              <p:nvPr/>
            </p:nvSpPr>
            <p:spPr>
              <a:xfrm>
                <a:off x="7823440" y="2670610"/>
                <a:ext cx="49725" cy="72332"/>
              </a:xfrm>
              <a:custGeom>
                <a:avLst/>
                <a:gdLst>
                  <a:gd name="connsiteX0" fmla="*/ 296 w 49725"/>
                  <a:gd name="connsiteY0" fmla="*/ 52728 h 72332"/>
                  <a:gd name="connsiteX1" fmla="*/ 8781 w 49725"/>
                  <a:gd name="connsiteY1" fmla="*/ 51707 h 72332"/>
                  <a:gd name="connsiteX2" fmla="*/ 13077 w 49725"/>
                  <a:gd name="connsiteY2" fmla="*/ 62340 h 72332"/>
                  <a:gd name="connsiteX3" fmla="*/ 21722 w 49725"/>
                  <a:gd name="connsiteY3" fmla="*/ 65562 h 72332"/>
                  <a:gd name="connsiteX4" fmla="*/ 32946 w 49725"/>
                  <a:gd name="connsiteY4" fmla="*/ 60944 h 72332"/>
                  <a:gd name="connsiteX5" fmla="*/ 37617 w 49725"/>
                  <a:gd name="connsiteY5" fmla="*/ 50311 h 72332"/>
                  <a:gd name="connsiteX6" fmla="*/ 34127 w 49725"/>
                  <a:gd name="connsiteY6" fmla="*/ 41666 h 72332"/>
                  <a:gd name="connsiteX7" fmla="*/ 24622 w 49725"/>
                  <a:gd name="connsiteY7" fmla="*/ 38229 h 72332"/>
                  <a:gd name="connsiteX8" fmla="*/ 21830 w 49725"/>
                  <a:gd name="connsiteY8" fmla="*/ 38444 h 72332"/>
                  <a:gd name="connsiteX9" fmla="*/ 23333 w 49725"/>
                  <a:gd name="connsiteY9" fmla="*/ 31140 h 72332"/>
                  <a:gd name="connsiteX10" fmla="*/ 25750 w 49725"/>
                  <a:gd name="connsiteY10" fmla="*/ 31355 h 72332"/>
                  <a:gd name="connsiteX11" fmla="*/ 37295 w 49725"/>
                  <a:gd name="connsiteY11" fmla="*/ 27704 h 72332"/>
                  <a:gd name="connsiteX12" fmla="*/ 41323 w 49725"/>
                  <a:gd name="connsiteY12" fmla="*/ 18736 h 72332"/>
                  <a:gd name="connsiteX13" fmla="*/ 37993 w 49725"/>
                  <a:gd name="connsiteY13" fmla="*/ 10520 h 72332"/>
                  <a:gd name="connsiteX14" fmla="*/ 29885 w 49725"/>
                  <a:gd name="connsiteY14" fmla="*/ 7191 h 72332"/>
                  <a:gd name="connsiteX15" fmla="*/ 21454 w 49725"/>
                  <a:gd name="connsiteY15" fmla="*/ 10574 h 72332"/>
                  <a:gd name="connsiteX16" fmla="*/ 16675 w 49725"/>
                  <a:gd name="connsiteY16" fmla="*/ 20240 h 72332"/>
                  <a:gd name="connsiteX17" fmla="*/ 8083 w 49725"/>
                  <a:gd name="connsiteY17" fmla="*/ 18467 h 72332"/>
                  <a:gd name="connsiteX18" fmla="*/ 16245 w 49725"/>
                  <a:gd name="connsiteY18" fmla="*/ 4935 h 72332"/>
                  <a:gd name="connsiteX19" fmla="*/ 30529 w 49725"/>
                  <a:gd name="connsiteY19" fmla="*/ 156 h 72332"/>
                  <a:gd name="connsiteX20" fmla="*/ 44652 w 49725"/>
                  <a:gd name="connsiteY20" fmla="*/ 5419 h 72332"/>
                  <a:gd name="connsiteX21" fmla="*/ 50022 w 49725"/>
                  <a:gd name="connsiteY21" fmla="*/ 18414 h 72332"/>
                  <a:gd name="connsiteX22" fmla="*/ 47069 w 49725"/>
                  <a:gd name="connsiteY22" fmla="*/ 28187 h 72332"/>
                  <a:gd name="connsiteX23" fmla="*/ 38316 w 49725"/>
                  <a:gd name="connsiteY23" fmla="*/ 35114 h 72332"/>
                  <a:gd name="connsiteX24" fmla="*/ 44545 w 49725"/>
                  <a:gd name="connsiteY24" fmla="*/ 41075 h 72332"/>
                  <a:gd name="connsiteX25" fmla="*/ 46585 w 49725"/>
                  <a:gd name="connsiteY25" fmla="*/ 49022 h 72332"/>
                  <a:gd name="connsiteX26" fmla="*/ 39443 w 49725"/>
                  <a:gd name="connsiteY26" fmla="*/ 65508 h 72332"/>
                  <a:gd name="connsiteX27" fmla="*/ 22421 w 49725"/>
                  <a:gd name="connsiteY27" fmla="*/ 72489 h 72332"/>
                  <a:gd name="connsiteX28" fmla="*/ 6901 w 49725"/>
                  <a:gd name="connsiteY28" fmla="*/ 67119 h 72332"/>
                  <a:gd name="connsiteX29" fmla="*/ 296 w 49725"/>
                  <a:gd name="connsiteY29" fmla="*/ 52728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296" y="52728"/>
                    </a:moveTo>
                    <a:lnTo>
                      <a:pt x="8781" y="51707"/>
                    </a:lnTo>
                    <a:cubicBezTo>
                      <a:pt x="9425" y="56648"/>
                      <a:pt x="10875" y="60192"/>
                      <a:pt x="13077" y="62340"/>
                    </a:cubicBezTo>
                    <a:cubicBezTo>
                      <a:pt x="15279" y="64488"/>
                      <a:pt x="18178" y="65562"/>
                      <a:pt x="21722" y="65562"/>
                    </a:cubicBezTo>
                    <a:cubicBezTo>
                      <a:pt x="26072" y="65562"/>
                      <a:pt x="29777" y="64004"/>
                      <a:pt x="32946" y="60944"/>
                    </a:cubicBezTo>
                    <a:cubicBezTo>
                      <a:pt x="36060" y="57829"/>
                      <a:pt x="37617" y="54285"/>
                      <a:pt x="37617" y="50311"/>
                    </a:cubicBezTo>
                    <a:cubicBezTo>
                      <a:pt x="37617" y="46821"/>
                      <a:pt x="36490" y="43921"/>
                      <a:pt x="34127" y="41666"/>
                    </a:cubicBezTo>
                    <a:cubicBezTo>
                      <a:pt x="31764" y="39410"/>
                      <a:pt x="28596" y="38229"/>
                      <a:pt x="24622" y="38229"/>
                    </a:cubicBezTo>
                    <a:cubicBezTo>
                      <a:pt x="24193" y="38229"/>
                      <a:pt x="23280" y="38336"/>
                      <a:pt x="21830" y="38444"/>
                    </a:cubicBezTo>
                    <a:lnTo>
                      <a:pt x="23333" y="31140"/>
                    </a:lnTo>
                    <a:cubicBezTo>
                      <a:pt x="24193" y="31302"/>
                      <a:pt x="24998" y="31355"/>
                      <a:pt x="25750" y="31355"/>
                    </a:cubicBezTo>
                    <a:cubicBezTo>
                      <a:pt x="30744" y="31355"/>
                      <a:pt x="34610" y="30120"/>
                      <a:pt x="37295" y="27704"/>
                    </a:cubicBezTo>
                    <a:cubicBezTo>
                      <a:pt x="39980" y="25234"/>
                      <a:pt x="41323" y="22280"/>
                      <a:pt x="41323" y="18736"/>
                    </a:cubicBezTo>
                    <a:cubicBezTo>
                      <a:pt x="41323" y="15460"/>
                      <a:pt x="40195" y="12722"/>
                      <a:pt x="37993" y="10520"/>
                    </a:cubicBezTo>
                    <a:cubicBezTo>
                      <a:pt x="35792" y="8265"/>
                      <a:pt x="33107" y="7191"/>
                      <a:pt x="29885" y="7191"/>
                    </a:cubicBezTo>
                    <a:cubicBezTo>
                      <a:pt x="26770" y="7191"/>
                      <a:pt x="23978" y="8318"/>
                      <a:pt x="21454" y="10574"/>
                    </a:cubicBezTo>
                    <a:cubicBezTo>
                      <a:pt x="18984" y="12829"/>
                      <a:pt x="17373" y="16051"/>
                      <a:pt x="16675" y="20240"/>
                    </a:cubicBezTo>
                    <a:lnTo>
                      <a:pt x="8083" y="18467"/>
                    </a:lnTo>
                    <a:cubicBezTo>
                      <a:pt x="9479" y="12668"/>
                      <a:pt x="12218" y="8157"/>
                      <a:pt x="16245" y="4935"/>
                    </a:cubicBezTo>
                    <a:cubicBezTo>
                      <a:pt x="20273" y="1767"/>
                      <a:pt x="25052" y="156"/>
                      <a:pt x="30529" y="156"/>
                    </a:cubicBezTo>
                    <a:cubicBezTo>
                      <a:pt x="36329" y="156"/>
                      <a:pt x="41054" y="1928"/>
                      <a:pt x="44652" y="5419"/>
                    </a:cubicBezTo>
                    <a:cubicBezTo>
                      <a:pt x="48196" y="8963"/>
                      <a:pt x="50022" y="13259"/>
                      <a:pt x="50022" y="18414"/>
                    </a:cubicBezTo>
                    <a:cubicBezTo>
                      <a:pt x="50022" y="22119"/>
                      <a:pt x="49055" y="25395"/>
                      <a:pt x="47069" y="28187"/>
                    </a:cubicBezTo>
                    <a:cubicBezTo>
                      <a:pt x="45135" y="30979"/>
                      <a:pt x="42235" y="33289"/>
                      <a:pt x="38316" y="35114"/>
                    </a:cubicBezTo>
                    <a:cubicBezTo>
                      <a:pt x="41108" y="36779"/>
                      <a:pt x="43148" y="38712"/>
                      <a:pt x="44545" y="41075"/>
                    </a:cubicBezTo>
                    <a:cubicBezTo>
                      <a:pt x="45887" y="43384"/>
                      <a:pt x="46585" y="46015"/>
                      <a:pt x="46585" y="49022"/>
                    </a:cubicBezTo>
                    <a:cubicBezTo>
                      <a:pt x="46585" y="55359"/>
                      <a:pt x="44222" y="60890"/>
                      <a:pt x="39443" y="65508"/>
                    </a:cubicBezTo>
                    <a:cubicBezTo>
                      <a:pt x="34718" y="70180"/>
                      <a:pt x="29026" y="72489"/>
                      <a:pt x="22421" y="72489"/>
                    </a:cubicBezTo>
                    <a:cubicBezTo>
                      <a:pt x="16030" y="72489"/>
                      <a:pt x="10821" y="70717"/>
                      <a:pt x="6901" y="67119"/>
                    </a:cubicBezTo>
                    <a:cubicBezTo>
                      <a:pt x="2928" y="63521"/>
                      <a:pt x="726" y="58742"/>
                      <a:pt x="296" y="5272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6" name="Freihandform: Form 205">
                <a:extLst>
                  <a:ext uri="{FF2B5EF4-FFF2-40B4-BE49-F238E27FC236}">
                    <a16:creationId xmlns:a16="http://schemas.microsoft.com/office/drawing/2014/main" id="{CEE7AC95-5061-ED84-9B86-EE7290FB6313}"/>
                  </a:ext>
                </a:extLst>
              </p:cNvPr>
              <p:cNvSpPr/>
              <p:nvPr/>
            </p:nvSpPr>
            <p:spPr>
              <a:xfrm>
                <a:off x="7879718" y="2670610"/>
                <a:ext cx="47899" cy="72332"/>
              </a:xfrm>
              <a:custGeom>
                <a:avLst/>
                <a:gdLst>
                  <a:gd name="connsiteX0" fmla="*/ 300 w 47899"/>
                  <a:gd name="connsiteY0" fmla="*/ 55090 h 72332"/>
                  <a:gd name="connsiteX1" fmla="*/ 8516 w 47899"/>
                  <a:gd name="connsiteY1" fmla="*/ 54231 h 72332"/>
                  <a:gd name="connsiteX2" fmla="*/ 11899 w 47899"/>
                  <a:gd name="connsiteY2" fmla="*/ 62716 h 72332"/>
                  <a:gd name="connsiteX3" fmla="*/ 18021 w 47899"/>
                  <a:gd name="connsiteY3" fmla="*/ 65240 h 72332"/>
                  <a:gd name="connsiteX4" fmla="*/ 27311 w 47899"/>
                  <a:gd name="connsiteY4" fmla="*/ 60890 h 72332"/>
                  <a:gd name="connsiteX5" fmla="*/ 36655 w 47899"/>
                  <a:gd name="connsiteY5" fmla="*/ 42525 h 72332"/>
                  <a:gd name="connsiteX6" fmla="*/ 28868 w 47899"/>
                  <a:gd name="connsiteY6" fmla="*/ 47250 h 72332"/>
                  <a:gd name="connsiteX7" fmla="*/ 21888 w 47899"/>
                  <a:gd name="connsiteY7" fmla="*/ 48646 h 72332"/>
                  <a:gd name="connsiteX8" fmla="*/ 10288 w 47899"/>
                  <a:gd name="connsiteY8" fmla="*/ 44297 h 72332"/>
                  <a:gd name="connsiteX9" fmla="*/ 3522 w 47899"/>
                  <a:gd name="connsiteY9" fmla="*/ 28080 h 72332"/>
                  <a:gd name="connsiteX10" fmla="*/ 11309 w 47899"/>
                  <a:gd name="connsiteY10" fmla="*/ 7513 h 72332"/>
                  <a:gd name="connsiteX11" fmla="*/ 27794 w 47899"/>
                  <a:gd name="connsiteY11" fmla="*/ 156 h 72332"/>
                  <a:gd name="connsiteX12" fmla="*/ 42401 w 47899"/>
                  <a:gd name="connsiteY12" fmla="*/ 6654 h 72332"/>
                  <a:gd name="connsiteX13" fmla="*/ 48200 w 47899"/>
                  <a:gd name="connsiteY13" fmla="*/ 25072 h 72332"/>
                  <a:gd name="connsiteX14" fmla="*/ 44334 w 47899"/>
                  <a:gd name="connsiteY14" fmla="*/ 47895 h 72332"/>
                  <a:gd name="connsiteX15" fmla="*/ 31929 w 47899"/>
                  <a:gd name="connsiteY15" fmla="*/ 67388 h 72332"/>
                  <a:gd name="connsiteX16" fmla="*/ 17538 w 47899"/>
                  <a:gd name="connsiteY16" fmla="*/ 72489 h 72332"/>
                  <a:gd name="connsiteX17" fmla="*/ 5563 w 47899"/>
                  <a:gd name="connsiteY17" fmla="*/ 67925 h 72332"/>
                  <a:gd name="connsiteX18" fmla="*/ 300 w 47899"/>
                  <a:gd name="connsiteY18" fmla="*/ 55090 h 72332"/>
                  <a:gd name="connsiteX19" fmla="*/ 11953 w 47899"/>
                  <a:gd name="connsiteY19" fmla="*/ 27059 h 72332"/>
                  <a:gd name="connsiteX20" fmla="*/ 15497 w 47899"/>
                  <a:gd name="connsiteY20" fmla="*/ 37692 h 72332"/>
                  <a:gd name="connsiteX21" fmla="*/ 23928 w 47899"/>
                  <a:gd name="connsiteY21" fmla="*/ 41612 h 72332"/>
                  <a:gd name="connsiteX22" fmla="*/ 31124 w 47899"/>
                  <a:gd name="connsiteY22" fmla="*/ 39195 h 72332"/>
                  <a:gd name="connsiteX23" fmla="*/ 37299 w 47899"/>
                  <a:gd name="connsiteY23" fmla="*/ 31785 h 72332"/>
                  <a:gd name="connsiteX24" fmla="*/ 39823 w 47899"/>
                  <a:gd name="connsiteY24" fmla="*/ 21743 h 72332"/>
                  <a:gd name="connsiteX25" fmla="*/ 38158 w 47899"/>
                  <a:gd name="connsiteY25" fmla="*/ 14172 h 72332"/>
                  <a:gd name="connsiteX26" fmla="*/ 33540 w 47899"/>
                  <a:gd name="connsiteY26" fmla="*/ 8963 h 72332"/>
                  <a:gd name="connsiteX27" fmla="*/ 27633 w 47899"/>
                  <a:gd name="connsiteY27" fmla="*/ 7191 h 72332"/>
                  <a:gd name="connsiteX28" fmla="*/ 21888 w 47899"/>
                  <a:gd name="connsiteY28" fmla="*/ 8748 h 72332"/>
                  <a:gd name="connsiteX29" fmla="*/ 16732 w 47899"/>
                  <a:gd name="connsiteY29" fmla="*/ 13259 h 72332"/>
                  <a:gd name="connsiteX30" fmla="*/ 13135 w 47899"/>
                  <a:gd name="connsiteY30" fmla="*/ 20132 h 72332"/>
                  <a:gd name="connsiteX31" fmla="*/ 11953 w 47899"/>
                  <a:gd name="connsiteY31" fmla="*/ 2705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00" y="55090"/>
                    </a:moveTo>
                    <a:lnTo>
                      <a:pt x="8516" y="54231"/>
                    </a:lnTo>
                    <a:cubicBezTo>
                      <a:pt x="9053" y="58205"/>
                      <a:pt x="10181" y="61051"/>
                      <a:pt x="11899" y="62716"/>
                    </a:cubicBezTo>
                    <a:cubicBezTo>
                      <a:pt x="13618" y="64380"/>
                      <a:pt x="15658" y="65240"/>
                      <a:pt x="18021" y="65240"/>
                    </a:cubicBezTo>
                    <a:cubicBezTo>
                      <a:pt x="21350" y="65240"/>
                      <a:pt x="24465" y="63790"/>
                      <a:pt x="27311" y="60890"/>
                    </a:cubicBezTo>
                    <a:cubicBezTo>
                      <a:pt x="31553" y="56594"/>
                      <a:pt x="34668" y="50526"/>
                      <a:pt x="36655" y="42525"/>
                    </a:cubicBezTo>
                    <a:cubicBezTo>
                      <a:pt x="33701" y="44726"/>
                      <a:pt x="31124" y="46284"/>
                      <a:pt x="28868" y="47250"/>
                    </a:cubicBezTo>
                    <a:cubicBezTo>
                      <a:pt x="26559" y="48163"/>
                      <a:pt x="24250" y="48646"/>
                      <a:pt x="21888" y="48646"/>
                    </a:cubicBezTo>
                    <a:cubicBezTo>
                      <a:pt x="17538" y="48646"/>
                      <a:pt x="13671" y="47197"/>
                      <a:pt x="10288" y="44297"/>
                    </a:cubicBezTo>
                    <a:cubicBezTo>
                      <a:pt x="5778" y="40538"/>
                      <a:pt x="3522" y="35114"/>
                      <a:pt x="3522" y="28080"/>
                    </a:cubicBezTo>
                    <a:cubicBezTo>
                      <a:pt x="3522" y="20078"/>
                      <a:pt x="6100" y="13205"/>
                      <a:pt x="11309" y="7513"/>
                    </a:cubicBezTo>
                    <a:cubicBezTo>
                      <a:pt x="15819" y="2626"/>
                      <a:pt x="21297" y="156"/>
                      <a:pt x="27794" y="156"/>
                    </a:cubicBezTo>
                    <a:cubicBezTo>
                      <a:pt x="33648" y="156"/>
                      <a:pt x="38534" y="2358"/>
                      <a:pt x="42401" y="6654"/>
                    </a:cubicBezTo>
                    <a:cubicBezTo>
                      <a:pt x="46267" y="11003"/>
                      <a:pt x="48200" y="17125"/>
                      <a:pt x="48200" y="25072"/>
                    </a:cubicBezTo>
                    <a:cubicBezTo>
                      <a:pt x="48200" y="32751"/>
                      <a:pt x="46911" y="40377"/>
                      <a:pt x="44334" y="47895"/>
                    </a:cubicBezTo>
                    <a:cubicBezTo>
                      <a:pt x="41273" y="56701"/>
                      <a:pt x="37138" y="63199"/>
                      <a:pt x="31929" y="67388"/>
                    </a:cubicBezTo>
                    <a:cubicBezTo>
                      <a:pt x="27687" y="70824"/>
                      <a:pt x="22854" y="72489"/>
                      <a:pt x="17538" y="72489"/>
                    </a:cubicBezTo>
                    <a:cubicBezTo>
                      <a:pt x="12651" y="72489"/>
                      <a:pt x="8677" y="70985"/>
                      <a:pt x="5563" y="67925"/>
                    </a:cubicBezTo>
                    <a:cubicBezTo>
                      <a:pt x="2448" y="64917"/>
                      <a:pt x="676" y="60621"/>
                      <a:pt x="300" y="55090"/>
                    </a:cubicBezTo>
                    <a:moveTo>
                      <a:pt x="11953" y="27059"/>
                    </a:moveTo>
                    <a:cubicBezTo>
                      <a:pt x="11953" y="31463"/>
                      <a:pt x="13135" y="35007"/>
                      <a:pt x="15497" y="37692"/>
                    </a:cubicBezTo>
                    <a:cubicBezTo>
                      <a:pt x="17860" y="40323"/>
                      <a:pt x="20706" y="41612"/>
                      <a:pt x="23928" y="41612"/>
                    </a:cubicBezTo>
                    <a:cubicBezTo>
                      <a:pt x="26345" y="41612"/>
                      <a:pt x="28761" y="40806"/>
                      <a:pt x="31124" y="39195"/>
                    </a:cubicBezTo>
                    <a:cubicBezTo>
                      <a:pt x="33540" y="37531"/>
                      <a:pt x="35581" y="35061"/>
                      <a:pt x="37299" y="31785"/>
                    </a:cubicBezTo>
                    <a:cubicBezTo>
                      <a:pt x="38964" y="28509"/>
                      <a:pt x="39823" y="25180"/>
                      <a:pt x="39823" y="21743"/>
                    </a:cubicBezTo>
                    <a:cubicBezTo>
                      <a:pt x="39823" y="19004"/>
                      <a:pt x="39286" y="16481"/>
                      <a:pt x="38158" y="14172"/>
                    </a:cubicBezTo>
                    <a:cubicBezTo>
                      <a:pt x="37031" y="11862"/>
                      <a:pt x="35473" y="10090"/>
                      <a:pt x="33540" y="8963"/>
                    </a:cubicBezTo>
                    <a:cubicBezTo>
                      <a:pt x="31607" y="7781"/>
                      <a:pt x="29620" y="7191"/>
                      <a:pt x="27633" y="7191"/>
                    </a:cubicBezTo>
                    <a:cubicBezTo>
                      <a:pt x="25700" y="7191"/>
                      <a:pt x="23767" y="7674"/>
                      <a:pt x="21888" y="8748"/>
                    </a:cubicBezTo>
                    <a:cubicBezTo>
                      <a:pt x="20062" y="9768"/>
                      <a:pt x="18290" y="11272"/>
                      <a:pt x="16732" y="13259"/>
                    </a:cubicBezTo>
                    <a:cubicBezTo>
                      <a:pt x="15121" y="15246"/>
                      <a:pt x="13940" y="17555"/>
                      <a:pt x="13135" y="20132"/>
                    </a:cubicBezTo>
                    <a:cubicBezTo>
                      <a:pt x="12329" y="22763"/>
                      <a:pt x="11953" y="25019"/>
                      <a:pt x="11953" y="2705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7" name="Freihandform: Form 206">
                <a:extLst>
                  <a:ext uri="{FF2B5EF4-FFF2-40B4-BE49-F238E27FC236}">
                    <a16:creationId xmlns:a16="http://schemas.microsoft.com/office/drawing/2014/main" id="{B8124DEF-BC18-A2DA-5349-5FFC717A3F98}"/>
                  </a:ext>
                </a:extLst>
              </p:cNvPr>
              <p:cNvSpPr/>
              <p:nvPr/>
            </p:nvSpPr>
            <p:spPr>
              <a:xfrm>
                <a:off x="7935083" y="2670610"/>
                <a:ext cx="48973" cy="72332"/>
              </a:xfrm>
              <a:custGeom>
                <a:avLst/>
                <a:gdLst>
                  <a:gd name="connsiteX0" fmla="*/ 304 w 48973"/>
                  <a:gd name="connsiteY0" fmla="*/ 48056 h 72332"/>
                  <a:gd name="connsiteX1" fmla="*/ 2989 w 48973"/>
                  <a:gd name="connsiteY1" fmla="*/ 29798 h 72332"/>
                  <a:gd name="connsiteX2" fmla="*/ 9004 w 48973"/>
                  <a:gd name="connsiteY2" fmla="*/ 14977 h 72332"/>
                  <a:gd name="connsiteX3" fmla="*/ 15770 w 48973"/>
                  <a:gd name="connsiteY3" fmla="*/ 6278 h 72332"/>
                  <a:gd name="connsiteX4" fmla="*/ 22751 w 48973"/>
                  <a:gd name="connsiteY4" fmla="*/ 1660 h 72332"/>
                  <a:gd name="connsiteX5" fmla="*/ 30269 w 48973"/>
                  <a:gd name="connsiteY5" fmla="*/ 156 h 72332"/>
                  <a:gd name="connsiteX6" fmla="*/ 43854 w 48973"/>
                  <a:gd name="connsiteY6" fmla="*/ 6224 h 72332"/>
                  <a:gd name="connsiteX7" fmla="*/ 49278 w 48973"/>
                  <a:gd name="connsiteY7" fmla="*/ 23676 h 72332"/>
                  <a:gd name="connsiteX8" fmla="*/ 45519 w 48973"/>
                  <a:gd name="connsiteY8" fmla="*/ 46928 h 72332"/>
                  <a:gd name="connsiteX9" fmla="*/ 33168 w 48973"/>
                  <a:gd name="connsiteY9" fmla="*/ 67334 h 72332"/>
                  <a:gd name="connsiteX10" fmla="*/ 19260 w 48973"/>
                  <a:gd name="connsiteY10" fmla="*/ 72489 h 72332"/>
                  <a:gd name="connsiteX11" fmla="*/ 5835 w 48973"/>
                  <a:gd name="connsiteY11" fmla="*/ 66260 h 72332"/>
                  <a:gd name="connsiteX12" fmla="*/ 304 w 48973"/>
                  <a:gd name="connsiteY12" fmla="*/ 48056 h 72332"/>
                  <a:gd name="connsiteX13" fmla="*/ 8789 w 48973"/>
                  <a:gd name="connsiteY13" fmla="*/ 50311 h 72332"/>
                  <a:gd name="connsiteX14" fmla="*/ 10937 w 48973"/>
                  <a:gd name="connsiteY14" fmla="*/ 60460 h 72332"/>
                  <a:gd name="connsiteX15" fmla="*/ 19690 w 48973"/>
                  <a:gd name="connsiteY15" fmla="*/ 65562 h 72332"/>
                  <a:gd name="connsiteX16" fmla="*/ 28926 w 48973"/>
                  <a:gd name="connsiteY16" fmla="*/ 60944 h 72332"/>
                  <a:gd name="connsiteX17" fmla="*/ 37948 w 48973"/>
                  <a:gd name="connsiteY17" fmla="*/ 41988 h 72332"/>
                  <a:gd name="connsiteX18" fmla="*/ 40955 w 48973"/>
                  <a:gd name="connsiteY18" fmla="*/ 21582 h 72332"/>
                  <a:gd name="connsiteX19" fmla="*/ 38055 w 48973"/>
                  <a:gd name="connsiteY19" fmla="*/ 10574 h 72332"/>
                  <a:gd name="connsiteX20" fmla="*/ 30322 w 48973"/>
                  <a:gd name="connsiteY20" fmla="*/ 7191 h 72332"/>
                  <a:gd name="connsiteX21" fmla="*/ 23825 w 48973"/>
                  <a:gd name="connsiteY21" fmla="*/ 8963 h 72332"/>
                  <a:gd name="connsiteX22" fmla="*/ 18079 w 48973"/>
                  <a:gd name="connsiteY22" fmla="*/ 15084 h 72332"/>
                  <a:gd name="connsiteX23" fmla="*/ 11259 w 48973"/>
                  <a:gd name="connsiteY23" fmla="*/ 33450 h 72332"/>
                  <a:gd name="connsiteX24" fmla="*/ 8789 w 48973"/>
                  <a:gd name="connsiteY24" fmla="*/ 5031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04" y="48056"/>
                    </a:moveTo>
                    <a:cubicBezTo>
                      <a:pt x="304" y="42095"/>
                      <a:pt x="1217" y="35973"/>
                      <a:pt x="2989" y="29798"/>
                    </a:cubicBezTo>
                    <a:cubicBezTo>
                      <a:pt x="4815" y="23623"/>
                      <a:pt x="6802" y="18682"/>
                      <a:pt x="9004" y="14977"/>
                    </a:cubicBezTo>
                    <a:cubicBezTo>
                      <a:pt x="11152" y="11272"/>
                      <a:pt x="13461" y="8372"/>
                      <a:pt x="15770" y="6278"/>
                    </a:cubicBezTo>
                    <a:cubicBezTo>
                      <a:pt x="18133" y="4183"/>
                      <a:pt x="20442" y="2626"/>
                      <a:pt x="22751" y="1660"/>
                    </a:cubicBezTo>
                    <a:cubicBezTo>
                      <a:pt x="25006" y="639"/>
                      <a:pt x="27530" y="156"/>
                      <a:pt x="30269" y="156"/>
                    </a:cubicBezTo>
                    <a:cubicBezTo>
                      <a:pt x="35692" y="156"/>
                      <a:pt x="40203" y="2197"/>
                      <a:pt x="43854" y="6224"/>
                    </a:cubicBezTo>
                    <a:cubicBezTo>
                      <a:pt x="47452" y="10251"/>
                      <a:pt x="49278" y="16051"/>
                      <a:pt x="49278" y="23676"/>
                    </a:cubicBezTo>
                    <a:cubicBezTo>
                      <a:pt x="49278" y="31463"/>
                      <a:pt x="48043" y="39249"/>
                      <a:pt x="45519" y="46928"/>
                    </a:cubicBezTo>
                    <a:cubicBezTo>
                      <a:pt x="42566" y="56003"/>
                      <a:pt x="38431" y="62823"/>
                      <a:pt x="33168" y="67334"/>
                    </a:cubicBezTo>
                    <a:cubicBezTo>
                      <a:pt x="29087" y="70771"/>
                      <a:pt x="24469" y="72489"/>
                      <a:pt x="19260" y="72489"/>
                    </a:cubicBezTo>
                    <a:cubicBezTo>
                      <a:pt x="13944" y="72489"/>
                      <a:pt x="9487" y="70448"/>
                      <a:pt x="5835" y="66260"/>
                    </a:cubicBezTo>
                    <a:cubicBezTo>
                      <a:pt x="2184" y="62071"/>
                      <a:pt x="304" y="56003"/>
                      <a:pt x="304" y="48056"/>
                    </a:cubicBezTo>
                    <a:moveTo>
                      <a:pt x="8789" y="50311"/>
                    </a:moveTo>
                    <a:cubicBezTo>
                      <a:pt x="8789" y="54661"/>
                      <a:pt x="9487" y="58044"/>
                      <a:pt x="10937" y="60460"/>
                    </a:cubicBezTo>
                    <a:cubicBezTo>
                      <a:pt x="12924" y="63843"/>
                      <a:pt x="15823" y="65562"/>
                      <a:pt x="19690" y="65562"/>
                    </a:cubicBezTo>
                    <a:cubicBezTo>
                      <a:pt x="23073" y="65562"/>
                      <a:pt x="26187" y="64004"/>
                      <a:pt x="28926" y="60944"/>
                    </a:cubicBezTo>
                    <a:cubicBezTo>
                      <a:pt x="32954" y="56648"/>
                      <a:pt x="35961" y="50311"/>
                      <a:pt x="37948" y="41988"/>
                    </a:cubicBezTo>
                    <a:cubicBezTo>
                      <a:pt x="39988" y="33664"/>
                      <a:pt x="40955" y="26844"/>
                      <a:pt x="40955" y="21582"/>
                    </a:cubicBezTo>
                    <a:cubicBezTo>
                      <a:pt x="40955" y="16481"/>
                      <a:pt x="39988" y="12829"/>
                      <a:pt x="38055" y="10574"/>
                    </a:cubicBezTo>
                    <a:cubicBezTo>
                      <a:pt x="36122" y="8318"/>
                      <a:pt x="33544" y="7191"/>
                      <a:pt x="30322" y="7191"/>
                    </a:cubicBezTo>
                    <a:cubicBezTo>
                      <a:pt x="28013" y="7191"/>
                      <a:pt x="25865" y="7781"/>
                      <a:pt x="23825" y="8963"/>
                    </a:cubicBezTo>
                    <a:cubicBezTo>
                      <a:pt x="21838" y="10144"/>
                      <a:pt x="19905" y="12185"/>
                      <a:pt x="18079" y="15084"/>
                    </a:cubicBezTo>
                    <a:cubicBezTo>
                      <a:pt x="15448" y="19219"/>
                      <a:pt x="13192" y="25341"/>
                      <a:pt x="11259" y="33450"/>
                    </a:cubicBezTo>
                    <a:cubicBezTo>
                      <a:pt x="9594" y="40431"/>
                      <a:pt x="8789" y="46015"/>
                      <a:pt x="8789" y="5031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8" name="Freihandform: Form 207">
                <a:extLst>
                  <a:ext uri="{FF2B5EF4-FFF2-40B4-BE49-F238E27FC236}">
                    <a16:creationId xmlns:a16="http://schemas.microsoft.com/office/drawing/2014/main" id="{3642C243-CC4B-3828-3A11-883960AA960D}"/>
                  </a:ext>
                </a:extLst>
              </p:cNvPr>
              <p:cNvSpPr/>
              <p:nvPr/>
            </p:nvSpPr>
            <p:spPr>
              <a:xfrm>
                <a:off x="7988851" y="2731880"/>
                <a:ext cx="11974" cy="9880"/>
              </a:xfrm>
              <a:custGeom>
                <a:avLst/>
                <a:gdLst>
                  <a:gd name="connsiteX0" fmla="*/ 308 w 11974"/>
                  <a:gd name="connsiteY0" fmla="*/ 10037 h 9880"/>
                  <a:gd name="connsiteX1" fmla="*/ 2403 w 11974"/>
                  <a:gd name="connsiteY1" fmla="*/ 156 h 9880"/>
                  <a:gd name="connsiteX2" fmla="*/ 12283 w 11974"/>
                  <a:gd name="connsiteY2" fmla="*/ 156 h 9880"/>
                  <a:gd name="connsiteX3" fmla="*/ 10189 w 11974"/>
                  <a:gd name="connsiteY3" fmla="*/ 10037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08" y="10037"/>
                    </a:moveTo>
                    <a:lnTo>
                      <a:pt x="2403" y="156"/>
                    </a:lnTo>
                    <a:lnTo>
                      <a:pt x="12283" y="156"/>
                    </a:lnTo>
                    <a:lnTo>
                      <a:pt x="10189" y="1003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09" name="Freihandform: Form 208">
                <a:extLst>
                  <a:ext uri="{FF2B5EF4-FFF2-40B4-BE49-F238E27FC236}">
                    <a16:creationId xmlns:a16="http://schemas.microsoft.com/office/drawing/2014/main" id="{5CA94756-762D-327C-8D6D-AA11ADC73F39}"/>
                  </a:ext>
                </a:extLst>
              </p:cNvPr>
              <p:cNvSpPr/>
              <p:nvPr/>
            </p:nvSpPr>
            <p:spPr>
              <a:xfrm>
                <a:off x="8025313" y="2670610"/>
                <a:ext cx="32810" cy="71151"/>
              </a:xfrm>
              <a:custGeom>
                <a:avLst/>
                <a:gdLst>
                  <a:gd name="connsiteX0" fmla="*/ 9493 w 32810"/>
                  <a:gd name="connsiteY0" fmla="*/ 71308 h 71151"/>
                  <a:gd name="connsiteX1" fmla="*/ 20662 w 32810"/>
                  <a:gd name="connsiteY1" fmla="*/ 17823 h 71151"/>
                  <a:gd name="connsiteX2" fmla="*/ 310 w 32810"/>
                  <a:gd name="connsiteY2" fmla="*/ 26952 h 71151"/>
                  <a:gd name="connsiteX3" fmla="*/ 1921 w 32810"/>
                  <a:gd name="connsiteY3" fmla="*/ 19004 h 71151"/>
                  <a:gd name="connsiteX4" fmla="*/ 14809 w 32810"/>
                  <a:gd name="connsiteY4" fmla="*/ 12185 h 71151"/>
                  <a:gd name="connsiteX5" fmla="*/ 24368 w 32810"/>
                  <a:gd name="connsiteY5" fmla="*/ 4882 h 71151"/>
                  <a:gd name="connsiteX6" fmla="*/ 28019 w 32810"/>
                  <a:gd name="connsiteY6" fmla="*/ 156 h 71151"/>
                  <a:gd name="connsiteX7" fmla="*/ 33121 w 32810"/>
                  <a:gd name="connsiteY7" fmla="*/ 156 h 71151"/>
                  <a:gd name="connsiteX8" fmla="*/ 18246 w 32810"/>
                  <a:gd name="connsiteY8" fmla="*/ 71308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93" y="71308"/>
                    </a:moveTo>
                    <a:lnTo>
                      <a:pt x="20662" y="17823"/>
                    </a:lnTo>
                    <a:cubicBezTo>
                      <a:pt x="15829" y="21636"/>
                      <a:pt x="9063" y="24643"/>
                      <a:pt x="310" y="26952"/>
                    </a:cubicBezTo>
                    <a:lnTo>
                      <a:pt x="1921" y="19004"/>
                    </a:lnTo>
                    <a:cubicBezTo>
                      <a:pt x="6271" y="17286"/>
                      <a:pt x="10567" y="15031"/>
                      <a:pt x="14809" y="12185"/>
                    </a:cubicBezTo>
                    <a:cubicBezTo>
                      <a:pt x="19051" y="9392"/>
                      <a:pt x="22220" y="6976"/>
                      <a:pt x="24368" y="4882"/>
                    </a:cubicBezTo>
                    <a:cubicBezTo>
                      <a:pt x="25656" y="3593"/>
                      <a:pt x="26891" y="1982"/>
                      <a:pt x="28019" y="156"/>
                    </a:cubicBezTo>
                    <a:lnTo>
                      <a:pt x="33121" y="156"/>
                    </a:lnTo>
                    <a:lnTo>
                      <a:pt x="18246" y="7130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210" name="Grafik 4">
              <a:extLst>
                <a:ext uri="{FF2B5EF4-FFF2-40B4-BE49-F238E27FC236}">
                  <a16:creationId xmlns:a16="http://schemas.microsoft.com/office/drawing/2014/main" id="{44AE7D8C-26A1-E3DD-79C2-47A893FB2ABC}"/>
                </a:ext>
              </a:extLst>
            </p:cNvPr>
            <p:cNvGrpSpPr/>
            <p:nvPr/>
          </p:nvGrpSpPr>
          <p:grpSpPr>
            <a:xfrm>
              <a:off x="7421228" y="2544316"/>
              <a:ext cx="524787" cy="72332"/>
              <a:chOff x="7421228" y="2544316"/>
              <a:chExt cx="524787" cy="72332"/>
            </a:xfrm>
            <a:solidFill>
              <a:srgbClr val="000000"/>
            </a:solidFill>
          </p:grpSpPr>
          <p:sp>
            <p:nvSpPr>
              <p:cNvPr id="211" name="Freihandform: Form 210">
                <a:extLst>
                  <a:ext uri="{FF2B5EF4-FFF2-40B4-BE49-F238E27FC236}">
                    <a16:creationId xmlns:a16="http://schemas.microsoft.com/office/drawing/2014/main" id="{9CCF2B6E-3821-E263-0F73-E6A9D1E3E984}"/>
                  </a:ext>
                </a:extLst>
              </p:cNvPr>
              <p:cNvSpPr/>
              <p:nvPr/>
            </p:nvSpPr>
            <p:spPr>
              <a:xfrm>
                <a:off x="7421228" y="2544638"/>
                <a:ext cx="92738" cy="70829"/>
              </a:xfrm>
              <a:custGeom>
                <a:avLst/>
                <a:gdLst>
                  <a:gd name="connsiteX0" fmla="*/ 4616 w 92738"/>
                  <a:gd name="connsiteY0" fmla="*/ 70976 h 70829"/>
                  <a:gd name="connsiteX1" fmla="*/ 267 w 92738"/>
                  <a:gd name="connsiteY1" fmla="*/ 147 h 70829"/>
                  <a:gd name="connsiteX2" fmla="*/ 9879 w 92738"/>
                  <a:gd name="connsiteY2" fmla="*/ 147 h 70829"/>
                  <a:gd name="connsiteX3" fmla="*/ 11543 w 92738"/>
                  <a:gd name="connsiteY3" fmla="*/ 35159 h 70829"/>
                  <a:gd name="connsiteX4" fmla="*/ 12027 w 92738"/>
                  <a:gd name="connsiteY4" fmla="*/ 48798 h 70829"/>
                  <a:gd name="connsiteX5" fmla="*/ 12134 w 92738"/>
                  <a:gd name="connsiteY5" fmla="*/ 53148 h 70829"/>
                  <a:gd name="connsiteX6" fmla="*/ 12080 w 92738"/>
                  <a:gd name="connsiteY6" fmla="*/ 57927 h 70829"/>
                  <a:gd name="connsiteX7" fmla="*/ 20565 w 92738"/>
                  <a:gd name="connsiteY7" fmla="*/ 40905 h 70829"/>
                  <a:gd name="connsiteX8" fmla="*/ 42152 w 92738"/>
                  <a:gd name="connsiteY8" fmla="*/ 147 h 70829"/>
                  <a:gd name="connsiteX9" fmla="*/ 51925 w 92738"/>
                  <a:gd name="connsiteY9" fmla="*/ 147 h 70829"/>
                  <a:gd name="connsiteX10" fmla="*/ 54288 w 92738"/>
                  <a:gd name="connsiteY10" fmla="*/ 41549 h 70829"/>
                  <a:gd name="connsiteX11" fmla="*/ 54825 w 92738"/>
                  <a:gd name="connsiteY11" fmla="*/ 58679 h 70829"/>
                  <a:gd name="connsiteX12" fmla="*/ 57886 w 92738"/>
                  <a:gd name="connsiteY12" fmla="*/ 51322 h 70829"/>
                  <a:gd name="connsiteX13" fmla="*/ 63095 w 92738"/>
                  <a:gd name="connsiteY13" fmla="*/ 40045 h 70829"/>
                  <a:gd name="connsiteX14" fmla="*/ 83339 w 92738"/>
                  <a:gd name="connsiteY14" fmla="*/ 147 h 70829"/>
                  <a:gd name="connsiteX15" fmla="*/ 93005 w 92738"/>
                  <a:gd name="connsiteY15" fmla="*/ 147 h 70829"/>
                  <a:gd name="connsiteX16" fmla="*/ 56919 w 92738"/>
                  <a:gd name="connsiteY16" fmla="*/ 70976 h 70829"/>
                  <a:gd name="connsiteX17" fmla="*/ 46770 w 92738"/>
                  <a:gd name="connsiteY17" fmla="*/ 70976 h 70829"/>
                  <a:gd name="connsiteX18" fmla="*/ 44407 w 92738"/>
                  <a:gd name="connsiteY18" fmla="*/ 28070 h 70829"/>
                  <a:gd name="connsiteX19" fmla="*/ 43870 w 92738"/>
                  <a:gd name="connsiteY19" fmla="*/ 14538 h 70829"/>
                  <a:gd name="connsiteX20" fmla="*/ 38930 w 92738"/>
                  <a:gd name="connsiteY20" fmla="*/ 24956 h 70829"/>
                  <a:gd name="connsiteX21" fmla="*/ 14389 w 92738"/>
                  <a:gd name="connsiteY21" fmla="*/ 7097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738" h="70829">
                    <a:moveTo>
                      <a:pt x="4616" y="70976"/>
                    </a:moveTo>
                    <a:lnTo>
                      <a:pt x="267" y="147"/>
                    </a:lnTo>
                    <a:lnTo>
                      <a:pt x="9879" y="147"/>
                    </a:lnTo>
                    <a:lnTo>
                      <a:pt x="11543" y="35159"/>
                    </a:lnTo>
                    <a:cubicBezTo>
                      <a:pt x="11651" y="36823"/>
                      <a:pt x="11812" y="41388"/>
                      <a:pt x="12027" y="48798"/>
                    </a:cubicBezTo>
                    <a:cubicBezTo>
                      <a:pt x="12080" y="50839"/>
                      <a:pt x="12134" y="52289"/>
                      <a:pt x="12134" y="53148"/>
                    </a:cubicBezTo>
                    <a:cubicBezTo>
                      <a:pt x="12134" y="53685"/>
                      <a:pt x="12134" y="55296"/>
                      <a:pt x="12080" y="57927"/>
                    </a:cubicBezTo>
                    <a:cubicBezTo>
                      <a:pt x="16001" y="49872"/>
                      <a:pt x="18847" y="44180"/>
                      <a:pt x="20565" y="40905"/>
                    </a:cubicBezTo>
                    <a:lnTo>
                      <a:pt x="42152" y="147"/>
                    </a:lnTo>
                    <a:lnTo>
                      <a:pt x="51925" y="147"/>
                    </a:lnTo>
                    <a:lnTo>
                      <a:pt x="54288" y="41549"/>
                    </a:lnTo>
                    <a:cubicBezTo>
                      <a:pt x="54503" y="46274"/>
                      <a:pt x="54718" y="51967"/>
                      <a:pt x="54825" y="58679"/>
                    </a:cubicBezTo>
                    <a:cubicBezTo>
                      <a:pt x="55362" y="57014"/>
                      <a:pt x="56436" y="54544"/>
                      <a:pt x="57886" y="51322"/>
                    </a:cubicBezTo>
                    <a:cubicBezTo>
                      <a:pt x="60249" y="46060"/>
                      <a:pt x="61967" y="42301"/>
                      <a:pt x="63095" y="40045"/>
                    </a:cubicBezTo>
                    <a:lnTo>
                      <a:pt x="83339" y="147"/>
                    </a:lnTo>
                    <a:lnTo>
                      <a:pt x="93005" y="147"/>
                    </a:lnTo>
                    <a:lnTo>
                      <a:pt x="56919" y="70976"/>
                    </a:lnTo>
                    <a:lnTo>
                      <a:pt x="46770" y="70976"/>
                    </a:lnTo>
                    <a:lnTo>
                      <a:pt x="44407" y="28070"/>
                    </a:lnTo>
                    <a:cubicBezTo>
                      <a:pt x="44193" y="24365"/>
                      <a:pt x="44031" y="19854"/>
                      <a:pt x="43870" y="14538"/>
                    </a:cubicBezTo>
                    <a:cubicBezTo>
                      <a:pt x="41937" y="18995"/>
                      <a:pt x="40273" y="22486"/>
                      <a:pt x="38930" y="24956"/>
                    </a:cubicBezTo>
                    <a:lnTo>
                      <a:pt x="14389" y="7097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2" name="Freihandform: Form 211">
                <a:extLst>
                  <a:ext uri="{FF2B5EF4-FFF2-40B4-BE49-F238E27FC236}">
                    <a16:creationId xmlns:a16="http://schemas.microsoft.com/office/drawing/2014/main" id="{7596C26D-5270-52DA-49DC-D2D547F1563D}"/>
                  </a:ext>
                </a:extLst>
              </p:cNvPr>
              <p:cNvSpPr/>
              <p:nvPr/>
            </p:nvSpPr>
            <p:spPr>
              <a:xfrm>
                <a:off x="7507927" y="2544638"/>
                <a:ext cx="24272" cy="70829"/>
              </a:xfrm>
              <a:custGeom>
                <a:avLst/>
                <a:gdLst>
                  <a:gd name="connsiteX0" fmla="*/ 273 w 24272"/>
                  <a:gd name="connsiteY0" fmla="*/ 70976 h 70829"/>
                  <a:gd name="connsiteX1" fmla="*/ 15148 w 24272"/>
                  <a:gd name="connsiteY1" fmla="*/ 147 h 70829"/>
                  <a:gd name="connsiteX2" fmla="*/ 24545 w 24272"/>
                  <a:gd name="connsiteY2" fmla="*/ 147 h 70829"/>
                  <a:gd name="connsiteX3" fmla="*/ 9778 w 24272"/>
                  <a:gd name="connsiteY3" fmla="*/ 7097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272" h="70829">
                    <a:moveTo>
                      <a:pt x="273" y="70976"/>
                    </a:moveTo>
                    <a:lnTo>
                      <a:pt x="15148" y="147"/>
                    </a:lnTo>
                    <a:lnTo>
                      <a:pt x="24545" y="147"/>
                    </a:lnTo>
                    <a:lnTo>
                      <a:pt x="9778" y="7097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3" name="Freihandform: Form 212">
                <a:extLst>
                  <a:ext uri="{FF2B5EF4-FFF2-40B4-BE49-F238E27FC236}">
                    <a16:creationId xmlns:a16="http://schemas.microsoft.com/office/drawing/2014/main" id="{5B4BF935-ADA4-12B0-FC5D-B91F01F13E8A}"/>
                  </a:ext>
                </a:extLst>
              </p:cNvPr>
              <p:cNvSpPr/>
              <p:nvPr/>
            </p:nvSpPr>
            <p:spPr>
              <a:xfrm>
                <a:off x="7527810" y="2544638"/>
                <a:ext cx="63043" cy="70829"/>
              </a:xfrm>
              <a:custGeom>
                <a:avLst/>
                <a:gdLst>
                  <a:gd name="connsiteX0" fmla="*/ 275 w 63043"/>
                  <a:gd name="connsiteY0" fmla="*/ 70976 h 70829"/>
                  <a:gd name="connsiteX1" fmla="*/ 40442 w 63043"/>
                  <a:gd name="connsiteY1" fmla="*/ 147 h 70829"/>
                  <a:gd name="connsiteX2" fmla="*/ 51612 w 63043"/>
                  <a:gd name="connsiteY2" fmla="*/ 147 h 70829"/>
                  <a:gd name="connsiteX3" fmla="*/ 63318 w 63043"/>
                  <a:gd name="connsiteY3" fmla="*/ 70976 h 70829"/>
                  <a:gd name="connsiteX4" fmla="*/ 54136 w 63043"/>
                  <a:gd name="connsiteY4" fmla="*/ 70976 h 70829"/>
                  <a:gd name="connsiteX5" fmla="*/ 50699 w 63043"/>
                  <a:gd name="connsiteY5" fmla="*/ 50570 h 70829"/>
                  <a:gd name="connsiteX6" fmla="*/ 22024 w 63043"/>
                  <a:gd name="connsiteY6" fmla="*/ 50570 h 70829"/>
                  <a:gd name="connsiteX7" fmla="*/ 10693 w 63043"/>
                  <a:gd name="connsiteY7" fmla="*/ 70976 h 70829"/>
                  <a:gd name="connsiteX8" fmla="*/ 275 w 63043"/>
                  <a:gd name="connsiteY8" fmla="*/ 70976 h 70829"/>
                  <a:gd name="connsiteX9" fmla="*/ 26105 w 63043"/>
                  <a:gd name="connsiteY9" fmla="*/ 43267 h 70829"/>
                  <a:gd name="connsiteX10" fmla="*/ 49518 w 63043"/>
                  <a:gd name="connsiteY10" fmla="*/ 43267 h 70829"/>
                  <a:gd name="connsiteX11" fmla="*/ 46779 w 63043"/>
                  <a:gd name="connsiteY11" fmla="*/ 25493 h 70829"/>
                  <a:gd name="connsiteX12" fmla="*/ 44792 w 63043"/>
                  <a:gd name="connsiteY12" fmla="*/ 7880 h 70829"/>
                  <a:gd name="connsiteX13" fmla="*/ 37757 w 63043"/>
                  <a:gd name="connsiteY13" fmla="*/ 2232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275" y="70976"/>
                    </a:moveTo>
                    <a:lnTo>
                      <a:pt x="40442" y="147"/>
                    </a:lnTo>
                    <a:lnTo>
                      <a:pt x="51612" y="147"/>
                    </a:lnTo>
                    <a:lnTo>
                      <a:pt x="63318" y="70976"/>
                    </a:lnTo>
                    <a:lnTo>
                      <a:pt x="54136" y="70976"/>
                    </a:lnTo>
                    <a:lnTo>
                      <a:pt x="50699" y="50570"/>
                    </a:lnTo>
                    <a:lnTo>
                      <a:pt x="22024" y="50570"/>
                    </a:lnTo>
                    <a:lnTo>
                      <a:pt x="10693" y="70976"/>
                    </a:lnTo>
                    <a:lnTo>
                      <a:pt x="275" y="70976"/>
                    </a:lnTo>
                    <a:moveTo>
                      <a:pt x="26105" y="43267"/>
                    </a:moveTo>
                    <a:lnTo>
                      <a:pt x="49518" y="43267"/>
                    </a:lnTo>
                    <a:lnTo>
                      <a:pt x="46779" y="25493"/>
                    </a:lnTo>
                    <a:cubicBezTo>
                      <a:pt x="45705" y="18458"/>
                      <a:pt x="45061" y="12551"/>
                      <a:pt x="44792" y="7880"/>
                    </a:cubicBezTo>
                    <a:cubicBezTo>
                      <a:pt x="43181" y="11907"/>
                      <a:pt x="40818" y="16740"/>
                      <a:pt x="37757" y="223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4" name="Freihandform: Form 213">
                <a:extLst>
                  <a:ext uri="{FF2B5EF4-FFF2-40B4-BE49-F238E27FC236}">
                    <a16:creationId xmlns:a16="http://schemas.microsoft.com/office/drawing/2014/main" id="{DBE6DE70-FD3B-4766-8328-9AB05DCC0DB5}"/>
                  </a:ext>
                </a:extLst>
              </p:cNvPr>
              <p:cNvSpPr/>
              <p:nvPr/>
            </p:nvSpPr>
            <p:spPr>
              <a:xfrm>
                <a:off x="7601233" y="2544316"/>
                <a:ext cx="49725" cy="72332"/>
              </a:xfrm>
              <a:custGeom>
                <a:avLst/>
                <a:gdLst>
                  <a:gd name="connsiteX0" fmla="*/ 280 w 49725"/>
                  <a:gd name="connsiteY0" fmla="*/ 52718 h 72332"/>
                  <a:gd name="connsiteX1" fmla="*/ 8765 w 49725"/>
                  <a:gd name="connsiteY1" fmla="*/ 51698 h 72332"/>
                  <a:gd name="connsiteX2" fmla="*/ 13061 w 49725"/>
                  <a:gd name="connsiteY2" fmla="*/ 62331 h 72332"/>
                  <a:gd name="connsiteX3" fmla="*/ 21706 w 49725"/>
                  <a:gd name="connsiteY3" fmla="*/ 65553 h 72332"/>
                  <a:gd name="connsiteX4" fmla="*/ 32929 w 49725"/>
                  <a:gd name="connsiteY4" fmla="*/ 60934 h 72332"/>
                  <a:gd name="connsiteX5" fmla="*/ 37601 w 49725"/>
                  <a:gd name="connsiteY5" fmla="*/ 50302 h 72332"/>
                  <a:gd name="connsiteX6" fmla="*/ 34111 w 49725"/>
                  <a:gd name="connsiteY6" fmla="*/ 41656 h 72332"/>
                  <a:gd name="connsiteX7" fmla="*/ 24606 w 49725"/>
                  <a:gd name="connsiteY7" fmla="*/ 38220 h 72332"/>
                  <a:gd name="connsiteX8" fmla="*/ 21814 w 49725"/>
                  <a:gd name="connsiteY8" fmla="*/ 38434 h 72332"/>
                  <a:gd name="connsiteX9" fmla="*/ 23317 w 49725"/>
                  <a:gd name="connsiteY9" fmla="*/ 31131 h 72332"/>
                  <a:gd name="connsiteX10" fmla="*/ 25734 w 49725"/>
                  <a:gd name="connsiteY10" fmla="*/ 31346 h 72332"/>
                  <a:gd name="connsiteX11" fmla="*/ 37279 w 49725"/>
                  <a:gd name="connsiteY11" fmla="*/ 27694 h 72332"/>
                  <a:gd name="connsiteX12" fmla="*/ 41307 w 49725"/>
                  <a:gd name="connsiteY12" fmla="*/ 18727 h 72332"/>
                  <a:gd name="connsiteX13" fmla="*/ 37977 w 49725"/>
                  <a:gd name="connsiteY13" fmla="*/ 10511 h 72332"/>
                  <a:gd name="connsiteX14" fmla="*/ 29869 w 49725"/>
                  <a:gd name="connsiteY14" fmla="*/ 7181 h 72332"/>
                  <a:gd name="connsiteX15" fmla="*/ 21438 w 49725"/>
                  <a:gd name="connsiteY15" fmla="*/ 10564 h 72332"/>
                  <a:gd name="connsiteX16" fmla="*/ 16659 w 49725"/>
                  <a:gd name="connsiteY16" fmla="*/ 20230 h 72332"/>
                  <a:gd name="connsiteX17" fmla="*/ 8067 w 49725"/>
                  <a:gd name="connsiteY17" fmla="*/ 18458 h 72332"/>
                  <a:gd name="connsiteX18" fmla="*/ 16229 w 49725"/>
                  <a:gd name="connsiteY18" fmla="*/ 4926 h 72332"/>
                  <a:gd name="connsiteX19" fmla="*/ 30513 w 49725"/>
                  <a:gd name="connsiteY19" fmla="*/ 147 h 72332"/>
                  <a:gd name="connsiteX20" fmla="*/ 44636 w 49725"/>
                  <a:gd name="connsiteY20" fmla="*/ 5409 h 72332"/>
                  <a:gd name="connsiteX21" fmla="*/ 50006 w 49725"/>
                  <a:gd name="connsiteY21" fmla="*/ 18405 h 72332"/>
                  <a:gd name="connsiteX22" fmla="*/ 47052 w 49725"/>
                  <a:gd name="connsiteY22" fmla="*/ 28178 h 72332"/>
                  <a:gd name="connsiteX23" fmla="*/ 38299 w 49725"/>
                  <a:gd name="connsiteY23" fmla="*/ 35105 h 72332"/>
                  <a:gd name="connsiteX24" fmla="*/ 44528 w 49725"/>
                  <a:gd name="connsiteY24" fmla="*/ 41066 h 72332"/>
                  <a:gd name="connsiteX25" fmla="*/ 46569 w 49725"/>
                  <a:gd name="connsiteY25" fmla="*/ 49013 h 72332"/>
                  <a:gd name="connsiteX26" fmla="*/ 39427 w 49725"/>
                  <a:gd name="connsiteY26" fmla="*/ 65499 h 72332"/>
                  <a:gd name="connsiteX27" fmla="*/ 22404 w 49725"/>
                  <a:gd name="connsiteY27" fmla="*/ 72480 h 72332"/>
                  <a:gd name="connsiteX28" fmla="*/ 6885 w 49725"/>
                  <a:gd name="connsiteY28" fmla="*/ 67110 h 72332"/>
                  <a:gd name="connsiteX29" fmla="*/ 280 w 49725"/>
                  <a:gd name="connsiteY29" fmla="*/ 52718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280" y="52718"/>
                    </a:moveTo>
                    <a:lnTo>
                      <a:pt x="8765" y="51698"/>
                    </a:lnTo>
                    <a:cubicBezTo>
                      <a:pt x="9409" y="56638"/>
                      <a:pt x="10859" y="60183"/>
                      <a:pt x="13061" y="62331"/>
                    </a:cubicBezTo>
                    <a:cubicBezTo>
                      <a:pt x="15262" y="64479"/>
                      <a:pt x="18162" y="65553"/>
                      <a:pt x="21706" y="65553"/>
                    </a:cubicBezTo>
                    <a:cubicBezTo>
                      <a:pt x="26056" y="65553"/>
                      <a:pt x="29761" y="63995"/>
                      <a:pt x="32929" y="60934"/>
                    </a:cubicBezTo>
                    <a:cubicBezTo>
                      <a:pt x="36044" y="57820"/>
                      <a:pt x="37601" y="54276"/>
                      <a:pt x="37601" y="50302"/>
                    </a:cubicBezTo>
                    <a:cubicBezTo>
                      <a:pt x="37601" y="46812"/>
                      <a:pt x="36473" y="43912"/>
                      <a:pt x="34111" y="41656"/>
                    </a:cubicBezTo>
                    <a:cubicBezTo>
                      <a:pt x="31748" y="39401"/>
                      <a:pt x="28580" y="38220"/>
                      <a:pt x="24606" y="38220"/>
                    </a:cubicBezTo>
                    <a:cubicBezTo>
                      <a:pt x="24176" y="38220"/>
                      <a:pt x="23264" y="38327"/>
                      <a:pt x="21814" y="38434"/>
                    </a:cubicBezTo>
                    <a:lnTo>
                      <a:pt x="23317" y="31131"/>
                    </a:lnTo>
                    <a:cubicBezTo>
                      <a:pt x="24176" y="31292"/>
                      <a:pt x="24982" y="31346"/>
                      <a:pt x="25734" y="31346"/>
                    </a:cubicBezTo>
                    <a:cubicBezTo>
                      <a:pt x="30728" y="31346"/>
                      <a:pt x="34594" y="30111"/>
                      <a:pt x="37279" y="27694"/>
                    </a:cubicBezTo>
                    <a:cubicBezTo>
                      <a:pt x="39964" y="25224"/>
                      <a:pt x="41307" y="22271"/>
                      <a:pt x="41307" y="18727"/>
                    </a:cubicBezTo>
                    <a:cubicBezTo>
                      <a:pt x="41307" y="15451"/>
                      <a:pt x="40179" y="12712"/>
                      <a:pt x="37977" y="10511"/>
                    </a:cubicBezTo>
                    <a:cubicBezTo>
                      <a:pt x="35775" y="8255"/>
                      <a:pt x="33090" y="7181"/>
                      <a:pt x="29869" y="7181"/>
                    </a:cubicBezTo>
                    <a:cubicBezTo>
                      <a:pt x="26754" y="7181"/>
                      <a:pt x="23962" y="8309"/>
                      <a:pt x="21438" y="10564"/>
                    </a:cubicBezTo>
                    <a:cubicBezTo>
                      <a:pt x="18968" y="12820"/>
                      <a:pt x="17357" y="16042"/>
                      <a:pt x="16659" y="20230"/>
                    </a:cubicBezTo>
                    <a:lnTo>
                      <a:pt x="8067" y="18458"/>
                    </a:lnTo>
                    <a:cubicBezTo>
                      <a:pt x="9463" y="12659"/>
                      <a:pt x="12201" y="8148"/>
                      <a:pt x="16229" y="4926"/>
                    </a:cubicBezTo>
                    <a:cubicBezTo>
                      <a:pt x="20256" y="1758"/>
                      <a:pt x="25036" y="147"/>
                      <a:pt x="30513" y="147"/>
                    </a:cubicBezTo>
                    <a:cubicBezTo>
                      <a:pt x="36312" y="147"/>
                      <a:pt x="41038" y="1919"/>
                      <a:pt x="44636" y="5409"/>
                    </a:cubicBezTo>
                    <a:cubicBezTo>
                      <a:pt x="48180" y="8953"/>
                      <a:pt x="50006" y="13249"/>
                      <a:pt x="50006" y="18405"/>
                    </a:cubicBezTo>
                    <a:cubicBezTo>
                      <a:pt x="50006" y="22110"/>
                      <a:pt x="49039" y="25386"/>
                      <a:pt x="47052" y="28178"/>
                    </a:cubicBezTo>
                    <a:cubicBezTo>
                      <a:pt x="45119" y="30970"/>
                      <a:pt x="42219" y="33279"/>
                      <a:pt x="38299" y="35105"/>
                    </a:cubicBezTo>
                    <a:cubicBezTo>
                      <a:pt x="41092" y="36770"/>
                      <a:pt x="43132" y="38703"/>
                      <a:pt x="44528" y="41066"/>
                    </a:cubicBezTo>
                    <a:cubicBezTo>
                      <a:pt x="45871" y="43375"/>
                      <a:pt x="46569" y="46006"/>
                      <a:pt x="46569" y="49013"/>
                    </a:cubicBezTo>
                    <a:cubicBezTo>
                      <a:pt x="46569" y="55350"/>
                      <a:pt x="44206" y="60881"/>
                      <a:pt x="39427" y="65499"/>
                    </a:cubicBezTo>
                    <a:cubicBezTo>
                      <a:pt x="34701" y="70171"/>
                      <a:pt x="29009" y="72480"/>
                      <a:pt x="22404" y="72480"/>
                    </a:cubicBezTo>
                    <a:cubicBezTo>
                      <a:pt x="16014" y="72480"/>
                      <a:pt x="10805" y="70708"/>
                      <a:pt x="6885" y="67110"/>
                    </a:cubicBezTo>
                    <a:cubicBezTo>
                      <a:pt x="2911" y="63512"/>
                      <a:pt x="710" y="58733"/>
                      <a:pt x="280" y="5271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5" name="Freihandform: Form 214">
                <a:extLst>
                  <a:ext uri="{FF2B5EF4-FFF2-40B4-BE49-F238E27FC236}">
                    <a16:creationId xmlns:a16="http://schemas.microsoft.com/office/drawing/2014/main" id="{F3B0094C-6B91-A7B0-1C22-6A0360E93F3F}"/>
                  </a:ext>
                </a:extLst>
              </p:cNvPr>
              <p:cNvSpPr/>
              <p:nvPr/>
            </p:nvSpPr>
            <p:spPr>
              <a:xfrm>
                <a:off x="7659122" y="2544316"/>
                <a:ext cx="47953" cy="72332"/>
              </a:xfrm>
              <a:custGeom>
                <a:avLst/>
                <a:gdLst>
                  <a:gd name="connsiteX0" fmla="*/ 11937 w 47953"/>
                  <a:gd name="connsiteY0" fmla="*/ 30218 h 72332"/>
                  <a:gd name="connsiteX1" fmla="*/ 19240 w 47953"/>
                  <a:gd name="connsiteY1" fmla="*/ 25654 h 72332"/>
                  <a:gd name="connsiteX2" fmla="*/ 26489 w 47953"/>
                  <a:gd name="connsiteY2" fmla="*/ 24150 h 72332"/>
                  <a:gd name="connsiteX3" fmla="*/ 39807 w 47953"/>
                  <a:gd name="connsiteY3" fmla="*/ 29628 h 72332"/>
                  <a:gd name="connsiteX4" fmla="*/ 45069 w 47953"/>
                  <a:gd name="connsiteY4" fmla="*/ 44502 h 72332"/>
                  <a:gd name="connsiteX5" fmla="*/ 37229 w 47953"/>
                  <a:gd name="connsiteY5" fmla="*/ 65123 h 72332"/>
                  <a:gd name="connsiteX6" fmla="*/ 20797 w 47953"/>
                  <a:gd name="connsiteY6" fmla="*/ 72480 h 72332"/>
                  <a:gd name="connsiteX7" fmla="*/ 6137 w 47953"/>
                  <a:gd name="connsiteY7" fmla="*/ 66036 h 72332"/>
                  <a:gd name="connsiteX8" fmla="*/ 284 w 47953"/>
                  <a:gd name="connsiteY8" fmla="*/ 47671 h 72332"/>
                  <a:gd name="connsiteX9" fmla="*/ 4043 w 47953"/>
                  <a:gd name="connsiteY9" fmla="*/ 25600 h 72332"/>
                  <a:gd name="connsiteX10" fmla="*/ 11239 w 47953"/>
                  <a:gd name="connsiteY10" fmla="*/ 11155 h 72332"/>
                  <a:gd name="connsiteX11" fmla="*/ 20314 w 47953"/>
                  <a:gd name="connsiteY11" fmla="*/ 2832 h 72332"/>
                  <a:gd name="connsiteX12" fmla="*/ 31161 w 47953"/>
                  <a:gd name="connsiteY12" fmla="*/ 147 h 72332"/>
                  <a:gd name="connsiteX13" fmla="*/ 42975 w 47953"/>
                  <a:gd name="connsiteY13" fmla="*/ 4658 h 72332"/>
                  <a:gd name="connsiteX14" fmla="*/ 48238 w 47953"/>
                  <a:gd name="connsiteY14" fmla="*/ 17599 h 72332"/>
                  <a:gd name="connsiteX15" fmla="*/ 40075 w 47953"/>
                  <a:gd name="connsiteY15" fmla="*/ 18405 h 72332"/>
                  <a:gd name="connsiteX16" fmla="*/ 36853 w 47953"/>
                  <a:gd name="connsiteY16" fmla="*/ 10081 h 72332"/>
                  <a:gd name="connsiteX17" fmla="*/ 30517 w 47953"/>
                  <a:gd name="connsiteY17" fmla="*/ 7504 h 72332"/>
                  <a:gd name="connsiteX18" fmla="*/ 22677 w 47953"/>
                  <a:gd name="connsiteY18" fmla="*/ 10564 h 72332"/>
                  <a:gd name="connsiteX19" fmla="*/ 15857 w 47953"/>
                  <a:gd name="connsiteY19" fmla="*/ 19586 h 72332"/>
                  <a:gd name="connsiteX20" fmla="*/ 11937 w 47953"/>
                  <a:gd name="connsiteY20" fmla="*/ 30218 h 72332"/>
                  <a:gd name="connsiteX21" fmla="*/ 8876 w 47953"/>
                  <a:gd name="connsiteY21" fmla="*/ 51376 h 72332"/>
                  <a:gd name="connsiteX22" fmla="*/ 12581 w 47953"/>
                  <a:gd name="connsiteY22" fmla="*/ 61471 h 72332"/>
                  <a:gd name="connsiteX23" fmla="*/ 21012 w 47953"/>
                  <a:gd name="connsiteY23" fmla="*/ 65553 h 72332"/>
                  <a:gd name="connsiteX24" fmla="*/ 27993 w 47953"/>
                  <a:gd name="connsiteY24" fmla="*/ 63082 h 72332"/>
                  <a:gd name="connsiteX25" fmla="*/ 34222 w 47953"/>
                  <a:gd name="connsiteY25" fmla="*/ 55511 h 72332"/>
                  <a:gd name="connsiteX26" fmla="*/ 36746 w 47953"/>
                  <a:gd name="connsiteY26" fmla="*/ 45415 h 72332"/>
                  <a:gd name="connsiteX27" fmla="*/ 33202 w 47953"/>
                  <a:gd name="connsiteY27" fmla="*/ 35051 h 72332"/>
                  <a:gd name="connsiteX28" fmla="*/ 24610 w 47953"/>
                  <a:gd name="connsiteY28" fmla="*/ 31131 h 72332"/>
                  <a:gd name="connsiteX29" fmla="*/ 13870 w 47953"/>
                  <a:gd name="connsiteY29" fmla="*/ 36823 h 72332"/>
                  <a:gd name="connsiteX30" fmla="*/ 8876 w 47953"/>
                  <a:gd name="connsiteY30" fmla="*/ 5137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37" y="30218"/>
                    </a:moveTo>
                    <a:cubicBezTo>
                      <a:pt x="14353" y="28178"/>
                      <a:pt x="16824" y="26674"/>
                      <a:pt x="19240" y="25654"/>
                    </a:cubicBezTo>
                    <a:cubicBezTo>
                      <a:pt x="21657" y="24634"/>
                      <a:pt x="24073" y="24150"/>
                      <a:pt x="26489" y="24150"/>
                    </a:cubicBezTo>
                    <a:cubicBezTo>
                      <a:pt x="31859" y="24150"/>
                      <a:pt x="36316" y="25976"/>
                      <a:pt x="39807" y="29628"/>
                    </a:cubicBezTo>
                    <a:cubicBezTo>
                      <a:pt x="43297" y="33333"/>
                      <a:pt x="45069" y="38273"/>
                      <a:pt x="45069" y="44502"/>
                    </a:cubicBezTo>
                    <a:cubicBezTo>
                      <a:pt x="45069" y="52504"/>
                      <a:pt x="42492" y="59377"/>
                      <a:pt x="37229" y="65123"/>
                    </a:cubicBezTo>
                    <a:cubicBezTo>
                      <a:pt x="32719" y="70063"/>
                      <a:pt x="27241" y="72480"/>
                      <a:pt x="20797" y="72480"/>
                    </a:cubicBezTo>
                    <a:cubicBezTo>
                      <a:pt x="14944" y="72480"/>
                      <a:pt x="10057" y="70332"/>
                      <a:pt x="6137" y="66036"/>
                    </a:cubicBezTo>
                    <a:cubicBezTo>
                      <a:pt x="2217" y="61740"/>
                      <a:pt x="284" y="55618"/>
                      <a:pt x="284" y="47671"/>
                    </a:cubicBezTo>
                    <a:cubicBezTo>
                      <a:pt x="284" y="40529"/>
                      <a:pt x="1519" y="33172"/>
                      <a:pt x="4043" y="25600"/>
                    </a:cubicBezTo>
                    <a:cubicBezTo>
                      <a:pt x="5976" y="19747"/>
                      <a:pt x="8393" y="14914"/>
                      <a:pt x="11239" y="11155"/>
                    </a:cubicBezTo>
                    <a:cubicBezTo>
                      <a:pt x="14085" y="7343"/>
                      <a:pt x="17092" y="4604"/>
                      <a:pt x="20314" y="2832"/>
                    </a:cubicBezTo>
                    <a:cubicBezTo>
                      <a:pt x="23536" y="1060"/>
                      <a:pt x="27134" y="147"/>
                      <a:pt x="31161" y="147"/>
                    </a:cubicBezTo>
                    <a:cubicBezTo>
                      <a:pt x="35994" y="147"/>
                      <a:pt x="39914" y="1650"/>
                      <a:pt x="42975" y="4658"/>
                    </a:cubicBezTo>
                    <a:cubicBezTo>
                      <a:pt x="46036" y="7665"/>
                      <a:pt x="47808" y="12014"/>
                      <a:pt x="48238" y="17599"/>
                    </a:cubicBezTo>
                    <a:lnTo>
                      <a:pt x="40075" y="18405"/>
                    </a:lnTo>
                    <a:cubicBezTo>
                      <a:pt x="39646" y="14538"/>
                      <a:pt x="38572" y="11800"/>
                      <a:pt x="36853" y="10081"/>
                    </a:cubicBezTo>
                    <a:cubicBezTo>
                      <a:pt x="35135" y="8363"/>
                      <a:pt x="32987" y="7504"/>
                      <a:pt x="30517" y="7504"/>
                    </a:cubicBezTo>
                    <a:cubicBezTo>
                      <a:pt x="27939" y="7504"/>
                      <a:pt x="25308" y="8524"/>
                      <a:pt x="22677" y="10564"/>
                    </a:cubicBezTo>
                    <a:cubicBezTo>
                      <a:pt x="19992" y="12551"/>
                      <a:pt x="17736" y="15558"/>
                      <a:pt x="15857" y="19586"/>
                    </a:cubicBezTo>
                    <a:cubicBezTo>
                      <a:pt x="13924" y="23560"/>
                      <a:pt x="12635" y="27104"/>
                      <a:pt x="11937" y="30218"/>
                    </a:cubicBezTo>
                    <a:moveTo>
                      <a:pt x="8876" y="51376"/>
                    </a:moveTo>
                    <a:cubicBezTo>
                      <a:pt x="8876" y="55403"/>
                      <a:pt x="10111" y="58733"/>
                      <a:pt x="12581" y="61471"/>
                    </a:cubicBezTo>
                    <a:cubicBezTo>
                      <a:pt x="15105" y="64210"/>
                      <a:pt x="17898" y="65553"/>
                      <a:pt x="21012" y="65553"/>
                    </a:cubicBezTo>
                    <a:cubicBezTo>
                      <a:pt x="23214" y="65553"/>
                      <a:pt x="25523" y="64693"/>
                      <a:pt x="27993" y="63082"/>
                    </a:cubicBezTo>
                    <a:cubicBezTo>
                      <a:pt x="30410" y="61418"/>
                      <a:pt x="32504" y="58894"/>
                      <a:pt x="34222" y="55511"/>
                    </a:cubicBezTo>
                    <a:cubicBezTo>
                      <a:pt x="35887" y="52128"/>
                      <a:pt x="36746" y="48745"/>
                      <a:pt x="36746" y="45415"/>
                    </a:cubicBezTo>
                    <a:cubicBezTo>
                      <a:pt x="36746" y="41066"/>
                      <a:pt x="35565" y="37629"/>
                      <a:pt x="33202" y="35051"/>
                    </a:cubicBezTo>
                    <a:cubicBezTo>
                      <a:pt x="30839" y="32420"/>
                      <a:pt x="27993" y="31131"/>
                      <a:pt x="24610" y="31131"/>
                    </a:cubicBezTo>
                    <a:cubicBezTo>
                      <a:pt x="20797" y="31131"/>
                      <a:pt x="17199" y="33011"/>
                      <a:pt x="13870" y="36823"/>
                    </a:cubicBezTo>
                    <a:cubicBezTo>
                      <a:pt x="10541" y="40582"/>
                      <a:pt x="8876" y="45469"/>
                      <a:pt x="8876" y="513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6" name="Freihandform: Form 215">
                <a:extLst>
                  <a:ext uri="{FF2B5EF4-FFF2-40B4-BE49-F238E27FC236}">
                    <a16:creationId xmlns:a16="http://schemas.microsoft.com/office/drawing/2014/main" id="{C157EA6F-8CD7-0DA2-A58E-43254BDEBD37}"/>
                  </a:ext>
                </a:extLst>
              </p:cNvPr>
              <p:cNvSpPr/>
              <p:nvPr/>
            </p:nvSpPr>
            <p:spPr>
              <a:xfrm>
                <a:off x="7714179" y="2544316"/>
                <a:ext cx="47953" cy="72332"/>
              </a:xfrm>
              <a:custGeom>
                <a:avLst/>
                <a:gdLst>
                  <a:gd name="connsiteX0" fmla="*/ 11941 w 47953"/>
                  <a:gd name="connsiteY0" fmla="*/ 30218 h 72332"/>
                  <a:gd name="connsiteX1" fmla="*/ 19244 w 47953"/>
                  <a:gd name="connsiteY1" fmla="*/ 25654 h 72332"/>
                  <a:gd name="connsiteX2" fmla="*/ 26493 w 47953"/>
                  <a:gd name="connsiteY2" fmla="*/ 24150 h 72332"/>
                  <a:gd name="connsiteX3" fmla="*/ 39811 w 47953"/>
                  <a:gd name="connsiteY3" fmla="*/ 29628 h 72332"/>
                  <a:gd name="connsiteX4" fmla="*/ 45073 w 47953"/>
                  <a:gd name="connsiteY4" fmla="*/ 44502 h 72332"/>
                  <a:gd name="connsiteX5" fmla="*/ 37233 w 47953"/>
                  <a:gd name="connsiteY5" fmla="*/ 65123 h 72332"/>
                  <a:gd name="connsiteX6" fmla="*/ 20801 w 47953"/>
                  <a:gd name="connsiteY6" fmla="*/ 72480 h 72332"/>
                  <a:gd name="connsiteX7" fmla="*/ 6141 w 47953"/>
                  <a:gd name="connsiteY7" fmla="*/ 66036 h 72332"/>
                  <a:gd name="connsiteX8" fmla="*/ 288 w 47953"/>
                  <a:gd name="connsiteY8" fmla="*/ 47671 h 72332"/>
                  <a:gd name="connsiteX9" fmla="*/ 4047 w 47953"/>
                  <a:gd name="connsiteY9" fmla="*/ 25600 h 72332"/>
                  <a:gd name="connsiteX10" fmla="*/ 11243 w 47953"/>
                  <a:gd name="connsiteY10" fmla="*/ 11155 h 72332"/>
                  <a:gd name="connsiteX11" fmla="*/ 20318 w 47953"/>
                  <a:gd name="connsiteY11" fmla="*/ 2832 h 72332"/>
                  <a:gd name="connsiteX12" fmla="*/ 31165 w 47953"/>
                  <a:gd name="connsiteY12" fmla="*/ 147 h 72332"/>
                  <a:gd name="connsiteX13" fmla="*/ 42979 w 47953"/>
                  <a:gd name="connsiteY13" fmla="*/ 4658 h 72332"/>
                  <a:gd name="connsiteX14" fmla="*/ 48242 w 47953"/>
                  <a:gd name="connsiteY14" fmla="*/ 17599 h 72332"/>
                  <a:gd name="connsiteX15" fmla="*/ 40079 w 47953"/>
                  <a:gd name="connsiteY15" fmla="*/ 18405 h 72332"/>
                  <a:gd name="connsiteX16" fmla="*/ 36857 w 47953"/>
                  <a:gd name="connsiteY16" fmla="*/ 10081 h 72332"/>
                  <a:gd name="connsiteX17" fmla="*/ 30521 w 47953"/>
                  <a:gd name="connsiteY17" fmla="*/ 7504 h 72332"/>
                  <a:gd name="connsiteX18" fmla="*/ 22681 w 47953"/>
                  <a:gd name="connsiteY18" fmla="*/ 10564 h 72332"/>
                  <a:gd name="connsiteX19" fmla="*/ 15861 w 47953"/>
                  <a:gd name="connsiteY19" fmla="*/ 19586 h 72332"/>
                  <a:gd name="connsiteX20" fmla="*/ 11941 w 47953"/>
                  <a:gd name="connsiteY20" fmla="*/ 30218 h 72332"/>
                  <a:gd name="connsiteX21" fmla="*/ 8880 w 47953"/>
                  <a:gd name="connsiteY21" fmla="*/ 51376 h 72332"/>
                  <a:gd name="connsiteX22" fmla="*/ 12585 w 47953"/>
                  <a:gd name="connsiteY22" fmla="*/ 61471 h 72332"/>
                  <a:gd name="connsiteX23" fmla="*/ 21016 w 47953"/>
                  <a:gd name="connsiteY23" fmla="*/ 65553 h 72332"/>
                  <a:gd name="connsiteX24" fmla="*/ 27997 w 47953"/>
                  <a:gd name="connsiteY24" fmla="*/ 63082 h 72332"/>
                  <a:gd name="connsiteX25" fmla="*/ 34226 w 47953"/>
                  <a:gd name="connsiteY25" fmla="*/ 55511 h 72332"/>
                  <a:gd name="connsiteX26" fmla="*/ 36750 w 47953"/>
                  <a:gd name="connsiteY26" fmla="*/ 45415 h 72332"/>
                  <a:gd name="connsiteX27" fmla="*/ 33206 w 47953"/>
                  <a:gd name="connsiteY27" fmla="*/ 35051 h 72332"/>
                  <a:gd name="connsiteX28" fmla="*/ 24614 w 47953"/>
                  <a:gd name="connsiteY28" fmla="*/ 31131 h 72332"/>
                  <a:gd name="connsiteX29" fmla="*/ 13874 w 47953"/>
                  <a:gd name="connsiteY29" fmla="*/ 36823 h 72332"/>
                  <a:gd name="connsiteX30" fmla="*/ 8880 w 47953"/>
                  <a:gd name="connsiteY30" fmla="*/ 5137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41" y="30218"/>
                    </a:moveTo>
                    <a:cubicBezTo>
                      <a:pt x="14357" y="28178"/>
                      <a:pt x="16828" y="26674"/>
                      <a:pt x="19244" y="25654"/>
                    </a:cubicBezTo>
                    <a:cubicBezTo>
                      <a:pt x="21661" y="24634"/>
                      <a:pt x="24077" y="24150"/>
                      <a:pt x="26493" y="24150"/>
                    </a:cubicBezTo>
                    <a:cubicBezTo>
                      <a:pt x="31863" y="24150"/>
                      <a:pt x="36320" y="25976"/>
                      <a:pt x="39811" y="29628"/>
                    </a:cubicBezTo>
                    <a:cubicBezTo>
                      <a:pt x="43301" y="33333"/>
                      <a:pt x="45073" y="38273"/>
                      <a:pt x="45073" y="44502"/>
                    </a:cubicBezTo>
                    <a:cubicBezTo>
                      <a:pt x="45073" y="52504"/>
                      <a:pt x="42496" y="59377"/>
                      <a:pt x="37233" y="65123"/>
                    </a:cubicBezTo>
                    <a:cubicBezTo>
                      <a:pt x="32723" y="70063"/>
                      <a:pt x="27245" y="72480"/>
                      <a:pt x="20801" y="72480"/>
                    </a:cubicBezTo>
                    <a:cubicBezTo>
                      <a:pt x="14948" y="72480"/>
                      <a:pt x="10061" y="70332"/>
                      <a:pt x="6141" y="66036"/>
                    </a:cubicBezTo>
                    <a:cubicBezTo>
                      <a:pt x="2221" y="61740"/>
                      <a:pt x="288" y="55618"/>
                      <a:pt x="288" y="47671"/>
                    </a:cubicBezTo>
                    <a:cubicBezTo>
                      <a:pt x="288" y="40529"/>
                      <a:pt x="1523" y="33172"/>
                      <a:pt x="4047" y="25600"/>
                    </a:cubicBezTo>
                    <a:cubicBezTo>
                      <a:pt x="5980" y="19747"/>
                      <a:pt x="8397" y="14914"/>
                      <a:pt x="11243" y="11155"/>
                    </a:cubicBezTo>
                    <a:cubicBezTo>
                      <a:pt x="14089" y="7343"/>
                      <a:pt x="17096" y="4604"/>
                      <a:pt x="20318" y="2832"/>
                    </a:cubicBezTo>
                    <a:cubicBezTo>
                      <a:pt x="23540" y="1060"/>
                      <a:pt x="27138" y="147"/>
                      <a:pt x="31165" y="147"/>
                    </a:cubicBezTo>
                    <a:cubicBezTo>
                      <a:pt x="35998" y="147"/>
                      <a:pt x="39918" y="1650"/>
                      <a:pt x="42979" y="4658"/>
                    </a:cubicBezTo>
                    <a:cubicBezTo>
                      <a:pt x="46040" y="7665"/>
                      <a:pt x="47812" y="12014"/>
                      <a:pt x="48242" y="17599"/>
                    </a:cubicBezTo>
                    <a:lnTo>
                      <a:pt x="40079" y="18405"/>
                    </a:lnTo>
                    <a:cubicBezTo>
                      <a:pt x="39650" y="14538"/>
                      <a:pt x="38576" y="11800"/>
                      <a:pt x="36857" y="10081"/>
                    </a:cubicBezTo>
                    <a:cubicBezTo>
                      <a:pt x="35139" y="8363"/>
                      <a:pt x="32991" y="7504"/>
                      <a:pt x="30521" y="7504"/>
                    </a:cubicBezTo>
                    <a:cubicBezTo>
                      <a:pt x="27943" y="7504"/>
                      <a:pt x="25312" y="8524"/>
                      <a:pt x="22681" y="10564"/>
                    </a:cubicBezTo>
                    <a:cubicBezTo>
                      <a:pt x="19996" y="12551"/>
                      <a:pt x="17740" y="15558"/>
                      <a:pt x="15861" y="19586"/>
                    </a:cubicBezTo>
                    <a:cubicBezTo>
                      <a:pt x="13928" y="23560"/>
                      <a:pt x="12639" y="27104"/>
                      <a:pt x="11941" y="30218"/>
                    </a:cubicBezTo>
                    <a:moveTo>
                      <a:pt x="8880" y="51376"/>
                    </a:moveTo>
                    <a:cubicBezTo>
                      <a:pt x="8880" y="55403"/>
                      <a:pt x="10115" y="58733"/>
                      <a:pt x="12585" y="61471"/>
                    </a:cubicBezTo>
                    <a:cubicBezTo>
                      <a:pt x="15109" y="64210"/>
                      <a:pt x="17902" y="65553"/>
                      <a:pt x="21016" y="65553"/>
                    </a:cubicBezTo>
                    <a:cubicBezTo>
                      <a:pt x="23218" y="65553"/>
                      <a:pt x="25527" y="64693"/>
                      <a:pt x="27997" y="63082"/>
                    </a:cubicBezTo>
                    <a:cubicBezTo>
                      <a:pt x="30414" y="61418"/>
                      <a:pt x="32508" y="58894"/>
                      <a:pt x="34226" y="55511"/>
                    </a:cubicBezTo>
                    <a:cubicBezTo>
                      <a:pt x="35891" y="52128"/>
                      <a:pt x="36750" y="48745"/>
                      <a:pt x="36750" y="45415"/>
                    </a:cubicBezTo>
                    <a:cubicBezTo>
                      <a:pt x="36750" y="41066"/>
                      <a:pt x="35569" y="37629"/>
                      <a:pt x="33206" y="35051"/>
                    </a:cubicBezTo>
                    <a:cubicBezTo>
                      <a:pt x="30843" y="32420"/>
                      <a:pt x="27997" y="31131"/>
                      <a:pt x="24614" y="31131"/>
                    </a:cubicBezTo>
                    <a:cubicBezTo>
                      <a:pt x="20801" y="31131"/>
                      <a:pt x="17203" y="33011"/>
                      <a:pt x="13874" y="36823"/>
                    </a:cubicBezTo>
                    <a:cubicBezTo>
                      <a:pt x="10545" y="40582"/>
                      <a:pt x="8880" y="45469"/>
                      <a:pt x="8880" y="513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7" name="Freihandform: Form 216">
                <a:extLst>
                  <a:ext uri="{FF2B5EF4-FFF2-40B4-BE49-F238E27FC236}">
                    <a16:creationId xmlns:a16="http://schemas.microsoft.com/office/drawing/2014/main" id="{AEEF71A0-C23F-3D16-D0C0-66D7C95B6170}"/>
                  </a:ext>
                </a:extLst>
              </p:cNvPr>
              <p:cNvSpPr/>
              <p:nvPr/>
            </p:nvSpPr>
            <p:spPr>
              <a:xfrm>
                <a:off x="7765463" y="2544638"/>
                <a:ext cx="49188" cy="70829"/>
              </a:xfrm>
              <a:custGeom>
                <a:avLst/>
                <a:gdLst>
                  <a:gd name="connsiteX0" fmla="*/ 25370 w 49188"/>
                  <a:gd name="connsiteY0" fmla="*/ 70976 h 70829"/>
                  <a:gd name="connsiteX1" fmla="*/ 29182 w 49188"/>
                  <a:gd name="connsiteY1" fmla="*/ 52879 h 70829"/>
                  <a:gd name="connsiteX2" fmla="*/ 292 w 49188"/>
                  <a:gd name="connsiteY2" fmla="*/ 52879 h 70829"/>
                  <a:gd name="connsiteX3" fmla="*/ 2118 w 49188"/>
                  <a:gd name="connsiteY3" fmla="*/ 44234 h 70829"/>
                  <a:gd name="connsiteX4" fmla="*/ 41802 w 49188"/>
                  <a:gd name="connsiteY4" fmla="*/ 147 h 70829"/>
                  <a:gd name="connsiteX5" fmla="*/ 48944 w 49188"/>
                  <a:gd name="connsiteY5" fmla="*/ 147 h 70829"/>
                  <a:gd name="connsiteX6" fmla="*/ 39493 w 49188"/>
                  <a:gd name="connsiteY6" fmla="*/ 45147 h 70829"/>
                  <a:gd name="connsiteX7" fmla="*/ 49481 w 49188"/>
                  <a:gd name="connsiteY7" fmla="*/ 45147 h 70829"/>
                  <a:gd name="connsiteX8" fmla="*/ 47870 w 49188"/>
                  <a:gd name="connsiteY8" fmla="*/ 52879 h 70829"/>
                  <a:gd name="connsiteX9" fmla="*/ 37935 w 49188"/>
                  <a:gd name="connsiteY9" fmla="*/ 52879 h 70829"/>
                  <a:gd name="connsiteX10" fmla="*/ 34123 w 49188"/>
                  <a:gd name="connsiteY10" fmla="*/ 70976 h 70829"/>
                  <a:gd name="connsiteX11" fmla="*/ 25370 w 49188"/>
                  <a:gd name="connsiteY11" fmla="*/ 70976 h 70829"/>
                  <a:gd name="connsiteX12" fmla="*/ 30793 w 49188"/>
                  <a:gd name="connsiteY12" fmla="*/ 45147 h 70829"/>
                  <a:gd name="connsiteX13" fmla="*/ 36969 w 49188"/>
                  <a:gd name="connsiteY13" fmla="*/ 15612 h 70829"/>
                  <a:gd name="connsiteX14" fmla="*/ 10549 w 49188"/>
                  <a:gd name="connsiteY14" fmla="*/ 4514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70" y="70976"/>
                    </a:moveTo>
                    <a:lnTo>
                      <a:pt x="29182" y="52879"/>
                    </a:lnTo>
                    <a:lnTo>
                      <a:pt x="292" y="52879"/>
                    </a:lnTo>
                    <a:lnTo>
                      <a:pt x="2118" y="44234"/>
                    </a:lnTo>
                    <a:lnTo>
                      <a:pt x="41802" y="147"/>
                    </a:lnTo>
                    <a:lnTo>
                      <a:pt x="48944" y="147"/>
                    </a:lnTo>
                    <a:lnTo>
                      <a:pt x="39493" y="45147"/>
                    </a:lnTo>
                    <a:lnTo>
                      <a:pt x="49481" y="45147"/>
                    </a:lnTo>
                    <a:lnTo>
                      <a:pt x="47870" y="52879"/>
                    </a:lnTo>
                    <a:lnTo>
                      <a:pt x="37935" y="52879"/>
                    </a:lnTo>
                    <a:lnTo>
                      <a:pt x="34123" y="70976"/>
                    </a:lnTo>
                    <a:lnTo>
                      <a:pt x="25370" y="70976"/>
                    </a:lnTo>
                    <a:moveTo>
                      <a:pt x="30793" y="45147"/>
                    </a:moveTo>
                    <a:lnTo>
                      <a:pt x="36969" y="15612"/>
                    </a:lnTo>
                    <a:lnTo>
                      <a:pt x="10549" y="4514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8" name="Freihandform: Form 217">
                <a:extLst>
                  <a:ext uri="{FF2B5EF4-FFF2-40B4-BE49-F238E27FC236}">
                    <a16:creationId xmlns:a16="http://schemas.microsoft.com/office/drawing/2014/main" id="{6191F276-A8A5-F713-E5B6-13990694DAB3}"/>
                  </a:ext>
                </a:extLst>
              </p:cNvPr>
              <p:cNvSpPr/>
              <p:nvPr/>
            </p:nvSpPr>
            <p:spPr>
              <a:xfrm>
                <a:off x="7827970" y="2545605"/>
                <a:ext cx="46933" cy="69862"/>
              </a:xfrm>
              <a:custGeom>
                <a:avLst/>
                <a:gdLst>
                  <a:gd name="connsiteX0" fmla="*/ 2659 w 46933"/>
                  <a:gd name="connsiteY0" fmla="*/ 70010 h 69862"/>
                  <a:gd name="connsiteX1" fmla="*/ 7599 w 46933"/>
                  <a:gd name="connsiteY1" fmla="*/ 52826 h 69862"/>
                  <a:gd name="connsiteX2" fmla="*/ 19413 w 46933"/>
                  <a:gd name="connsiteY2" fmla="*/ 28715 h 69862"/>
                  <a:gd name="connsiteX3" fmla="*/ 35630 w 46933"/>
                  <a:gd name="connsiteY3" fmla="*/ 8148 h 69862"/>
                  <a:gd name="connsiteX4" fmla="*/ 296 w 46933"/>
                  <a:gd name="connsiteY4" fmla="*/ 8148 h 69862"/>
                  <a:gd name="connsiteX5" fmla="*/ 2015 w 46933"/>
                  <a:gd name="connsiteY5" fmla="*/ 147 h 69862"/>
                  <a:gd name="connsiteX6" fmla="*/ 47229 w 46933"/>
                  <a:gd name="connsiteY6" fmla="*/ 147 h 69862"/>
                  <a:gd name="connsiteX7" fmla="*/ 45565 w 46933"/>
                  <a:gd name="connsiteY7" fmla="*/ 8148 h 69862"/>
                  <a:gd name="connsiteX8" fmla="*/ 25481 w 46933"/>
                  <a:gd name="connsiteY8" fmla="*/ 34192 h 69862"/>
                  <a:gd name="connsiteX9" fmla="*/ 11788 w 46933"/>
                  <a:gd name="connsiteY9" fmla="*/ 70010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59" y="70010"/>
                    </a:moveTo>
                    <a:cubicBezTo>
                      <a:pt x="3464" y="65230"/>
                      <a:pt x="5075" y="59485"/>
                      <a:pt x="7599" y="52826"/>
                    </a:cubicBezTo>
                    <a:cubicBezTo>
                      <a:pt x="10606" y="44717"/>
                      <a:pt x="14527" y="36662"/>
                      <a:pt x="19413" y="28715"/>
                    </a:cubicBezTo>
                    <a:cubicBezTo>
                      <a:pt x="24246" y="20714"/>
                      <a:pt x="29670" y="13894"/>
                      <a:pt x="35630" y="8148"/>
                    </a:cubicBezTo>
                    <a:lnTo>
                      <a:pt x="296" y="8148"/>
                    </a:lnTo>
                    <a:lnTo>
                      <a:pt x="2015" y="147"/>
                    </a:lnTo>
                    <a:lnTo>
                      <a:pt x="47229" y="147"/>
                    </a:lnTo>
                    <a:lnTo>
                      <a:pt x="45565" y="8148"/>
                    </a:lnTo>
                    <a:cubicBezTo>
                      <a:pt x="37939" y="14860"/>
                      <a:pt x="31227" y="23560"/>
                      <a:pt x="25481" y="34192"/>
                    </a:cubicBezTo>
                    <a:cubicBezTo>
                      <a:pt x="18822" y="46489"/>
                      <a:pt x="14258" y="58411"/>
                      <a:pt x="11788" y="700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19" name="Freihandform: Form 218">
                <a:extLst>
                  <a:ext uri="{FF2B5EF4-FFF2-40B4-BE49-F238E27FC236}">
                    <a16:creationId xmlns:a16="http://schemas.microsoft.com/office/drawing/2014/main" id="{2D132B18-DCEE-0710-5A46-59E123553483}"/>
                  </a:ext>
                </a:extLst>
              </p:cNvPr>
              <p:cNvSpPr/>
              <p:nvPr/>
            </p:nvSpPr>
            <p:spPr>
              <a:xfrm>
                <a:off x="7876731" y="2605587"/>
                <a:ext cx="11974" cy="9880"/>
              </a:xfrm>
              <a:custGeom>
                <a:avLst/>
                <a:gdLst>
                  <a:gd name="connsiteX0" fmla="*/ 300 w 11974"/>
                  <a:gd name="connsiteY0" fmla="*/ 10028 h 9880"/>
                  <a:gd name="connsiteX1" fmla="*/ 2394 w 11974"/>
                  <a:gd name="connsiteY1" fmla="*/ 147 h 9880"/>
                  <a:gd name="connsiteX2" fmla="*/ 12275 w 11974"/>
                  <a:gd name="connsiteY2" fmla="*/ 147 h 9880"/>
                  <a:gd name="connsiteX3" fmla="*/ 10181 w 11974"/>
                  <a:gd name="connsiteY3" fmla="*/ 10028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00" y="10028"/>
                    </a:moveTo>
                    <a:lnTo>
                      <a:pt x="2394" y="147"/>
                    </a:lnTo>
                    <a:lnTo>
                      <a:pt x="12275" y="147"/>
                    </a:lnTo>
                    <a:lnTo>
                      <a:pt x="10181" y="1002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0" name="Freihandform: Form 219">
                <a:extLst>
                  <a:ext uri="{FF2B5EF4-FFF2-40B4-BE49-F238E27FC236}">
                    <a16:creationId xmlns:a16="http://schemas.microsoft.com/office/drawing/2014/main" id="{7AF4D129-3A1A-340E-1294-47CDDDC67FDD}"/>
                  </a:ext>
                </a:extLst>
              </p:cNvPr>
              <p:cNvSpPr/>
              <p:nvPr/>
            </p:nvSpPr>
            <p:spPr>
              <a:xfrm>
                <a:off x="7913206" y="2544316"/>
                <a:ext cx="32810" cy="71151"/>
              </a:xfrm>
              <a:custGeom>
                <a:avLst/>
                <a:gdLst>
                  <a:gd name="connsiteX0" fmla="*/ 9485 w 32810"/>
                  <a:gd name="connsiteY0" fmla="*/ 71298 h 71151"/>
                  <a:gd name="connsiteX1" fmla="*/ 20654 w 32810"/>
                  <a:gd name="connsiteY1" fmla="*/ 17814 h 71151"/>
                  <a:gd name="connsiteX2" fmla="*/ 302 w 32810"/>
                  <a:gd name="connsiteY2" fmla="*/ 26943 h 71151"/>
                  <a:gd name="connsiteX3" fmla="*/ 1913 w 32810"/>
                  <a:gd name="connsiteY3" fmla="*/ 18995 h 71151"/>
                  <a:gd name="connsiteX4" fmla="*/ 14801 w 32810"/>
                  <a:gd name="connsiteY4" fmla="*/ 12175 h 71151"/>
                  <a:gd name="connsiteX5" fmla="*/ 24360 w 32810"/>
                  <a:gd name="connsiteY5" fmla="*/ 4872 h 71151"/>
                  <a:gd name="connsiteX6" fmla="*/ 28011 w 32810"/>
                  <a:gd name="connsiteY6" fmla="*/ 147 h 71151"/>
                  <a:gd name="connsiteX7" fmla="*/ 33112 w 32810"/>
                  <a:gd name="connsiteY7" fmla="*/ 147 h 71151"/>
                  <a:gd name="connsiteX8" fmla="*/ 18238 w 32810"/>
                  <a:gd name="connsiteY8" fmla="*/ 71298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85" y="71298"/>
                    </a:moveTo>
                    <a:lnTo>
                      <a:pt x="20654" y="17814"/>
                    </a:lnTo>
                    <a:cubicBezTo>
                      <a:pt x="15821" y="21627"/>
                      <a:pt x="9055" y="24634"/>
                      <a:pt x="302" y="26943"/>
                    </a:cubicBezTo>
                    <a:lnTo>
                      <a:pt x="1913" y="18995"/>
                    </a:lnTo>
                    <a:cubicBezTo>
                      <a:pt x="6263" y="17277"/>
                      <a:pt x="10559" y="15022"/>
                      <a:pt x="14801" y="12175"/>
                    </a:cubicBezTo>
                    <a:cubicBezTo>
                      <a:pt x="19043" y="9383"/>
                      <a:pt x="22212" y="6967"/>
                      <a:pt x="24360" y="4872"/>
                    </a:cubicBezTo>
                    <a:cubicBezTo>
                      <a:pt x="25648" y="3584"/>
                      <a:pt x="26883" y="1973"/>
                      <a:pt x="28011" y="147"/>
                    </a:cubicBezTo>
                    <a:lnTo>
                      <a:pt x="33112" y="147"/>
                    </a:lnTo>
                    <a:lnTo>
                      <a:pt x="18238" y="7129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221" name="Grafik 4">
              <a:extLst>
                <a:ext uri="{FF2B5EF4-FFF2-40B4-BE49-F238E27FC236}">
                  <a16:creationId xmlns:a16="http://schemas.microsoft.com/office/drawing/2014/main" id="{CFC1ED08-F068-1D21-527C-203B2C8C9D69}"/>
                </a:ext>
              </a:extLst>
            </p:cNvPr>
            <p:cNvGrpSpPr/>
            <p:nvPr/>
          </p:nvGrpSpPr>
          <p:grpSpPr>
            <a:xfrm>
              <a:off x="7427236" y="2418008"/>
              <a:ext cx="524787" cy="72386"/>
              <a:chOff x="7427236" y="2418008"/>
              <a:chExt cx="524787" cy="72386"/>
            </a:xfrm>
            <a:solidFill>
              <a:srgbClr val="000000"/>
            </a:solidFill>
          </p:grpSpPr>
          <p:sp>
            <p:nvSpPr>
              <p:cNvPr id="222" name="Freihandform: Form 221">
                <a:extLst>
                  <a:ext uri="{FF2B5EF4-FFF2-40B4-BE49-F238E27FC236}">
                    <a16:creationId xmlns:a16="http://schemas.microsoft.com/office/drawing/2014/main" id="{46D1AB4F-B9A8-7EC9-96C9-45FDFAB37218}"/>
                  </a:ext>
                </a:extLst>
              </p:cNvPr>
              <p:cNvSpPr/>
              <p:nvPr/>
            </p:nvSpPr>
            <p:spPr>
              <a:xfrm>
                <a:off x="7427236" y="2418330"/>
                <a:ext cx="92738" cy="70829"/>
              </a:xfrm>
              <a:custGeom>
                <a:avLst/>
                <a:gdLst>
                  <a:gd name="connsiteX0" fmla="*/ 4617 w 92738"/>
                  <a:gd name="connsiteY0" fmla="*/ 70967 h 70829"/>
                  <a:gd name="connsiteX1" fmla="*/ 267 w 92738"/>
                  <a:gd name="connsiteY1" fmla="*/ 138 h 70829"/>
                  <a:gd name="connsiteX2" fmla="*/ 9879 w 92738"/>
                  <a:gd name="connsiteY2" fmla="*/ 138 h 70829"/>
                  <a:gd name="connsiteX3" fmla="*/ 11544 w 92738"/>
                  <a:gd name="connsiteY3" fmla="*/ 35150 h 70829"/>
                  <a:gd name="connsiteX4" fmla="*/ 12027 w 92738"/>
                  <a:gd name="connsiteY4" fmla="*/ 48789 h 70829"/>
                  <a:gd name="connsiteX5" fmla="*/ 12135 w 92738"/>
                  <a:gd name="connsiteY5" fmla="*/ 53139 h 70829"/>
                  <a:gd name="connsiteX6" fmla="*/ 12081 w 92738"/>
                  <a:gd name="connsiteY6" fmla="*/ 57918 h 70829"/>
                  <a:gd name="connsiteX7" fmla="*/ 20565 w 92738"/>
                  <a:gd name="connsiteY7" fmla="*/ 40895 h 70829"/>
                  <a:gd name="connsiteX8" fmla="*/ 42152 w 92738"/>
                  <a:gd name="connsiteY8" fmla="*/ 138 h 70829"/>
                  <a:gd name="connsiteX9" fmla="*/ 51926 w 92738"/>
                  <a:gd name="connsiteY9" fmla="*/ 138 h 70829"/>
                  <a:gd name="connsiteX10" fmla="*/ 54288 w 92738"/>
                  <a:gd name="connsiteY10" fmla="*/ 41540 h 70829"/>
                  <a:gd name="connsiteX11" fmla="*/ 54826 w 92738"/>
                  <a:gd name="connsiteY11" fmla="*/ 58670 h 70829"/>
                  <a:gd name="connsiteX12" fmla="*/ 57886 w 92738"/>
                  <a:gd name="connsiteY12" fmla="*/ 51313 h 70829"/>
                  <a:gd name="connsiteX13" fmla="*/ 63095 w 92738"/>
                  <a:gd name="connsiteY13" fmla="*/ 40036 h 70829"/>
                  <a:gd name="connsiteX14" fmla="*/ 83340 w 92738"/>
                  <a:gd name="connsiteY14" fmla="*/ 138 h 70829"/>
                  <a:gd name="connsiteX15" fmla="*/ 93006 w 92738"/>
                  <a:gd name="connsiteY15" fmla="*/ 138 h 70829"/>
                  <a:gd name="connsiteX16" fmla="*/ 56920 w 92738"/>
                  <a:gd name="connsiteY16" fmla="*/ 70967 h 70829"/>
                  <a:gd name="connsiteX17" fmla="*/ 46771 w 92738"/>
                  <a:gd name="connsiteY17" fmla="*/ 70967 h 70829"/>
                  <a:gd name="connsiteX18" fmla="*/ 44408 w 92738"/>
                  <a:gd name="connsiteY18" fmla="*/ 28061 h 70829"/>
                  <a:gd name="connsiteX19" fmla="*/ 43871 w 92738"/>
                  <a:gd name="connsiteY19" fmla="*/ 14529 h 70829"/>
                  <a:gd name="connsiteX20" fmla="*/ 38931 w 92738"/>
                  <a:gd name="connsiteY20" fmla="*/ 24947 h 70829"/>
                  <a:gd name="connsiteX21" fmla="*/ 14390 w 92738"/>
                  <a:gd name="connsiteY21" fmla="*/ 7096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738" h="70829">
                    <a:moveTo>
                      <a:pt x="4617" y="70967"/>
                    </a:moveTo>
                    <a:lnTo>
                      <a:pt x="267" y="138"/>
                    </a:lnTo>
                    <a:lnTo>
                      <a:pt x="9879" y="138"/>
                    </a:lnTo>
                    <a:lnTo>
                      <a:pt x="11544" y="35150"/>
                    </a:lnTo>
                    <a:cubicBezTo>
                      <a:pt x="11651" y="36814"/>
                      <a:pt x="11812" y="41379"/>
                      <a:pt x="12027" y="48789"/>
                    </a:cubicBezTo>
                    <a:cubicBezTo>
                      <a:pt x="12081" y="50830"/>
                      <a:pt x="12135" y="52280"/>
                      <a:pt x="12135" y="53139"/>
                    </a:cubicBezTo>
                    <a:cubicBezTo>
                      <a:pt x="12135" y="53676"/>
                      <a:pt x="12135" y="55287"/>
                      <a:pt x="12081" y="57918"/>
                    </a:cubicBezTo>
                    <a:cubicBezTo>
                      <a:pt x="16001" y="49863"/>
                      <a:pt x="18847" y="44171"/>
                      <a:pt x="20565" y="40895"/>
                    </a:cubicBezTo>
                    <a:lnTo>
                      <a:pt x="42152" y="138"/>
                    </a:lnTo>
                    <a:lnTo>
                      <a:pt x="51926" y="138"/>
                    </a:lnTo>
                    <a:lnTo>
                      <a:pt x="54288" y="41540"/>
                    </a:lnTo>
                    <a:cubicBezTo>
                      <a:pt x="54503" y="46265"/>
                      <a:pt x="54718" y="51957"/>
                      <a:pt x="54826" y="58670"/>
                    </a:cubicBezTo>
                    <a:cubicBezTo>
                      <a:pt x="55362" y="57005"/>
                      <a:pt x="56437" y="54535"/>
                      <a:pt x="57886" y="51313"/>
                    </a:cubicBezTo>
                    <a:cubicBezTo>
                      <a:pt x="60249" y="46050"/>
                      <a:pt x="61968" y="42292"/>
                      <a:pt x="63095" y="40036"/>
                    </a:cubicBezTo>
                    <a:lnTo>
                      <a:pt x="83340" y="138"/>
                    </a:lnTo>
                    <a:lnTo>
                      <a:pt x="93006" y="138"/>
                    </a:lnTo>
                    <a:lnTo>
                      <a:pt x="56920" y="70967"/>
                    </a:lnTo>
                    <a:lnTo>
                      <a:pt x="46771" y="70967"/>
                    </a:lnTo>
                    <a:lnTo>
                      <a:pt x="44408" y="28061"/>
                    </a:lnTo>
                    <a:cubicBezTo>
                      <a:pt x="44193" y="24356"/>
                      <a:pt x="44032" y="19845"/>
                      <a:pt x="43871" y="14529"/>
                    </a:cubicBezTo>
                    <a:cubicBezTo>
                      <a:pt x="41938" y="18986"/>
                      <a:pt x="40273" y="22477"/>
                      <a:pt x="38931" y="24947"/>
                    </a:cubicBezTo>
                    <a:lnTo>
                      <a:pt x="14390" y="7096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3" name="Freihandform: Form 222">
                <a:extLst>
                  <a:ext uri="{FF2B5EF4-FFF2-40B4-BE49-F238E27FC236}">
                    <a16:creationId xmlns:a16="http://schemas.microsoft.com/office/drawing/2014/main" id="{22EAE1A4-8070-E166-B583-C2DE4CC3C019}"/>
                  </a:ext>
                </a:extLst>
              </p:cNvPr>
              <p:cNvSpPr/>
              <p:nvPr/>
            </p:nvSpPr>
            <p:spPr>
              <a:xfrm>
                <a:off x="7513948" y="2418330"/>
                <a:ext cx="24272" cy="70829"/>
              </a:xfrm>
              <a:custGeom>
                <a:avLst/>
                <a:gdLst>
                  <a:gd name="connsiteX0" fmla="*/ 274 w 24272"/>
                  <a:gd name="connsiteY0" fmla="*/ 70967 h 70829"/>
                  <a:gd name="connsiteX1" fmla="*/ 15149 w 24272"/>
                  <a:gd name="connsiteY1" fmla="*/ 138 h 70829"/>
                  <a:gd name="connsiteX2" fmla="*/ 24546 w 24272"/>
                  <a:gd name="connsiteY2" fmla="*/ 138 h 70829"/>
                  <a:gd name="connsiteX3" fmla="*/ 9779 w 24272"/>
                  <a:gd name="connsiteY3" fmla="*/ 7096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272" h="70829">
                    <a:moveTo>
                      <a:pt x="274" y="70967"/>
                    </a:moveTo>
                    <a:lnTo>
                      <a:pt x="15149" y="138"/>
                    </a:lnTo>
                    <a:lnTo>
                      <a:pt x="24546" y="138"/>
                    </a:lnTo>
                    <a:lnTo>
                      <a:pt x="9779" y="7096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4" name="Freihandform: Form 223">
                <a:extLst>
                  <a:ext uri="{FF2B5EF4-FFF2-40B4-BE49-F238E27FC236}">
                    <a16:creationId xmlns:a16="http://schemas.microsoft.com/office/drawing/2014/main" id="{F1F72D9D-EE8F-873F-F8FB-F11883FFC303}"/>
                  </a:ext>
                </a:extLst>
              </p:cNvPr>
              <p:cNvSpPr/>
              <p:nvPr/>
            </p:nvSpPr>
            <p:spPr>
              <a:xfrm>
                <a:off x="7533817" y="2418330"/>
                <a:ext cx="63043" cy="70829"/>
              </a:xfrm>
              <a:custGeom>
                <a:avLst/>
                <a:gdLst>
                  <a:gd name="connsiteX0" fmla="*/ 276 w 63043"/>
                  <a:gd name="connsiteY0" fmla="*/ 70967 h 70829"/>
                  <a:gd name="connsiteX1" fmla="*/ 40443 w 63043"/>
                  <a:gd name="connsiteY1" fmla="*/ 138 h 70829"/>
                  <a:gd name="connsiteX2" fmla="*/ 51612 w 63043"/>
                  <a:gd name="connsiteY2" fmla="*/ 138 h 70829"/>
                  <a:gd name="connsiteX3" fmla="*/ 63319 w 63043"/>
                  <a:gd name="connsiteY3" fmla="*/ 70967 h 70829"/>
                  <a:gd name="connsiteX4" fmla="*/ 54136 w 63043"/>
                  <a:gd name="connsiteY4" fmla="*/ 70967 h 70829"/>
                  <a:gd name="connsiteX5" fmla="*/ 50699 w 63043"/>
                  <a:gd name="connsiteY5" fmla="*/ 50561 h 70829"/>
                  <a:gd name="connsiteX6" fmla="*/ 22024 w 63043"/>
                  <a:gd name="connsiteY6" fmla="*/ 50561 h 70829"/>
                  <a:gd name="connsiteX7" fmla="*/ 10693 w 63043"/>
                  <a:gd name="connsiteY7" fmla="*/ 70967 h 70829"/>
                  <a:gd name="connsiteX8" fmla="*/ 276 w 63043"/>
                  <a:gd name="connsiteY8" fmla="*/ 70967 h 70829"/>
                  <a:gd name="connsiteX9" fmla="*/ 26105 w 63043"/>
                  <a:gd name="connsiteY9" fmla="*/ 43258 h 70829"/>
                  <a:gd name="connsiteX10" fmla="*/ 49518 w 63043"/>
                  <a:gd name="connsiteY10" fmla="*/ 43258 h 70829"/>
                  <a:gd name="connsiteX11" fmla="*/ 46779 w 63043"/>
                  <a:gd name="connsiteY11" fmla="*/ 25484 h 70829"/>
                  <a:gd name="connsiteX12" fmla="*/ 44793 w 63043"/>
                  <a:gd name="connsiteY12" fmla="*/ 7870 h 70829"/>
                  <a:gd name="connsiteX13" fmla="*/ 37758 w 63043"/>
                  <a:gd name="connsiteY13" fmla="*/ 2231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276" y="70967"/>
                    </a:moveTo>
                    <a:lnTo>
                      <a:pt x="40443" y="138"/>
                    </a:lnTo>
                    <a:lnTo>
                      <a:pt x="51612" y="138"/>
                    </a:lnTo>
                    <a:lnTo>
                      <a:pt x="63319" y="70967"/>
                    </a:lnTo>
                    <a:lnTo>
                      <a:pt x="54136" y="70967"/>
                    </a:lnTo>
                    <a:lnTo>
                      <a:pt x="50699" y="50561"/>
                    </a:lnTo>
                    <a:lnTo>
                      <a:pt x="22024" y="50561"/>
                    </a:lnTo>
                    <a:lnTo>
                      <a:pt x="10693" y="70967"/>
                    </a:lnTo>
                    <a:lnTo>
                      <a:pt x="276" y="70967"/>
                    </a:lnTo>
                    <a:moveTo>
                      <a:pt x="26105" y="43258"/>
                    </a:moveTo>
                    <a:lnTo>
                      <a:pt x="49518" y="43258"/>
                    </a:lnTo>
                    <a:lnTo>
                      <a:pt x="46779" y="25484"/>
                    </a:lnTo>
                    <a:cubicBezTo>
                      <a:pt x="45705" y="18449"/>
                      <a:pt x="45061" y="12542"/>
                      <a:pt x="44793" y="7870"/>
                    </a:cubicBezTo>
                    <a:cubicBezTo>
                      <a:pt x="43182" y="11898"/>
                      <a:pt x="40819" y="16731"/>
                      <a:pt x="37758" y="2231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5" name="Freihandform: Form 224">
                <a:extLst>
                  <a:ext uri="{FF2B5EF4-FFF2-40B4-BE49-F238E27FC236}">
                    <a16:creationId xmlns:a16="http://schemas.microsoft.com/office/drawing/2014/main" id="{8AC63741-B515-50A1-F340-E8F906CDAF67}"/>
                  </a:ext>
                </a:extLst>
              </p:cNvPr>
              <p:cNvSpPr/>
              <p:nvPr/>
            </p:nvSpPr>
            <p:spPr>
              <a:xfrm>
                <a:off x="7616477" y="2418008"/>
                <a:ext cx="32810" cy="71151"/>
              </a:xfrm>
              <a:custGeom>
                <a:avLst/>
                <a:gdLst>
                  <a:gd name="connsiteX0" fmla="*/ 9463 w 32810"/>
                  <a:gd name="connsiteY0" fmla="*/ 71289 h 71151"/>
                  <a:gd name="connsiteX1" fmla="*/ 20633 w 32810"/>
                  <a:gd name="connsiteY1" fmla="*/ 17805 h 71151"/>
                  <a:gd name="connsiteX2" fmla="*/ 281 w 32810"/>
                  <a:gd name="connsiteY2" fmla="*/ 26934 h 71151"/>
                  <a:gd name="connsiteX3" fmla="*/ 1892 w 32810"/>
                  <a:gd name="connsiteY3" fmla="*/ 18986 h 71151"/>
                  <a:gd name="connsiteX4" fmla="*/ 14779 w 32810"/>
                  <a:gd name="connsiteY4" fmla="*/ 12166 h 71151"/>
                  <a:gd name="connsiteX5" fmla="*/ 24338 w 32810"/>
                  <a:gd name="connsiteY5" fmla="*/ 4863 h 71151"/>
                  <a:gd name="connsiteX6" fmla="*/ 27989 w 32810"/>
                  <a:gd name="connsiteY6" fmla="*/ 138 h 71151"/>
                  <a:gd name="connsiteX7" fmla="*/ 33091 w 32810"/>
                  <a:gd name="connsiteY7" fmla="*/ 138 h 71151"/>
                  <a:gd name="connsiteX8" fmla="*/ 18216 w 32810"/>
                  <a:gd name="connsiteY8" fmla="*/ 71289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63" y="71289"/>
                    </a:moveTo>
                    <a:lnTo>
                      <a:pt x="20633" y="17805"/>
                    </a:lnTo>
                    <a:cubicBezTo>
                      <a:pt x="15800" y="21617"/>
                      <a:pt x="9034" y="24625"/>
                      <a:pt x="281" y="26934"/>
                    </a:cubicBezTo>
                    <a:lnTo>
                      <a:pt x="1892" y="18986"/>
                    </a:lnTo>
                    <a:cubicBezTo>
                      <a:pt x="6241" y="17268"/>
                      <a:pt x="10537" y="15012"/>
                      <a:pt x="14779" y="12166"/>
                    </a:cubicBezTo>
                    <a:cubicBezTo>
                      <a:pt x="19022" y="9374"/>
                      <a:pt x="22190" y="6957"/>
                      <a:pt x="24338" y="4863"/>
                    </a:cubicBezTo>
                    <a:cubicBezTo>
                      <a:pt x="25627" y="3574"/>
                      <a:pt x="26862" y="1963"/>
                      <a:pt x="27989" y="138"/>
                    </a:cubicBezTo>
                    <a:lnTo>
                      <a:pt x="33091" y="138"/>
                    </a:lnTo>
                    <a:lnTo>
                      <a:pt x="18216" y="7128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6" name="Freihandform: Form 225">
                <a:extLst>
                  <a:ext uri="{FF2B5EF4-FFF2-40B4-BE49-F238E27FC236}">
                    <a16:creationId xmlns:a16="http://schemas.microsoft.com/office/drawing/2014/main" id="{5D68F4A6-4138-D094-800B-C48B944AC943}"/>
                  </a:ext>
                </a:extLst>
              </p:cNvPr>
              <p:cNvSpPr/>
              <p:nvPr/>
            </p:nvSpPr>
            <p:spPr>
              <a:xfrm>
                <a:off x="7665144" y="2418008"/>
                <a:ext cx="47953" cy="72332"/>
              </a:xfrm>
              <a:custGeom>
                <a:avLst/>
                <a:gdLst>
                  <a:gd name="connsiteX0" fmla="*/ 11937 w 47953"/>
                  <a:gd name="connsiteY0" fmla="*/ 30209 h 72332"/>
                  <a:gd name="connsiteX1" fmla="*/ 19241 w 47953"/>
                  <a:gd name="connsiteY1" fmla="*/ 25645 h 72332"/>
                  <a:gd name="connsiteX2" fmla="*/ 26490 w 47953"/>
                  <a:gd name="connsiteY2" fmla="*/ 24141 h 72332"/>
                  <a:gd name="connsiteX3" fmla="*/ 39807 w 47953"/>
                  <a:gd name="connsiteY3" fmla="*/ 29619 h 72332"/>
                  <a:gd name="connsiteX4" fmla="*/ 45070 w 47953"/>
                  <a:gd name="connsiteY4" fmla="*/ 44493 h 72332"/>
                  <a:gd name="connsiteX5" fmla="*/ 37230 w 47953"/>
                  <a:gd name="connsiteY5" fmla="*/ 65114 h 72332"/>
                  <a:gd name="connsiteX6" fmla="*/ 20798 w 47953"/>
                  <a:gd name="connsiteY6" fmla="*/ 72471 h 72332"/>
                  <a:gd name="connsiteX7" fmla="*/ 6138 w 47953"/>
                  <a:gd name="connsiteY7" fmla="*/ 66027 h 72332"/>
                  <a:gd name="connsiteX8" fmla="*/ 285 w 47953"/>
                  <a:gd name="connsiteY8" fmla="*/ 47662 h 72332"/>
                  <a:gd name="connsiteX9" fmla="*/ 4044 w 47953"/>
                  <a:gd name="connsiteY9" fmla="*/ 25591 h 72332"/>
                  <a:gd name="connsiteX10" fmla="*/ 11239 w 47953"/>
                  <a:gd name="connsiteY10" fmla="*/ 11146 h 72332"/>
                  <a:gd name="connsiteX11" fmla="*/ 20314 w 47953"/>
                  <a:gd name="connsiteY11" fmla="*/ 2823 h 72332"/>
                  <a:gd name="connsiteX12" fmla="*/ 31162 w 47953"/>
                  <a:gd name="connsiteY12" fmla="*/ 138 h 72332"/>
                  <a:gd name="connsiteX13" fmla="*/ 42976 w 47953"/>
                  <a:gd name="connsiteY13" fmla="*/ 4648 h 72332"/>
                  <a:gd name="connsiteX14" fmla="*/ 48238 w 47953"/>
                  <a:gd name="connsiteY14" fmla="*/ 17590 h 72332"/>
                  <a:gd name="connsiteX15" fmla="*/ 40076 w 47953"/>
                  <a:gd name="connsiteY15" fmla="*/ 18395 h 72332"/>
                  <a:gd name="connsiteX16" fmla="*/ 36854 w 47953"/>
                  <a:gd name="connsiteY16" fmla="*/ 10072 h 72332"/>
                  <a:gd name="connsiteX17" fmla="*/ 30517 w 47953"/>
                  <a:gd name="connsiteY17" fmla="*/ 7495 h 72332"/>
                  <a:gd name="connsiteX18" fmla="*/ 22677 w 47953"/>
                  <a:gd name="connsiteY18" fmla="*/ 10555 h 72332"/>
                  <a:gd name="connsiteX19" fmla="*/ 15858 w 47953"/>
                  <a:gd name="connsiteY19" fmla="*/ 19577 h 72332"/>
                  <a:gd name="connsiteX20" fmla="*/ 11937 w 47953"/>
                  <a:gd name="connsiteY20" fmla="*/ 30209 h 72332"/>
                  <a:gd name="connsiteX21" fmla="*/ 8877 w 47953"/>
                  <a:gd name="connsiteY21" fmla="*/ 51367 h 72332"/>
                  <a:gd name="connsiteX22" fmla="*/ 12582 w 47953"/>
                  <a:gd name="connsiteY22" fmla="*/ 61462 h 72332"/>
                  <a:gd name="connsiteX23" fmla="*/ 21013 w 47953"/>
                  <a:gd name="connsiteY23" fmla="*/ 65543 h 72332"/>
                  <a:gd name="connsiteX24" fmla="*/ 27994 w 47953"/>
                  <a:gd name="connsiteY24" fmla="*/ 63073 h 72332"/>
                  <a:gd name="connsiteX25" fmla="*/ 34223 w 47953"/>
                  <a:gd name="connsiteY25" fmla="*/ 55502 h 72332"/>
                  <a:gd name="connsiteX26" fmla="*/ 36747 w 47953"/>
                  <a:gd name="connsiteY26" fmla="*/ 45406 h 72332"/>
                  <a:gd name="connsiteX27" fmla="*/ 33202 w 47953"/>
                  <a:gd name="connsiteY27" fmla="*/ 35042 h 72332"/>
                  <a:gd name="connsiteX28" fmla="*/ 24610 w 47953"/>
                  <a:gd name="connsiteY28" fmla="*/ 31122 h 72332"/>
                  <a:gd name="connsiteX29" fmla="*/ 13871 w 47953"/>
                  <a:gd name="connsiteY29" fmla="*/ 36814 h 72332"/>
                  <a:gd name="connsiteX30" fmla="*/ 8877 w 47953"/>
                  <a:gd name="connsiteY30" fmla="*/ 51367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37" y="30209"/>
                    </a:moveTo>
                    <a:cubicBezTo>
                      <a:pt x="14354" y="28169"/>
                      <a:pt x="16824" y="26665"/>
                      <a:pt x="19241" y="25645"/>
                    </a:cubicBezTo>
                    <a:cubicBezTo>
                      <a:pt x="21657" y="24625"/>
                      <a:pt x="24073" y="24141"/>
                      <a:pt x="26490" y="24141"/>
                    </a:cubicBezTo>
                    <a:cubicBezTo>
                      <a:pt x="31860" y="24141"/>
                      <a:pt x="36317" y="25967"/>
                      <a:pt x="39807" y="29619"/>
                    </a:cubicBezTo>
                    <a:cubicBezTo>
                      <a:pt x="43298" y="33324"/>
                      <a:pt x="45070" y="38264"/>
                      <a:pt x="45070" y="44493"/>
                    </a:cubicBezTo>
                    <a:cubicBezTo>
                      <a:pt x="45070" y="52494"/>
                      <a:pt x="42492" y="59368"/>
                      <a:pt x="37230" y="65114"/>
                    </a:cubicBezTo>
                    <a:cubicBezTo>
                      <a:pt x="32719" y="70054"/>
                      <a:pt x="27242" y="72471"/>
                      <a:pt x="20798" y="72471"/>
                    </a:cubicBezTo>
                    <a:cubicBezTo>
                      <a:pt x="14945" y="72471"/>
                      <a:pt x="10058" y="70323"/>
                      <a:pt x="6138" y="66027"/>
                    </a:cubicBezTo>
                    <a:cubicBezTo>
                      <a:pt x="2218" y="61731"/>
                      <a:pt x="285" y="55609"/>
                      <a:pt x="285" y="47662"/>
                    </a:cubicBezTo>
                    <a:cubicBezTo>
                      <a:pt x="285" y="40520"/>
                      <a:pt x="1520" y="33163"/>
                      <a:pt x="4044" y="25591"/>
                    </a:cubicBezTo>
                    <a:cubicBezTo>
                      <a:pt x="5977" y="19738"/>
                      <a:pt x="8393" y="14905"/>
                      <a:pt x="11239" y="11146"/>
                    </a:cubicBezTo>
                    <a:cubicBezTo>
                      <a:pt x="14085" y="7333"/>
                      <a:pt x="17093" y="4595"/>
                      <a:pt x="20314" y="2823"/>
                    </a:cubicBezTo>
                    <a:cubicBezTo>
                      <a:pt x="23536" y="1050"/>
                      <a:pt x="27134" y="138"/>
                      <a:pt x="31162" y="138"/>
                    </a:cubicBezTo>
                    <a:cubicBezTo>
                      <a:pt x="35995" y="138"/>
                      <a:pt x="39915" y="1641"/>
                      <a:pt x="42976" y="4648"/>
                    </a:cubicBezTo>
                    <a:cubicBezTo>
                      <a:pt x="46036" y="7655"/>
                      <a:pt x="47808" y="12005"/>
                      <a:pt x="48238" y="17590"/>
                    </a:cubicBezTo>
                    <a:lnTo>
                      <a:pt x="40076" y="18395"/>
                    </a:lnTo>
                    <a:cubicBezTo>
                      <a:pt x="39646" y="14529"/>
                      <a:pt x="38572" y="11790"/>
                      <a:pt x="36854" y="10072"/>
                    </a:cubicBezTo>
                    <a:cubicBezTo>
                      <a:pt x="35136" y="8354"/>
                      <a:pt x="32988" y="7495"/>
                      <a:pt x="30517" y="7495"/>
                    </a:cubicBezTo>
                    <a:cubicBezTo>
                      <a:pt x="27940" y="7495"/>
                      <a:pt x="25309" y="8515"/>
                      <a:pt x="22677" y="10555"/>
                    </a:cubicBezTo>
                    <a:cubicBezTo>
                      <a:pt x="19992" y="12542"/>
                      <a:pt x="17737" y="15549"/>
                      <a:pt x="15858" y="19577"/>
                    </a:cubicBezTo>
                    <a:cubicBezTo>
                      <a:pt x="13924" y="23550"/>
                      <a:pt x="12635" y="27095"/>
                      <a:pt x="11937" y="30209"/>
                    </a:cubicBezTo>
                    <a:moveTo>
                      <a:pt x="8877" y="51367"/>
                    </a:moveTo>
                    <a:cubicBezTo>
                      <a:pt x="8877" y="55394"/>
                      <a:pt x="10112" y="58724"/>
                      <a:pt x="12582" y="61462"/>
                    </a:cubicBezTo>
                    <a:cubicBezTo>
                      <a:pt x="15106" y="64201"/>
                      <a:pt x="17898" y="65543"/>
                      <a:pt x="21013" y="65543"/>
                    </a:cubicBezTo>
                    <a:cubicBezTo>
                      <a:pt x="23214" y="65543"/>
                      <a:pt x="25523" y="64684"/>
                      <a:pt x="27994" y="63073"/>
                    </a:cubicBezTo>
                    <a:cubicBezTo>
                      <a:pt x="30410" y="61409"/>
                      <a:pt x="32504" y="58885"/>
                      <a:pt x="34223" y="55502"/>
                    </a:cubicBezTo>
                    <a:cubicBezTo>
                      <a:pt x="35887" y="52119"/>
                      <a:pt x="36747" y="48736"/>
                      <a:pt x="36747" y="45406"/>
                    </a:cubicBezTo>
                    <a:cubicBezTo>
                      <a:pt x="36747" y="41056"/>
                      <a:pt x="35565" y="37620"/>
                      <a:pt x="33202" y="35042"/>
                    </a:cubicBezTo>
                    <a:cubicBezTo>
                      <a:pt x="30840" y="32411"/>
                      <a:pt x="27994" y="31122"/>
                      <a:pt x="24610" y="31122"/>
                    </a:cubicBezTo>
                    <a:cubicBezTo>
                      <a:pt x="20798" y="31122"/>
                      <a:pt x="17200" y="33002"/>
                      <a:pt x="13871" y="36814"/>
                    </a:cubicBezTo>
                    <a:cubicBezTo>
                      <a:pt x="10541" y="40573"/>
                      <a:pt x="8877" y="45460"/>
                      <a:pt x="8877" y="5136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7" name="Freihandform: Form 226">
                <a:extLst>
                  <a:ext uri="{FF2B5EF4-FFF2-40B4-BE49-F238E27FC236}">
                    <a16:creationId xmlns:a16="http://schemas.microsoft.com/office/drawing/2014/main" id="{56741863-A224-C3DA-F5B9-FB9BF9478045}"/>
                  </a:ext>
                </a:extLst>
              </p:cNvPr>
              <p:cNvSpPr/>
              <p:nvPr/>
            </p:nvSpPr>
            <p:spPr>
              <a:xfrm>
                <a:off x="7716428" y="2418330"/>
                <a:ext cx="49188" cy="70829"/>
              </a:xfrm>
              <a:custGeom>
                <a:avLst/>
                <a:gdLst>
                  <a:gd name="connsiteX0" fmla="*/ 25366 w 49188"/>
                  <a:gd name="connsiteY0" fmla="*/ 70967 h 70829"/>
                  <a:gd name="connsiteX1" fmla="*/ 29179 w 49188"/>
                  <a:gd name="connsiteY1" fmla="*/ 52870 h 70829"/>
                  <a:gd name="connsiteX2" fmla="*/ 289 w 49188"/>
                  <a:gd name="connsiteY2" fmla="*/ 52870 h 70829"/>
                  <a:gd name="connsiteX3" fmla="*/ 2114 w 49188"/>
                  <a:gd name="connsiteY3" fmla="*/ 44225 h 70829"/>
                  <a:gd name="connsiteX4" fmla="*/ 41798 w 49188"/>
                  <a:gd name="connsiteY4" fmla="*/ 138 h 70829"/>
                  <a:gd name="connsiteX5" fmla="*/ 48940 w 49188"/>
                  <a:gd name="connsiteY5" fmla="*/ 138 h 70829"/>
                  <a:gd name="connsiteX6" fmla="*/ 39489 w 49188"/>
                  <a:gd name="connsiteY6" fmla="*/ 45138 h 70829"/>
                  <a:gd name="connsiteX7" fmla="*/ 49477 w 49188"/>
                  <a:gd name="connsiteY7" fmla="*/ 45138 h 70829"/>
                  <a:gd name="connsiteX8" fmla="*/ 47866 w 49188"/>
                  <a:gd name="connsiteY8" fmla="*/ 52870 h 70829"/>
                  <a:gd name="connsiteX9" fmla="*/ 37932 w 49188"/>
                  <a:gd name="connsiteY9" fmla="*/ 52870 h 70829"/>
                  <a:gd name="connsiteX10" fmla="*/ 34119 w 49188"/>
                  <a:gd name="connsiteY10" fmla="*/ 70967 h 70829"/>
                  <a:gd name="connsiteX11" fmla="*/ 25366 w 49188"/>
                  <a:gd name="connsiteY11" fmla="*/ 70967 h 70829"/>
                  <a:gd name="connsiteX12" fmla="*/ 30790 w 49188"/>
                  <a:gd name="connsiteY12" fmla="*/ 45138 h 70829"/>
                  <a:gd name="connsiteX13" fmla="*/ 36965 w 49188"/>
                  <a:gd name="connsiteY13" fmla="*/ 15603 h 70829"/>
                  <a:gd name="connsiteX14" fmla="*/ 10545 w 49188"/>
                  <a:gd name="connsiteY14" fmla="*/ 4513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66" y="70967"/>
                    </a:moveTo>
                    <a:lnTo>
                      <a:pt x="29179" y="52870"/>
                    </a:lnTo>
                    <a:lnTo>
                      <a:pt x="289" y="52870"/>
                    </a:lnTo>
                    <a:lnTo>
                      <a:pt x="2114" y="44225"/>
                    </a:lnTo>
                    <a:lnTo>
                      <a:pt x="41798" y="138"/>
                    </a:lnTo>
                    <a:lnTo>
                      <a:pt x="48940" y="138"/>
                    </a:lnTo>
                    <a:lnTo>
                      <a:pt x="39489" y="45138"/>
                    </a:lnTo>
                    <a:lnTo>
                      <a:pt x="49477" y="45138"/>
                    </a:lnTo>
                    <a:lnTo>
                      <a:pt x="47866" y="52870"/>
                    </a:lnTo>
                    <a:lnTo>
                      <a:pt x="37932" y="52870"/>
                    </a:lnTo>
                    <a:lnTo>
                      <a:pt x="34119" y="70967"/>
                    </a:lnTo>
                    <a:lnTo>
                      <a:pt x="25366" y="70967"/>
                    </a:lnTo>
                    <a:moveTo>
                      <a:pt x="30790" y="45138"/>
                    </a:moveTo>
                    <a:lnTo>
                      <a:pt x="36965" y="15603"/>
                    </a:lnTo>
                    <a:lnTo>
                      <a:pt x="10545" y="4513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8" name="Freihandform: Form 227">
                <a:extLst>
                  <a:ext uri="{FF2B5EF4-FFF2-40B4-BE49-F238E27FC236}">
                    <a16:creationId xmlns:a16="http://schemas.microsoft.com/office/drawing/2014/main" id="{A039CD17-0CCF-628B-850C-0D70ECA8A20E}"/>
                  </a:ext>
                </a:extLst>
              </p:cNvPr>
              <p:cNvSpPr/>
              <p:nvPr/>
            </p:nvSpPr>
            <p:spPr>
              <a:xfrm>
                <a:off x="7774370" y="2418008"/>
                <a:ext cx="48436" cy="72386"/>
              </a:xfrm>
              <a:custGeom>
                <a:avLst/>
                <a:gdLst>
                  <a:gd name="connsiteX0" fmla="*/ 15221 w 48436"/>
                  <a:gd name="connsiteY0" fmla="*/ 32357 h 72386"/>
                  <a:gd name="connsiteX1" fmla="*/ 9260 w 48436"/>
                  <a:gd name="connsiteY1" fmla="*/ 26772 h 72386"/>
                  <a:gd name="connsiteX2" fmla="*/ 7274 w 48436"/>
                  <a:gd name="connsiteY2" fmla="*/ 19416 h 72386"/>
                  <a:gd name="connsiteX3" fmla="*/ 11945 w 48436"/>
                  <a:gd name="connsiteY3" fmla="*/ 7548 h 72386"/>
                  <a:gd name="connsiteX4" fmla="*/ 28700 w 48436"/>
                  <a:gd name="connsiteY4" fmla="*/ 138 h 72386"/>
                  <a:gd name="connsiteX5" fmla="*/ 43360 w 48436"/>
                  <a:gd name="connsiteY5" fmla="*/ 5132 h 72386"/>
                  <a:gd name="connsiteX6" fmla="*/ 48729 w 48436"/>
                  <a:gd name="connsiteY6" fmla="*/ 17429 h 72386"/>
                  <a:gd name="connsiteX7" fmla="*/ 45830 w 48436"/>
                  <a:gd name="connsiteY7" fmla="*/ 26719 h 72386"/>
                  <a:gd name="connsiteX8" fmla="*/ 36755 w 48436"/>
                  <a:gd name="connsiteY8" fmla="*/ 33378 h 72386"/>
                  <a:gd name="connsiteX9" fmla="*/ 42876 w 48436"/>
                  <a:gd name="connsiteY9" fmla="*/ 39016 h 72386"/>
                  <a:gd name="connsiteX10" fmla="*/ 45239 w 48436"/>
                  <a:gd name="connsiteY10" fmla="*/ 48145 h 72386"/>
                  <a:gd name="connsiteX11" fmla="*/ 38473 w 48436"/>
                  <a:gd name="connsiteY11" fmla="*/ 65114 h 72386"/>
                  <a:gd name="connsiteX12" fmla="*/ 20537 w 48436"/>
                  <a:gd name="connsiteY12" fmla="*/ 72524 h 72386"/>
                  <a:gd name="connsiteX13" fmla="*/ 5931 w 48436"/>
                  <a:gd name="connsiteY13" fmla="*/ 67047 h 72386"/>
                  <a:gd name="connsiteX14" fmla="*/ 293 w 48436"/>
                  <a:gd name="connsiteY14" fmla="*/ 53246 h 72386"/>
                  <a:gd name="connsiteX15" fmla="*/ 4266 w 48436"/>
                  <a:gd name="connsiteY15" fmla="*/ 39875 h 72386"/>
                  <a:gd name="connsiteX16" fmla="*/ 15221 w 48436"/>
                  <a:gd name="connsiteY16" fmla="*/ 32357 h 72386"/>
                  <a:gd name="connsiteX17" fmla="*/ 15866 w 48436"/>
                  <a:gd name="connsiteY17" fmla="*/ 19845 h 72386"/>
                  <a:gd name="connsiteX18" fmla="*/ 18819 w 48436"/>
                  <a:gd name="connsiteY18" fmla="*/ 27148 h 72386"/>
                  <a:gd name="connsiteX19" fmla="*/ 26874 w 48436"/>
                  <a:gd name="connsiteY19" fmla="*/ 29941 h 72386"/>
                  <a:gd name="connsiteX20" fmla="*/ 36593 w 48436"/>
                  <a:gd name="connsiteY20" fmla="*/ 26289 h 72386"/>
                  <a:gd name="connsiteX21" fmla="*/ 40352 w 48436"/>
                  <a:gd name="connsiteY21" fmla="*/ 17321 h 72386"/>
                  <a:gd name="connsiteX22" fmla="*/ 37399 w 48436"/>
                  <a:gd name="connsiteY22" fmla="*/ 9965 h 72386"/>
                  <a:gd name="connsiteX23" fmla="*/ 29344 w 48436"/>
                  <a:gd name="connsiteY23" fmla="*/ 7172 h 72386"/>
                  <a:gd name="connsiteX24" fmla="*/ 22256 w 48436"/>
                  <a:gd name="connsiteY24" fmla="*/ 8944 h 72386"/>
                  <a:gd name="connsiteX25" fmla="*/ 17476 w 48436"/>
                  <a:gd name="connsiteY25" fmla="*/ 13777 h 72386"/>
                  <a:gd name="connsiteX26" fmla="*/ 15866 w 48436"/>
                  <a:gd name="connsiteY26" fmla="*/ 19845 h 72386"/>
                  <a:gd name="connsiteX27" fmla="*/ 9046 w 48436"/>
                  <a:gd name="connsiteY27" fmla="*/ 53998 h 72386"/>
                  <a:gd name="connsiteX28" fmla="*/ 10496 w 48436"/>
                  <a:gd name="connsiteY28" fmla="*/ 59636 h 72386"/>
                  <a:gd name="connsiteX29" fmla="*/ 14845 w 48436"/>
                  <a:gd name="connsiteY29" fmla="*/ 63932 h 72386"/>
                  <a:gd name="connsiteX30" fmla="*/ 21450 w 48436"/>
                  <a:gd name="connsiteY30" fmla="*/ 65543 h 72386"/>
                  <a:gd name="connsiteX31" fmla="*/ 32942 w 48436"/>
                  <a:gd name="connsiteY31" fmla="*/ 58885 h 72386"/>
                  <a:gd name="connsiteX32" fmla="*/ 36432 w 48436"/>
                  <a:gd name="connsiteY32" fmla="*/ 47608 h 72386"/>
                  <a:gd name="connsiteX33" fmla="*/ 33210 w 48436"/>
                  <a:gd name="connsiteY33" fmla="*/ 39553 h 72386"/>
                  <a:gd name="connsiteX34" fmla="*/ 24779 w 48436"/>
                  <a:gd name="connsiteY34" fmla="*/ 36385 h 72386"/>
                  <a:gd name="connsiteX35" fmla="*/ 13664 w 48436"/>
                  <a:gd name="connsiteY35" fmla="*/ 41271 h 72386"/>
                  <a:gd name="connsiteX36" fmla="*/ 9046 w 48436"/>
                  <a:gd name="connsiteY36" fmla="*/ 53998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21" y="32357"/>
                    </a:moveTo>
                    <a:cubicBezTo>
                      <a:pt x="12590" y="30907"/>
                      <a:pt x="10603" y="29028"/>
                      <a:pt x="9260" y="26772"/>
                    </a:cubicBezTo>
                    <a:cubicBezTo>
                      <a:pt x="7918" y="24463"/>
                      <a:pt x="7274" y="22047"/>
                      <a:pt x="7274" y="19416"/>
                    </a:cubicBezTo>
                    <a:cubicBezTo>
                      <a:pt x="7274" y="15173"/>
                      <a:pt x="8831" y="11200"/>
                      <a:pt x="11945" y="7548"/>
                    </a:cubicBezTo>
                    <a:cubicBezTo>
                      <a:pt x="16026" y="2608"/>
                      <a:pt x="21665" y="138"/>
                      <a:pt x="28700" y="138"/>
                    </a:cubicBezTo>
                    <a:cubicBezTo>
                      <a:pt x="34929" y="138"/>
                      <a:pt x="39815" y="1802"/>
                      <a:pt x="43360" y="5132"/>
                    </a:cubicBezTo>
                    <a:cubicBezTo>
                      <a:pt x="46957" y="8461"/>
                      <a:pt x="48729" y="12542"/>
                      <a:pt x="48729" y="17429"/>
                    </a:cubicBezTo>
                    <a:cubicBezTo>
                      <a:pt x="48729" y="20866"/>
                      <a:pt x="47763" y="23980"/>
                      <a:pt x="45830" y="26719"/>
                    </a:cubicBezTo>
                    <a:cubicBezTo>
                      <a:pt x="43897" y="29511"/>
                      <a:pt x="40889" y="31713"/>
                      <a:pt x="36755" y="33378"/>
                    </a:cubicBezTo>
                    <a:cubicBezTo>
                      <a:pt x="39601" y="35150"/>
                      <a:pt x="41641" y="37029"/>
                      <a:pt x="42876" y="39016"/>
                    </a:cubicBezTo>
                    <a:cubicBezTo>
                      <a:pt x="44433" y="41593"/>
                      <a:pt x="45239" y="44654"/>
                      <a:pt x="45239" y="48145"/>
                    </a:cubicBezTo>
                    <a:cubicBezTo>
                      <a:pt x="45239" y="54481"/>
                      <a:pt x="42984" y="60120"/>
                      <a:pt x="38473" y="65114"/>
                    </a:cubicBezTo>
                    <a:cubicBezTo>
                      <a:pt x="33962" y="70054"/>
                      <a:pt x="28002" y="72524"/>
                      <a:pt x="20537" y="72524"/>
                    </a:cubicBezTo>
                    <a:cubicBezTo>
                      <a:pt x="14577" y="72524"/>
                      <a:pt x="9690" y="70698"/>
                      <a:pt x="5931" y="67047"/>
                    </a:cubicBezTo>
                    <a:cubicBezTo>
                      <a:pt x="2172" y="63342"/>
                      <a:pt x="293" y="58777"/>
                      <a:pt x="293" y="53246"/>
                    </a:cubicBezTo>
                    <a:cubicBezTo>
                      <a:pt x="293" y="48091"/>
                      <a:pt x="1635" y="43634"/>
                      <a:pt x="4266" y="39875"/>
                    </a:cubicBezTo>
                    <a:cubicBezTo>
                      <a:pt x="6951" y="36170"/>
                      <a:pt x="10603" y="33646"/>
                      <a:pt x="15221" y="32357"/>
                    </a:cubicBezTo>
                    <a:moveTo>
                      <a:pt x="15866" y="19845"/>
                    </a:moveTo>
                    <a:cubicBezTo>
                      <a:pt x="15866" y="22852"/>
                      <a:pt x="16886" y="25269"/>
                      <a:pt x="18819" y="27148"/>
                    </a:cubicBezTo>
                    <a:cubicBezTo>
                      <a:pt x="20752" y="28974"/>
                      <a:pt x="23437" y="29941"/>
                      <a:pt x="26874" y="29941"/>
                    </a:cubicBezTo>
                    <a:cubicBezTo>
                      <a:pt x="30848" y="29941"/>
                      <a:pt x="34123" y="28706"/>
                      <a:pt x="36593" y="26289"/>
                    </a:cubicBezTo>
                    <a:cubicBezTo>
                      <a:pt x="39117" y="23819"/>
                      <a:pt x="40352" y="20866"/>
                      <a:pt x="40352" y="17321"/>
                    </a:cubicBezTo>
                    <a:cubicBezTo>
                      <a:pt x="40352" y="14314"/>
                      <a:pt x="39386" y="11844"/>
                      <a:pt x="37399" y="9965"/>
                    </a:cubicBezTo>
                    <a:cubicBezTo>
                      <a:pt x="35466" y="8085"/>
                      <a:pt x="32781" y="7172"/>
                      <a:pt x="29344" y="7172"/>
                    </a:cubicBezTo>
                    <a:cubicBezTo>
                      <a:pt x="26766" y="7172"/>
                      <a:pt x="24404" y="7763"/>
                      <a:pt x="22256" y="8944"/>
                    </a:cubicBezTo>
                    <a:cubicBezTo>
                      <a:pt x="20108" y="10126"/>
                      <a:pt x="18497" y="11737"/>
                      <a:pt x="17476" y="13777"/>
                    </a:cubicBezTo>
                    <a:cubicBezTo>
                      <a:pt x="16402" y="15872"/>
                      <a:pt x="15866" y="17858"/>
                      <a:pt x="15866" y="19845"/>
                    </a:cubicBezTo>
                    <a:moveTo>
                      <a:pt x="9046" y="53998"/>
                    </a:moveTo>
                    <a:cubicBezTo>
                      <a:pt x="9046" y="55931"/>
                      <a:pt x="9529" y="57864"/>
                      <a:pt x="10496" y="59636"/>
                    </a:cubicBezTo>
                    <a:cubicBezTo>
                      <a:pt x="11462" y="61462"/>
                      <a:pt x="12912" y="62858"/>
                      <a:pt x="14845" y="63932"/>
                    </a:cubicBezTo>
                    <a:cubicBezTo>
                      <a:pt x="16778" y="65006"/>
                      <a:pt x="18980" y="65543"/>
                      <a:pt x="21450" y="65543"/>
                    </a:cubicBezTo>
                    <a:cubicBezTo>
                      <a:pt x="26176" y="65543"/>
                      <a:pt x="29988" y="63342"/>
                      <a:pt x="32942" y="58885"/>
                    </a:cubicBezTo>
                    <a:cubicBezTo>
                      <a:pt x="35251" y="55394"/>
                      <a:pt x="36432" y="51635"/>
                      <a:pt x="36432" y="47608"/>
                    </a:cubicBezTo>
                    <a:cubicBezTo>
                      <a:pt x="36432" y="44332"/>
                      <a:pt x="35358" y="41647"/>
                      <a:pt x="33210" y="39553"/>
                    </a:cubicBezTo>
                    <a:cubicBezTo>
                      <a:pt x="31062" y="37459"/>
                      <a:pt x="28270" y="36385"/>
                      <a:pt x="24779" y="36385"/>
                    </a:cubicBezTo>
                    <a:cubicBezTo>
                      <a:pt x="20376" y="36385"/>
                      <a:pt x="16671" y="38049"/>
                      <a:pt x="13664" y="41271"/>
                    </a:cubicBezTo>
                    <a:cubicBezTo>
                      <a:pt x="10603" y="44547"/>
                      <a:pt x="9046" y="48789"/>
                      <a:pt x="9046" y="539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29" name="Freihandform: Form 228">
                <a:extLst>
                  <a:ext uri="{FF2B5EF4-FFF2-40B4-BE49-F238E27FC236}">
                    <a16:creationId xmlns:a16="http://schemas.microsoft.com/office/drawing/2014/main" id="{20E98830-6CE5-2964-A912-972367063017}"/>
                  </a:ext>
                </a:extLst>
              </p:cNvPr>
              <p:cNvSpPr/>
              <p:nvPr/>
            </p:nvSpPr>
            <p:spPr>
              <a:xfrm>
                <a:off x="7828998" y="2418008"/>
                <a:ext cx="48973" cy="72332"/>
              </a:xfrm>
              <a:custGeom>
                <a:avLst/>
                <a:gdLst>
                  <a:gd name="connsiteX0" fmla="*/ 297 w 48973"/>
                  <a:gd name="connsiteY0" fmla="*/ 48037 h 72332"/>
                  <a:gd name="connsiteX1" fmla="*/ 2982 w 48973"/>
                  <a:gd name="connsiteY1" fmla="*/ 29780 h 72332"/>
                  <a:gd name="connsiteX2" fmla="*/ 8996 w 48973"/>
                  <a:gd name="connsiteY2" fmla="*/ 14959 h 72332"/>
                  <a:gd name="connsiteX3" fmla="*/ 15762 w 48973"/>
                  <a:gd name="connsiteY3" fmla="*/ 6259 h 72332"/>
                  <a:gd name="connsiteX4" fmla="*/ 22743 w 48973"/>
                  <a:gd name="connsiteY4" fmla="*/ 1641 h 72332"/>
                  <a:gd name="connsiteX5" fmla="*/ 30261 w 48973"/>
                  <a:gd name="connsiteY5" fmla="*/ 138 h 72332"/>
                  <a:gd name="connsiteX6" fmla="*/ 43847 w 48973"/>
                  <a:gd name="connsiteY6" fmla="*/ 6206 h 72332"/>
                  <a:gd name="connsiteX7" fmla="*/ 49270 w 48973"/>
                  <a:gd name="connsiteY7" fmla="*/ 23658 h 72332"/>
                  <a:gd name="connsiteX8" fmla="*/ 45512 w 48973"/>
                  <a:gd name="connsiteY8" fmla="*/ 46910 h 72332"/>
                  <a:gd name="connsiteX9" fmla="*/ 33161 w 48973"/>
                  <a:gd name="connsiteY9" fmla="*/ 67315 h 72332"/>
                  <a:gd name="connsiteX10" fmla="*/ 19253 w 48973"/>
                  <a:gd name="connsiteY10" fmla="*/ 72471 h 72332"/>
                  <a:gd name="connsiteX11" fmla="*/ 5828 w 48973"/>
                  <a:gd name="connsiteY11" fmla="*/ 66241 h 72332"/>
                  <a:gd name="connsiteX12" fmla="*/ 297 w 48973"/>
                  <a:gd name="connsiteY12" fmla="*/ 48037 h 72332"/>
                  <a:gd name="connsiteX13" fmla="*/ 8781 w 48973"/>
                  <a:gd name="connsiteY13" fmla="*/ 50293 h 72332"/>
                  <a:gd name="connsiteX14" fmla="*/ 10929 w 48973"/>
                  <a:gd name="connsiteY14" fmla="*/ 60442 h 72332"/>
                  <a:gd name="connsiteX15" fmla="*/ 19682 w 48973"/>
                  <a:gd name="connsiteY15" fmla="*/ 65543 h 72332"/>
                  <a:gd name="connsiteX16" fmla="*/ 28918 w 48973"/>
                  <a:gd name="connsiteY16" fmla="*/ 60925 h 72332"/>
                  <a:gd name="connsiteX17" fmla="*/ 37940 w 48973"/>
                  <a:gd name="connsiteY17" fmla="*/ 41969 h 72332"/>
                  <a:gd name="connsiteX18" fmla="*/ 40947 w 48973"/>
                  <a:gd name="connsiteY18" fmla="*/ 21564 h 72332"/>
                  <a:gd name="connsiteX19" fmla="*/ 38047 w 48973"/>
                  <a:gd name="connsiteY19" fmla="*/ 10555 h 72332"/>
                  <a:gd name="connsiteX20" fmla="*/ 30315 w 48973"/>
                  <a:gd name="connsiteY20" fmla="*/ 7172 h 72332"/>
                  <a:gd name="connsiteX21" fmla="*/ 23817 w 48973"/>
                  <a:gd name="connsiteY21" fmla="*/ 8944 h 72332"/>
                  <a:gd name="connsiteX22" fmla="*/ 18071 w 48973"/>
                  <a:gd name="connsiteY22" fmla="*/ 15066 h 72332"/>
                  <a:gd name="connsiteX23" fmla="*/ 11251 w 48973"/>
                  <a:gd name="connsiteY23" fmla="*/ 33431 h 72332"/>
                  <a:gd name="connsiteX24" fmla="*/ 8781 w 48973"/>
                  <a:gd name="connsiteY24" fmla="*/ 5029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97" y="48037"/>
                    </a:moveTo>
                    <a:cubicBezTo>
                      <a:pt x="297" y="42077"/>
                      <a:pt x="1210" y="35955"/>
                      <a:pt x="2982" y="29780"/>
                    </a:cubicBezTo>
                    <a:cubicBezTo>
                      <a:pt x="4807" y="23604"/>
                      <a:pt x="6794" y="18664"/>
                      <a:pt x="8996" y="14959"/>
                    </a:cubicBezTo>
                    <a:cubicBezTo>
                      <a:pt x="11144" y="11253"/>
                      <a:pt x="13453" y="8354"/>
                      <a:pt x="15762" y="6259"/>
                    </a:cubicBezTo>
                    <a:cubicBezTo>
                      <a:pt x="18125" y="4165"/>
                      <a:pt x="20434" y="2608"/>
                      <a:pt x="22743" y="1641"/>
                    </a:cubicBezTo>
                    <a:cubicBezTo>
                      <a:pt x="24998" y="621"/>
                      <a:pt x="27522" y="138"/>
                      <a:pt x="30261" y="138"/>
                    </a:cubicBezTo>
                    <a:cubicBezTo>
                      <a:pt x="35684" y="138"/>
                      <a:pt x="40195" y="2178"/>
                      <a:pt x="43847" y="6206"/>
                    </a:cubicBezTo>
                    <a:cubicBezTo>
                      <a:pt x="47445" y="10233"/>
                      <a:pt x="49270" y="16033"/>
                      <a:pt x="49270" y="23658"/>
                    </a:cubicBezTo>
                    <a:cubicBezTo>
                      <a:pt x="49270" y="31444"/>
                      <a:pt x="48035" y="39231"/>
                      <a:pt x="45512" y="46910"/>
                    </a:cubicBezTo>
                    <a:cubicBezTo>
                      <a:pt x="42558" y="55985"/>
                      <a:pt x="38423" y="62805"/>
                      <a:pt x="33161" y="67315"/>
                    </a:cubicBezTo>
                    <a:cubicBezTo>
                      <a:pt x="29079" y="70752"/>
                      <a:pt x="24461" y="72471"/>
                      <a:pt x="19253" y="72471"/>
                    </a:cubicBezTo>
                    <a:cubicBezTo>
                      <a:pt x="13936" y="72471"/>
                      <a:pt x="9479" y="70430"/>
                      <a:pt x="5828" y="66241"/>
                    </a:cubicBezTo>
                    <a:cubicBezTo>
                      <a:pt x="2176" y="62053"/>
                      <a:pt x="297" y="55985"/>
                      <a:pt x="297" y="48037"/>
                    </a:cubicBezTo>
                    <a:moveTo>
                      <a:pt x="8781" y="50293"/>
                    </a:moveTo>
                    <a:cubicBezTo>
                      <a:pt x="8781" y="54642"/>
                      <a:pt x="9479" y="58025"/>
                      <a:pt x="10929" y="60442"/>
                    </a:cubicBezTo>
                    <a:cubicBezTo>
                      <a:pt x="12916" y="63825"/>
                      <a:pt x="15816" y="65543"/>
                      <a:pt x="19682" y="65543"/>
                    </a:cubicBezTo>
                    <a:cubicBezTo>
                      <a:pt x="23065" y="65543"/>
                      <a:pt x="26180" y="63986"/>
                      <a:pt x="28918" y="60925"/>
                    </a:cubicBezTo>
                    <a:cubicBezTo>
                      <a:pt x="32946" y="56629"/>
                      <a:pt x="35953" y="50293"/>
                      <a:pt x="37940" y="41969"/>
                    </a:cubicBezTo>
                    <a:cubicBezTo>
                      <a:pt x="39980" y="33646"/>
                      <a:pt x="40947" y="26826"/>
                      <a:pt x="40947" y="21564"/>
                    </a:cubicBezTo>
                    <a:cubicBezTo>
                      <a:pt x="40947" y="16462"/>
                      <a:pt x="39980" y="12811"/>
                      <a:pt x="38047" y="10555"/>
                    </a:cubicBezTo>
                    <a:cubicBezTo>
                      <a:pt x="36114" y="8300"/>
                      <a:pt x="33537" y="7172"/>
                      <a:pt x="30315" y="7172"/>
                    </a:cubicBezTo>
                    <a:cubicBezTo>
                      <a:pt x="28006" y="7172"/>
                      <a:pt x="25858" y="7763"/>
                      <a:pt x="23817" y="8944"/>
                    </a:cubicBezTo>
                    <a:cubicBezTo>
                      <a:pt x="21830" y="10126"/>
                      <a:pt x="19897" y="12166"/>
                      <a:pt x="18071" y="15066"/>
                    </a:cubicBezTo>
                    <a:cubicBezTo>
                      <a:pt x="15440" y="19201"/>
                      <a:pt x="13184" y="25323"/>
                      <a:pt x="11251" y="33431"/>
                    </a:cubicBezTo>
                    <a:cubicBezTo>
                      <a:pt x="9587" y="40412"/>
                      <a:pt x="8781" y="45997"/>
                      <a:pt x="8781" y="502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0" name="Freihandform: Form 229">
                <a:extLst>
                  <a:ext uri="{FF2B5EF4-FFF2-40B4-BE49-F238E27FC236}">
                    <a16:creationId xmlns:a16="http://schemas.microsoft.com/office/drawing/2014/main" id="{57C99929-81C6-46D5-B03D-478FD78C2EED}"/>
                  </a:ext>
                </a:extLst>
              </p:cNvPr>
              <p:cNvSpPr/>
              <p:nvPr/>
            </p:nvSpPr>
            <p:spPr>
              <a:xfrm>
                <a:off x="7882752" y="2479279"/>
                <a:ext cx="11974" cy="9880"/>
              </a:xfrm>
              <a:custGeom>
                <a:avLst/>
                <a:gdLst>
                  <a:gd name="connsiteX0" fmla="*/ 301 w 11974"/>
                  <a:gd name="connsiteY0" fmla="*/ 10018 h 9880"/>
                  <a:gd name="connsiteX1" fmla="*/ 2395 w 11974"/>
                  <a:gd name="connsiteY1" fmla="*/ 138 h 9880"/>
                  <a:gd name="connsiteX2" fmla="*/ 12276 w 11974"/>
                  <a:gd name="connsiteY2" fmla="*/ 138 h 9880"/>
                  <a:gd name="connsiteX3" fmla="*/ 10181 w 11974"/>
                  <a:gd name="connsiteY3" fmla="*/ 10018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01" y="10018"/>
                    </a:moveTo>
                    <a:lnTo>
                      <a:pt x="2395" y="138"/>
                    </a:lnTo>
                    <a:lnTo>
                      <a:pt x="12276" y="138"/>
                    </a:lnTo>
                    <a:lnTo>
                      <a:pt x="10181" y="1001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1" name="Freihandform: Form 230">
                <a:extLst>
                  <a:ext uri="{FF2B5EF4-FFF2-40B4-BE49-F238E27FC236}">
                    <a16:creationId xmlns:a16="http://schemas.microsoft.com/office/drawing/2014/main" id="{B4EBC224-46E9-87BF-1A11-F4A65A9C0713}"/>
                  </a:ext>
                </a:extLst>
              </p:cNvPr>
              <p:cNvSpPr/>
              <p:nvPr/>
            </p:nvSpPr>
            <p:spPr>
              <a:xfrm>
                <a:off x="7919214" y="2418008"/>
                <a:ext cx="32810" cy="71151"/>
              </a:xfrm>
              <a:custGeom>
                <a:avLst/>
                <a:gdLst>
                  <a:gd name="connsiteX0" fmla="*/ 9485 w 32810"/>
                  <a:gd name="connsiteY0" fmla="*/ 71289 h 71151"/>
                  <a:gd name="connsiteX1" fmla="*/ 20655 w 32810"/>
                  <a:gd name="connsiteY1" fmla="*/ 17805 h 71151"/>
                  <a:gd name="connsiteX2" fmla="*/ 303 w 32810"/>
                  <a:gd name="connsiteY2" fmla="*/ 26934 h 71151"/>
                  <a:gd name="connsiteX3" fmla="*/ 1914 w 32810"/>
                  <a:gd name="connsiteY3" fmla="*/ 18986 h 71151"/>
                  <a:gd name="connsiteX4" fmla="*/ 14801 w 32810"/>
                  <a:gd name="connsiteY4" fmla="*/ 12166 h 71151"/>
                  <a:gd name="connsiteX5" fmla="*/ 24360 w 32810"/>
                  <a:gd name="connsiteY5" fmla="*/ 4863 h 71151"/>
                  <a:gd name="connsiteX6" fmla="*/ 28011 w 32810"/>
                  <a:gd name="connsiteY6" fmla="*/ 138 h 71151"/>
                  <a:gd name="connsiteX7" fmla="*/ 33113 w 32810"/>
                  <a:gd name="connsiteY7" fmla="*/ 138 h 71151"/>
                  <a:gd name="connsiteX8" fmla="*/ 18238 w 32810"/>
                  <a:gd name="connsiteY8" fmla="*/ 71289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85" y="71289"/>
                    </a:moveTo>
                    <a:lnTo>
                      <a:pt x="20655" y="17805"/>
                    </a:lnTo>
                    <a:cubicBezTo>
                      <a:pt x="15822" y="21617"/>
                      <a:pt x="9056" y="24625"/>
                      <a:pt x="303" y="26934"/>
                    </a:cubicBezTo>
                    <a:lnTo>
                      <a:pt x="1914" y="18986"/>
                    </a:lnTo>
                    <a:cubicBezTo>
                      <a:pt x="6263" y="17268"/>
                      <a:pt x="10559" y="15012"/>
                      <a:pt x="14801" y="12166"/>
                    </a:cubicBezTo>
                    <a:cubicBezTo>
                      <a:pt x="19044" y="9374"/>
                      <a:pt x="22212" y="6957"/>
                      <a:pt x="24360" y="4863"/>
                    </a:cubicBezTo>
                    <a:cubicBezTo>
                      <a:pt x="25649" y="3574"/>
                      <a:pt x="26884" y="1963"/>
                      <a:pt x="28011" y="138"/>
                    </a:cubicBezTo>
                    <a:lnTo>
                      <a:pt x="33113" y="138"/>
                    </a:lnTo>
                    <a:lnTo>
                      <a:pt x="18238" y="7128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232" name="Grafik 4">
              <a:extLst>
                <a:ext uri="{FF2B5EF4-FFF2-40B4-BE49-F238E27FC236}">
                  <a16:creationId xmlns:a16="http://schemas.microsoft.com/office/drawing/2014/main" id="{5B76CC82-1076-9643-E165-E7F131BAE255}"/>
                </a:ext>
              </a:extLst>
            </p:cNvPr>
            <p:cNvGrpSpPr/>
            <p:nvPr/>
          </p:nvGrpSpPr>
          <p:grpSpPr>
            <a:xfrm>
              <a:off x="7095161" y="2291714"/>
              <a:ext cx="615423" cy="72386"/>
              <a:chOff x="7095161" y="2291714"/>
              <a:chExt cx="615423" cy="72386"/>
            </a:xfrm>
            <a:solidFill>
              <a:srgbClr val="000000"/>
            </a:solidFill>
          </p:grpSpPr>
          <p:sp>
            <p:nvSpPr>
              <p:cNvPr id="233" name="Freihandform: Form 232">
                <a:extLst>
                  <a:ext uri="{FF2B5EF4-FFF2-40B4-BE49-F238E27FC236}">
                    <a16:creationId xmlns:a16="http://schemas.microsoft.com/office/drawing/2014/main" id="{D5050AA0-C670-CB98-CC9D-990981379A4E}"/>
                  </a:ext>
                </a:extLst>
              </p:cNvPr>
              <p:cNvSpPr/>
              <p:nvPr/>
            </p:nvSpPr>
            <p:spPr>
              <a:xfrm>
                <a:off x="7095161" y="2292037"/>
                <a:ext cx="68949" cy="70829"/>
              </a:xfrm>
              <a:custGeom>
                <a:avLst/>
                <a:gdLst>
                  <a:gd name="connsiteX0" fmla="*/ 243 w 68949"/>
                  <a:gd name="connsiteY0" fmla="*/ 70958 h 70829"/>
                  <a:gd name="connsiteX1" fmla="*/ 15011 w 68949"/>
                  <a:gd name="connsiteY1" fmla="*/ 128 h 70829"/>
                  <a:gd name="connsiteX2" fmla="*/ 24516 w 68949"/>
                  <a:gd name="connsiteY2" fmla="*/ 128 h 70829"/>
                  <a:gd name="connsiteX3" fmla="*/ 17374 w 68949"/>
                  <a:gd name="connsiteY3" fmla="*/ 34227 h 70829"/>
                  <a:gd name="connsiteX4" fmla="*/ 55876 w 68949"/>
                  <a:gd name="connsiteY4" fmla="*/ 128 h 70829"/>
                  <a:gd name="connsiteX5" fmla="*/ 69193 w 68949"/>
                  <a:gd name="connsiteY5" fmla="*/ 128 h 70829"/>
                  <a:gd name="connsiteX6" fmla="*/ 36276 w 68949"/>
                  <a:gd name="connsiteY6" fmla="*/ 28965 h 70829"/>
                  <a:gd name="connsiteX7" fmla="*/ 60387 w 68949"/>
                  <a:gd name="connsiteY7" fmla="*/ 70958 h 70829"/>
                  <a:gd name="connsiteX8" fmla="*/ 49808 w 68949"/>
                  <a:gd name="connsiteY8" fmla="*/ 70958 h 70829"/>
                  <a:gd name="connsiteX9" fmla="*/ 29402 w 68949"/>
                  <a:gd name="connsiteY9" fmla="*/ 35033 h 70829"/>
                  <a:gd name="connsiteX10" fmla="*/ 14528 w 68949"/>
                  <a:gd name="connsiteY10" fmla="*/ 47974 h 70829"/>
                  <a:gd name="connsiteX11" fmla="*/ 9695 w 68949"/>
                  <a:gd name="connsiteY11" fmla="*/ 7095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243" y="70958"/>
                    </a:moveTo>
                    <a:lnTo>
                      <a:pt x="15011" y="128"/>
                    </a:lnTo>
                    <a:lnTo>
                      <a:pt x="24516" y="128"/>
                    </a:lnTo>
                    <a:lnTo>
                      <a:pt x="17374" y="34227"/>
                    </a:lnTo>
                    <a:lnTo>
                      <a:pt x="55876" y="128"/>
                    </a:lnTo>
                    <a:lnTo>
                      <a:pt x="69193" y="128"/>
                    </a:lnTo>
                    <a:lnTo>
                      <a:pt x="36276" y="28965"/>
                    </a:lnTo>
                    <a:lnTo>
                      <a:pt x="60387" y="70958"/>
                    </a:lnTo>
                    <a:lnTo>
                      <a:pt x="49808" y="70958"/>
                    </a:lnTo>
                    <a:lnTo>
                      <a:pt x="29402" y="35033"/>
                    </a:lnTo>
                    <a:lnTo>
                      <a:pt x="14528" y="47974"/>
                    </a:lnTo>
                    <a:lnTo>
                      <a:pt x="9695" y="7095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4" name="Freihandform: Form 233">
                <a:extLst>
                  <a:ext uri="{FF2B5EF4-FFF2-40B4-BE49-F238E27FC236}">
                    <a16:creationId xmlns:a16="http://schemas.microsoft.com/office/drawing/2014/main" id="{B5ECF129-E8BA-EC09-59A0-FF4201DC25E7}"/>
                  </a:ext>
                </a:extLst>
              </p:cNvPr>
              <p:cNvSpPr/>
              <p:nvPr/>
            </p:nvSpPr>
            <p:spPr>
              <a:xfrm>
                <a:off x="7154784" y="2292037"/>
                <a:ext cx="63043" cy="70829"/>
              </a:xfrm>
              <a:custGeom>
                <a:avLst/>
                <a:gdLst>
                  <a:gd name="connsiteX0" fmla="*/ 248 w 63043"/>
                  <a:gd name="connsiteY0" fmla="*/ 70958 h 70829"/>
                  <a:gd name="connsiteX1" fmla="*/ 40415 w 63043"/>
                  <a:gd name="connsiteY1" fmla="*/ 128 h 70829"/>
                  <a:gd name="connsiteX2" fmla="*/ 51585 w 63043"/>
                  <a:gd name="connsiteY2" fmla="*/ 128 h 70829"/>
                  <a:gd name="connsiteX3" fmla="*/ 63291 w 63043"/>
                  <a:gd name="connsiteY3" fmla="*/ 70958 h 70829"/>
                  <a:gd name="connsiteX4" fmla="*/ 54109 w 63043"/>
                  <a:gd name="connsiteY4" fmla="*/ 70958 h 70829"/>
                  <a:gd name="connsiteX5" fmla="*/ 50672 w 63043"/>
                  <a:gd name="connsiteY5" fmla="*/ 50552 h 70829"/>
                  <a:gd name="connsiteX6" fmla="*/ 21996 w 63043"/>
                  <a:gd name="connsiteY6" fmla="*/ 50552 h 70829"/>
                  <a:gd name="connsiteX7" fmla="*/ 10666 w 63043"/>
                  <a:gd name="connsiteY7" fmla="*/ 70958 h 70829"/>
                  <a:gd name="connsiteX8" fmla="*/ 248 w 63043"/>
                  <a:gd name="connsiteY8" fmla="*/ 70958 h 70829"/>
                  <a:gd name="connsiteX9" fmla="*/ 26078 w 63043"/>
                  <a:gd name="connsiteY9" fmla="*/ 43249 h 70829"/>
                  <a:gd name="connsiteX10" fmla="*/ 49491 w 63043"/>
                  <a:gd name="connsiteY10" fmla="*/ 43249 h 70829"/>
                  <a:gd name="connsiteX11" fmla="*/ 46752 w 63043"/>
                  <a:gd name="connsiteY11" fmla="*/ 25475 h 70829"/>
                  <a:gd name="connsiteX12" fmla="*/ 44765 w 63043"/>
                  <a:gd name="connsiteY12" fmla="*/ 7861 h 70829"/>
                  <a:gd name="connsiteX13" fmla="*/ 37730 w 63043"/>
                  <a:gd name="connsiteY13" fmla="*/ 2230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248" y="70958"/>
                    </a:moveTo>
                    <a:lnTo>
                      <a:pt x="40415" y="128"/>
                    </a:lnTo>
                    <a:lnTo>
                      <a:pt x="51585" y="128"/>
                    </a:lnTo>
                    <a:lnTo>
                      <a:pt x="63291" y="70958"/>
                    </a:lnTo>
                    <a:lnTo>
                      <a:pt x="54109" y="70958"/>
                    </a:lnTo>
                    <a:lnTo>
                      <a:pt x="50672" y="50552"/>
                    </a:lnTo>
                    <a:lnTo>
                      <a:pt x="21996" y="50552"/>
                    </a:lnTo>
                    <a:lnTo>
                      <a:pt x="10666" y="70958"/>
                    </a:lnTo>
                    <a:lnTo>
                      <a:pt x="248" y="70958"/>
                    </a:lnTo>
                    <a:moveTo>
                      <a:pt x="26078" y="43249"/>
                    </a:moveTo>
                    <a:lnTo>
                      <a:pt x="49491" y="43249"/>
                    </a:lnTo>
                    <a:lnTo>
                      <a:pt x="46752" y="25475"/>
                    </a:lnTo>
                    <a:cubicBezTo>
                      <a:pt x="45678" y="18440"/>
                      <a:pt x="45033" y="12533"/>
                      <a:pt x="44765" y="7861"/>
                    </a:cubicBezTo>
                    <a:cubicBezTo>
                      <a:pt x="43154" y="11888"/>
                      <a:pt x="40791" y="16722"/>
                      <a:pt x="37730" y="2230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5" name="Freihandform: Form 234">
                <a:extLst>
                  <a:ext uri="{FF2B5EF4-FFF2-40B4-BE49-F238E27FC236}">
                    <a16:creationId xmlns:a16="http://schemas.microsoft.com/office/drawing/2014/main" id="{53C41588-EDC2-50B3-743B-E274E49CA750}"/>
                  </a:ext>
                </a:extLst>
              </p:cNvPr>
              <p:cNvSpPr/>
              <p:nvPr/>
            </p:nvSpPr>
            <p:spPr>
              <a:xfrm>
                <a:off x="7228436" y="2292037"/>
                <a:ext cx="24272" cy="70829"/>
              </a:xfrm>
              <a:custGeom>
                <a:avLst/>
                <a:gdLst>
                  <a:gd name="connsiteX0" fmla="*/ 253 w 24272"/>
                  <a:gd name="connsiteY0" fmla="*/ 70958 h 70829"/>
                  <a:gd name="connsiteX1" fmla="*/ 15128 w 24272"/>
                  <a:gd name="connsiteY1" fmla="*/ 128 h 70829"/>
                  <a:gd name="connsiteX2" fmla="*/ 24525 w 24272"/>
                  <a:gd name="connsiteY2" fmla="*/ 128 h 70829"/>
                  <a:gd name="connsiteX3" fmla="*/ 9758 w 24272"/>
                  <a:gd name="connsiteY3" fmla="*/ 7095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272" h="70829">
                    <a:moveTo>
                      <a:pt x="253" y="70958"/>
                    </a:moveTo>
                    <a:lnTo>
                      <a:pt x="15128" y="128"/>
                    </a:lnTo>
                    <a:lnTo>
                      <a:pt x="24525" y="128"/>
                    </a:lnTo>
                    <a:lnTo>
                      <a:pt x="9758" y="7095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6" name="Freihandform: Form 235">
                <a:extLst>
                  <a:ext uri="{FF2B5EF4-FFF2-40B4-BE49-F238E27FC236}">
                    <a16:creationId xmlns:a16="http://schemas.microsoft.com/office/drawing/2014/main" id="{2E2D8788-CE87-150C-6079-4583D3112C46}"/>
                  </a:ext>
                </a:extLst>
              </p:cNvPr>
              <p:cNvSpPr/>
              <p:nvPr/>
            </p:nvSpPr>
            <p:spPr>
              <a:xfrm>
                <a:off x="7257703" y="2291714"/>
                <a:ext cx="48436" cy="72386"/>
              </a:xfrm>
              <a:custGeom>
                <a:avLst/>
                <a:gdLst>
                  <a:gd name="connsiteX0" fmla="*/ 15183 w 48436"/>
                  <a:gd name="connsiteY0" fmla="*/ 32348 h 72386"/>
                  <a:gd name="connsiteX1" fmla="*/ 9223 w 48436"/>
                  <a:gd name="connsiteY1" fmla="*/ 26763 h 72386"/>
                  <a:gd name="connsiteX2" fmla="*/ 7236 w 48436"/>
                  <a:gd name="connsiteY2" fmla="*/ 19406 h 72386"/>
                  <a:gd name="connsiteX3" fmla="*/ 11908 w 48436"/>
                  <a:gd name="connsiteY3" fmla="*/ 7539 h 72386"/>
                  <a:gd name="connsiteX4" fmla="*/ 28662 w 48436"/>
                  <a:gd name="connsiteY4" fmla="*/ 128 h 72386"/>
                  <a:gd name="connsiteX5" fmla="*/ 43322 w 48436"/>
                  <a:gd name="connsiteY5" fmla="*/ 5122 h 72386"/>
                  <a:gd name="connsiteX6" fmla="*/ 48692 w 48436"/>
                  <a:gd name="connsiteY6" fmla="*/ 17420 h 72386"/>
                  <a:gd name="connsiteX7" fmla="*/ 45792 w 48436"/>
                  <a:gd name="connsiteY7" fmla="*/ 26710 h 72386"/>
                  <a:gd name="connsiteX8" fmla="*/ 36717 w 48436"/>
                  <a:gd name="connsiteY8" fmla="*/ 33368 h 72386"/>
                  <a:gd name="connsiteX9" fmla="*/ 42839 w 48436"/>
                  <a:gd name="connsiteY9" fmla="*/ 39007 h 72386"/>
                  <a:gd name="connsiteX10" fmla="*/ 45201 w 48436"/>
                  <a:gd name="connsiteY10" fmla="*/ 48136 h 72386"/>
                  <a:gd name="connsiteX11" fmla="*/ 38435 w 48436"/>
                  <a:gd name="connsiteY11" fmla="*/ 65105 h 72386"/>
                  <a:gd name="connsiteX12" fmla="*/ 20500 w 48436"/>
                  <a:gd name="connsiteY12" fmla="*/ 72515 h 72386"/>
                  <a:gd name="connsiteX13" fmla="*/ 5894 w 48436"/>
                  <a:gd name="connsiteY13" fmla="*/ 67038 h 72386"/>
                  <a:gd name="connsiteX14" fmla="*/ 255 w 48436"/>
                  <a:gd name="connsiteY14" fmla="*/ 53237 h 72386"/>
                  <a:gd name="connsiteX15" fmla="*/ 4229 w 48436"/>
                  <a:gd name="connsiteY15" fmla="*/ 39866 h 72386"/>
                  <a:gd name="connsiteX16" fmla="*/ 15183 w 48436"/>
                  <a:gd name="connsiteY16" fmla="*/ 32348 h 72386"/>
                  <a:gd name="connsiteX17" fmla="*/ 15828 w 48436"/>
                  <a:gd name="connsiteY17" fmla="*/ 19836 h 72386"/>
                  <a:gd name="connsiteX18" fmla="*/ 18781 w 48436"/>
                  <a:gd name="connsiteY18" fmla="*/ 27139 h 72386"/>
                  <a:gd name="connsiteX19" fmla="*/ 26836 w 48436"/>
                  <a:gd name="connsiteY19" fmla="*/ 29932 h 72386"/>
                  <a:gd name="connsiteX20" fmla="*/ 36556 w 48436"/>
                  <a:gd name="connsiteY20" fmla="*/ 26280 h 72386"/>
                  <a:gd name="connsiteX21" fmla="*/ 40315 w 48436"/>
                  <a:gd name="connsiteY21" fmla="*/ 17312 h 72386"/>
                  <a:gd name="connsiteX22" fmla="*/ 37361 w 48436"/>
                  <a:gd name="connsiteY22" fmla="*/ 9955 h 72386"/>
                  <a:gd name="connsiteX23" fmla="*/ 29306 w 48436"/>
                  <a:gd name="connsiteY23" fmla="*/ 7163 h 72386"/>
                  <a:gd name="connsiteX24" fmla="*/ 22218 w 48436"/>
                  <a:gd name="connsiteY24" fmla="*/ 8935 h 72386"/>
                  <a:gd name="connsiteX25" fmla="*/ 17439 w 48436"/>
                  <a:gd name="connsiteY25" fmla="*/ 13768 h 72386"/>
                  <a:gd name="connsiteX26" fmla="*/ 15828 w 48436"/>
                  <a:gd name="connsiteY26" fmla="*/ 19836 h 72386"/>
                  <a:gd name="connsiteX27" fmla="*/ 9008 w 48436"/>
                  <a:gd name="connsiteY27" fmla="*/ 53989 h 72386"/>
                  <a:gd name="connsiteX28" fmla="*/ 10458 w 48436"/>
                  <a:gd name="connsiteY28" fmla="*/ 59627 h 72386"/>
                  <a:gd name="connsiteX29" fmla="*/ 14808 w 48436"/>
                  <a:gd name="connsiteY29" fmla="*/ 63923 h 72386"/>
                  <a:gd name="connsiteX30" fmla="*/ 21413 w 48436"/>
                  <a:gd name="connsiteY30" fmla="*/ 65534 h 72386"/>
                  <a:gd name="connsiteX31" fmla="*/ 32904 w 48436"/>
                  <a:gd name="connsiteY31" fmla="*/ 58875 h 72386"/>
                  <a:gd name="connsiteX32" fmla="*/ 36395 w 48436"/>
                  <a:gd name="connsiteY32" fmla="*/ 47599 h 72386"/>
                  <a:gd name="connsiteX33" fmla="*/ 33173 w 48436"/>
                  <a:gd name="connsiteY33" fmla="*/ 39544 h 72386"/>
                  <a:gd name="connsiteX34" fmla="*/ 24742 w 48436"/>
                  <a:gd name="connsiteY34" fmla="*/ 36375 h 72386"/>
                  <a:gd name="connsiteX35" fmla="*/ 13626 w 48436"/>
                  <a:gd name="connsiteY35" fmla="*/ 41262 h 72386"/>
                  <a:gd name="connsiteX36" fmla="*/ 9008 w 48436"/>
                  <a:gd name="connsiteY36" fmla="*/ 53989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183" y="32348"/>
                    </a:moveTo>
                    <a:cubicBezTo>
                      <a:pt x="12552" y="30898"/>
                      <a:pt x="10565" y="29019"/>
                      <a:pt x="9223" y="26763"/>
                    </a:cubicBezTo>
                    <a:cubicBezTo>
                      <a:pt x="7880" y="24454"/>
                      <a:pt x="7236" y="22038"/>
                      <a:pt x="7236" y="19406"/>
                    </a:cubicBezTo>
                    <a:cubicBezTo>
                      <a:pt x="7236" y="15164"/>
                      <a:pt x="8793" y="11191"/>
                      <a:pt x="11908" y="7539"/>
                    </a:cubicBezTo>
                    <a:cubicBezTo>
                      <a:pt x="15989" y="2599"/>
                      <a:pt x="21627" y="128"/>
                      <a:pt x="28662" y="128"/>
                    </a:cubicBezTo>
                    <a:cubicBezTo>
                      <a:pt x="34891" y="128"/>
                      <a:pt x="39778" y="1793"/>
                      <a:pt x="43322" y="5122"/>
                    </a:cubicBezTo>
                    <a:cubicBezTo>
                      <a:pt x="46920" y="8452"/>
                      <a:pt x="48692" y="12533"/>
                      <a:pt x="48692" y="17420"/>
                    </a:cubicBezTo>
                    <a:cubicBezTo>
                      <a:pt x="48692" y="20856"/>
                      <a:pt x="47725" y="23971"/>
                      <a:pt x="45792" y="26710"/>
                    </a:cubicBezTo>
                    <a:cubicBezTo>
                      <a:pt x="43859" y="29502"/>
                      <a:pt x="40852" y="31704"/>
                      <a:pt x="36717" y="33368"/>
                    </a:cubicBezTo>
                    <a:cubicBezTo>
                      <a:pt x="39563" y="35140"/>
                      <a:pt x="41604" y="37020"/>
                      <a:pt x="42839" y="39007"/>
                    </a:cubicBezTo>
                    <a:cubicBezTo>
                      <a:pt x="44396" y="41584"/>
                      <a:pt x="45201" y="44645"/>
                      <a:pt x="45201" y="48136"/>
                    </a:cubicBezTo>
                    <a:cubicBezTo>
                      <a:pt x="45201" y="54472"/>
                      <a:pt x="42946" y="60111"/>
                      <a:pt x="38435" y="65105"/>
                    </a:cubicBezTo>
                    <a:cubicBezTo>
                      <a:pt x="33925" y="70045"/>
                      <a:pt x="27964" y="72515"/>
                      <a:pt x="20500" y="72515"/>
                    </a:cubicBezTo>
                    <a:cubicBezTo>
                      <a:pt x="14539" y="72515"/>
                      <a:pt x="9652" y="70689"/>
                      <a:pt x="5894" y="67038"/>
                    </a:cubicBezTo>
                    <a:cubicBezTo>
                      <a:pt x="2135" y="63333"/>
                      <a:pt x="255" y="58768"/>
                      <a:pt x="255" y="53237"/>
                    </a:cubicBezTo>
                    <a:cubicBezTo>
                      <a:pt x="255" y="48082"/>
                      <a:pt x="1598" y="43625"/>
                      <a:pt x="4229" y="39866"/>
                    </a:cubicBezTo>
                    <a:cubicBezTo>
                      <a:pt x="6914" y="36161"/>
                      <a:pt x="10565" y="33637"/>
                      <a:pt x="15183" y="32348"/>
                    </a:cubicBezTo>
                    <a:moveTo>
                      <a:pt x="15828" y="19836"/>
                    </a:moveTo>
                    <a:cubicBezTo>
                      <a:pt x="15828" y="22843"/>
                      <a:pt x="16848" y="25260"/>
                      <a:pt x="18781" y="27139"/>
                    </a:cubicBezTo>
                    <a:cubicBezTo>
                      <a:pt x="20714" y="28965"/>
                      <a:pt x="23400" y="29932"/>
                      <a:pt x="26836" y="29932"/>
                    </a:cubicBezTo>
                    <a:cubicBezTo>
                      <a:pt x="30810" y="29932"/>
                      <a:pt x="34086" y="28696"/>
                      <a:pt x="36556" y="26280"/>
                    </a:cubicBezTo>
                    <a:cubicBezTo>
                      <a:pt x="39080" y="23810"/>
                      <a:pt x="40315" y="20856"/>
                      <a:pt x="40315" y="17312"/>
                    </a:cubicBezTo>
                    <a:cubicBezTo>
                      <a:pt x="40315" y="14305"/>
                      <a:pt x="39348" y="11835"/>
                      <a:pt x="37361" y="9955"/>
                    </a:cubicBezTo>
                    <a:cubicBezTo>
                      <a:pt x="35428" y="8076"/>
                      <a:pt x="32743" y="7163"/>
                      <a:pt x="29306" y="7163"/>
                    </a:cubicBezTo>
                    <a:cubicBezTo>
                      <a:pt x="26729" y="7163"/>
                      <a:pt x="24366" y="7754"/>
                      <a:pt x="22218" y="8935"/>
                    </a:cubicBezTo>
                    <a:cubicBezTo>
                      <a:pt x="20070" y="10116"/>
                      <a:pt x="18459" y="11728"/>
                      <a:pt x="17439" y="13768"/>
                    </a:cubicBezTo>
                    <a:cubicBezTo>
                      <a:pt x="16365" y="15862"/>
                      <a:pt x="15828" y="17849"/>
                      <a:pt x="15828" y="19836"/>
                    </a:cubicBezTo>
                    <a:moveTo>
                      <a:pt x="9008" y="53989"/>
                    </a:moveTo>
                    <a:cubicBezTo>
                      <a:pt x="9008" y="55922"/>
                      <a:pt x="9491" y="57855"/>
                      <a:pt x="10458" y="59627"/>
                    </a:cubicBezTo>
                    <a:cubicBezTo>
                      <a:pt x="11424" y="61453"/>
                      <a:pt x="12874" y="62849"/>
                      <a:pt x="14808" y="63923"/>
                    </a:cubicBezTo>
                    <a:cubicBezTo>
                      <a:pt x="16741" y="64997"/>
                      <a:pt x="18942" y="65534"/>
                      <a:pt x="21413" y="65534"/>
                    </a:cubicBezTo>
                    <a:cubicBezTo>
                      <a:pt x="26138" y="65534"/>
                      <a:pt x="29951" y="63333"/>
                      <a:pt x="32904" y="58875"/>
                    </a:cubicBezTo>
                    <a:cubicBezTo>
                      <a:pt x="35213" y="55385"/>
                      <a:pt x="36395" y="51626"/>
                      <a:pt x="36395" y="47599"/>
                    </a:cubicBezTo>
                    <a:cubicBezTo>
                      <a:pt x="36395" y="44323"/>
                      <a:pt x="35321" y="41638"/>
                      <a:pt x="33173" y="39544"/>
                    </a:cubicBezTo>
                    <a:cubicBezTo>
                      <a:pt x="31025" y="37449"/>
                      <a:pt x="28232" y="36375"/>
                      <a:pt x="24742" y="36375"/>
                    </a:cubicBezTo>
                    <a:cubicBezTo>
                      <a:pt x="20339" y="36375"/>
                      <a:pt x="16633" y="38040"/>
                      <a:pt x="13626" y="41262"/>
                    </a:cubicBezTo>
                    <a:cubicBezTo>
                      <a:pt x="10565" y="44538"/>
                      <a:pt x="9008" y="48780"/>
                      <a:pt x="9008" y="539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7" name="Freihandform: Form 236">
                <a:extLst>
                  <a:ext uri="{FF2B5EF4-FFF2-40B4-BE49-F238E27FC236}">
                    <a16:creationId xmlns:a16="http://schemas.microsoft.com/office/drawing/2014/main" id="{525E206C-98A6-D23D-DF95-4DAFD7E41635}"/>
                  </a:ext>
                </a:extLst>
              </p:cNvPr>
              <p:cNvSpPr/>
              <p:nvPr/>
            </p:nvSpPr>
            <p:spPr>
              <a:xfrm>
                <a:off x="7309846" y="2292037"/>
                <a:ext cx="49188" cy="70829"/>
              </a:xfrm>
              <a:custGeom>
                <a:avLst/>
                <a:gdLst>
                  <a:gd name="connsiteX0" fmla="*/ 25337 w 49188"/>
                  <a:gd name="connsiteY0" fmla="*/ 70958 h 70829"/>
                  <a:gd name="connsiteX1" fmla="*/ 29149 w 49188"/>
                  <a:gd name="connsiteY1" fmla="*/ 52861 h 70829"/>
                  <a:gd name="connsiteX2" fmla="*/ 259 w 49188"/>
                  <a:gd name="connsiteY2" fmla="*/ 52861 h 70829"/>
                  <a:gd name="connsiteX3" fmla="*/ 2085 w 49188"/>
                  <a:gd name="connsiteY3" fmla="*/ 44216 h 70829"/>
                  <a:gd name="connsiteX4" fmla="*/ 41769 w 49188"/>
                  <a:gd name="connsiteY4" fmla="*/ 128 h 70829"/>
                  <a:gd name="connsiteX5" fmla="*/ 48911 w 49188"/>
                  <a:gd name="connsiteY5" fmla="*/ 128 h 70829"/>
                  <a:gd name="connsiteX6" fmla="*/ 39460 w 49188"/>
                  <a:gd name="connsiteY6" fmla="*/ 45128 h 70829"/>
                  <a:gd name="connsiteX7" fmla="*/ 49448 w 49188"/>
                  <a:gd name="connsiteY7" fmla="*/ 45128 h 70829"/>
                  <a:gd name="connsiteX8" fmla="*/ 47837 w 49188"/>
                  <a:gd name="connsiteY8" fmla="*/ 52861 h 70829"/>
                  <a:gd name="connsiteX9" fmla="*/ 37902 w 49188"/>
                  <a:gd name="connsiteY9" fmla="*/ 52861 h 70829"/>
                  <a:gd name="connsiteX10" fmla="*/ 34090 w 49188"/>
                  <a:gd name="connsiteY10" fmla="*/ 70958 h 70829"/>
                  <a:gd name="connsiteX11" fmla="*/ 25337 w 49188"/>
                  <a:gd name="connsiteY11" fmla="*/ 70958 h 70829"/>
                  <a:gd name="connsiteX12" fmla="*/ 30760 w 49188"/>
                  <a:gd name="connsiteY12" fmla="*/ 45128 h 70829"/>
                  <a:gd name="connsiteX13" fmla="*/ 36936 w 49188"/>
                  <a:gd name="connsiteY13" fmla="*/ 15594 h 70829"/>
                  <a:gd name="connsiteX14" fmla="*/ 10516 w 49188"/>
                  <a:gd name="connsiteY14" fmla="*/ 4512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37" y="70958"/>
                    </a:moveTo>
                    <a:lnTo>
                      <a:pt x="29149" y="52861"/>
                    </a:lnTo>
                    <a:lnTo>
                      <a:pt x="259" y="52861"/>
                    </a:lnTo>
                    <a:lnTo>
                      <a:pt x="2085" y="44216"/>
                    </a:lnTo>
                    <a:lnTo>
                      <a:pt x="41769" y="128"/>
                    </a:lnTo>
                    <a:lnTo>
                      <a:pt x="48911" y="128"/>
                    </a:lnTo>
                    <a:lnTo>
                      <a:pt x="39460" y="45128"/>
                    </a:lnTo>
                    <a:lnTo>
                      <a:pt x="49448" y="45128"/>
                    </a:lnTo>
                    <a:lnTo>
                      <a:pt x="47837" y="52861"/>
                    </a:lnTo>
                    <a:lnTo>
                      <a:pt x="37902" y="52861"/>
                    </a:lnTo>
                    <a:lnTo>
                      <a:pt x="34090" y="70958"/>
                    </a:lnTo>
                    <a:lnTo>
                      <a:pt x="25337" y="70958"/>
                    </a:lnTo>
                    <a:moveTo>
                      <a:pt x="30760" y="45128"/>
                    </a:moveTo>
                    <a:lnTo>
                      <a:pt x="36936" y="15594"/>
                    </a:lnTo>
                    <a:lnTo>
                      <a:pt x="10516" y="4512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8" name="Freihandform: Form 237">
                <a:extLst>
                  <a:ext uri="{FF2B5EF4-FFF2-40B4-BE49-F238E27FC236}">
                    <a16:creationId xmlns:a16="http://schemas.microsoft.com/office/drawing/2014/main" id="{7E4AA998-1552-7742-A488-53280F6BCBC6}"/>
                  </a:ext>
                </a:extLst>
              </p:cNvPr>
              <p:cNvSpPr/>
              <p:nvPr/>
            </p:nvSpPr>
            <p:spPr>
              <a:xfrm>
                <a:off x="7372367" y="2293003"/>
                <a:ext cx="46933" cy="69862"/>
              </a:xfrm>
              <a:custGeom>
                <a:avLst/>
                <a:gdLst>
                  <a:gd name="connsiteX0" fmla="*/ 2626 w 46933"/>
                  <a:gd name="connsiteY0" fmla="*/ 69991 h 69862"/>
                  <a:gd name="connsiteX1" fmla="*/ 7566 w 46933"/>
                  <a:gd name="connsiteY1" fmla="*/ 52807 h 69862"/>
                  <a:gd name="connsiteX2" fmla="*/ 19380 w 46933"/>
                  <a:gd name="connsiteY2" fmla="*/ 28696 h 69862"/>
                  <a:gd name="connsiteX3" fmla="*/ 35597 w 46933"/>
                  <a:gd name="connsiteY3" fmla="*/ 8130 h 69862"/>
                  <a:gd name="connsiteX4" fmla="*/ 263 w 46933"/>
                  <a:gd name="connsiteY4" fmla="*/ 8130 h 69862"/>
                  <a:gd name="connsiteX5" fmla="*/ 1981 w 46933"/>
                  <a:gd name="connsiteY5" fmla="*/ 128 h 69862"/>
                  <a:gd name="connsiteX6" fmla="*/ 47196 w 46933"/>
                  <a:gd name="connsiteY6" fmla="*/ 128 h 69862"/>
                  <a:gd name="connsiteX7" fmla="*/ 45532 w 46933"/>
                  <a:gd name="connsiteY7" fmla="*/ 8130 h 69862"/>
                  <a:gd name="connsiteX8" fmla="*/ 25448 w 46933"/>
                  <a:gd name="connsiteY8" fmla="*/ 34174 h 69862"/>
                  <a:gd name="connsiteX9" fmla="*/ 11755 w 46933"/>
                  <a:gd name="connsiteY9" fmla="*/ 69991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26" y="69991"/>
                    </a:moveTo>
                    <a:cubicBezTo>
                      <a:pt x="3431" y="65212"/>
                      <a:pt x="5042" y="59466"/>
                      <a:pt x="7566" y="52807"/>
                    </a:cubicBezTo>
                    <a:cubicBezTo>
                      <a:pt x="10573" y="44699"/>
                      <a:pt x="14493" y="36644"/>
                      <a:pt x="19380" y="28696"/>
                    </a:cubicBezTo>
                    <a:cubicBezTo>
                      <a:pt x="24213" y="20695"/>
                      <a:pt x="29637" y="13875"/>
                      <a:pt x="35597" y="8130"/>
                    </a:cubicBezTo>
                    <a:lnTo>
                      <a:pt x="263" y="8130"/>
                    </a:lnTo>
                    <a:lnTo>
                      <a:pt x="1981" y="128"/>
                    </a:lnTo>
                    <a:lnTo>
                      <a:pt x="47196" y="128"/>
                    </a:lnTo>
                    <a:lnTo>
                      <a:pt x="45532" y="8130"/>
                    </a:lnTo>
                    <a:cubicBezTo>
                      <a:pt x="37906" y="14842"/>
                      <a:pt x="31194" y="23541"/>
                      <a:pt x="25448" y="34174"/>
                    </a:cubicBezTo>
                    <a:cubicBezTo>
                      <a:pt x="18789" y="46471"/>
                      <a:pt x="14225" y="58392"/>
                      <a:pt x="11755" y="699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39" name="Freihandform: Form 238">
                <a:extLst>
                  <a:ext uri="{FF2B5EF4-FFF2-40B4-BE49-F238E27FC236}">
                    <a16:creationId xmlns:a16="http://schemas.microsoft.com/office/drawing/2014/main" id="{E8D3949F-2B2D-DC0C-8ACB-1F63ED10975D}"/>
                  </a:ext>
                </a:extLst>
              </p:cNvPr>
              <p:cNvSpPr/>
              <p:nvPr/>
            </p:nvSpPr>
            <p:spPr>
              <a:xfrm>
                <a:off x="7422416" y="2291714"/>
                <a:ext cx="48973" cy="72332"/>
              </a:xfrm>
              <a:custGeom>
                <a:avLst/>
                <a:gdLst>
                  <a:gd name="connsiteX0" fmla="*/ 267 w 48973"/>
                  <a:gd name="connsiteY0" fmla="*/ 48028 h 72332"/>
                  <a:gd name="connsiteX1" fmla="*/ 2952 w 48973"/>
                  <a:gd name="connsiteY1" fmla="*/ 29770 h 72332"/>
                  <a:gd name="connsiteX2" fmla="*/ 8966 w 48973"/>
                  <a:gd name="connsiteY2" fmla="*/ 14949 h 72332"/>
                  <a:gd name="connsiteX3" fmla="*/ 15732 w 48973"/>
                  <a:gd name="connsiteY3" fmla="*/ 6250 h 72332"/>
                  <a:gd name="connsiteX4" fmla="*/ 22713 w 48973"/>
                  <a:gd name="connsiteY4" fmla="*/ 1632 h 72332"/>
                  <a:gd name="connsiteX5" fmla="*/ 30231 w 48973"/>
                  <a:gd name="connsiteY5" fmla="*/ 128 h 72332"/>
                  <a:gd name="connsiteX6" fmla="*/ 43817 w 48973"/>
                  <a:gd name="connsiteY6" fmla="*/ 6196 h 72332"/>
                  <a:gd name="connsiteX7" fmla="*/ 49241 w 48973"/>
                  <a:gd name="connsiteY7" fmla="*/ 23649 h 72332"/>
                  <a:gd name="connsiteX8" fmla="*/ 45482 w 48973"/>
                  <a:gd name="connsiteY8" fmla="*/ 46900 h 72332"/>
                  <a:gd name="connsiteX9" fmla="*/ 33131 w 48973"/>
                  <a:gd name="connsiteY9" fmla="*/ 67306 h 72332"/>
                  <a:gd name="connsiteX10" fmla="*/ 19223 w 48973"/>
                  <a:gd name="connsiteY10" fmla="*/ 72461 h 72332"/>
                  <a:gd name="connsiteX11" fmla="*/ 5798 w 48973"/>
                  <a:gd name="connsiteY11" fmla="*/ 66232 h 72332"/>
                  <a:gd name="connsiteX12" fmla="*/ 267 w 48973"/>
                  <a:gd name="connsiteY12" fmla="*/ 48028 h 72332"/>
                  <a:gd name="connsiteX13" fmla="*/ 8752 w 48973"/>
                  <a:gd name="connsiteY13" fmla="*/ 50284 h 72332"/>
                  <a:gd name="connsiteX14" fmla="*/ 10900 w 48973"/>
                  <a:gd name="connsiteY14" fmla="*/ 60433 h 72332"/>
                  <a:gd name="connsiteX15" fmla="*/ 19653 w 48973"/>
                  <a:gd name="connsiteY15" fmla="*/ 65534 h 72332"/>
                  <a:gd name="connsiteX16" fmla="*/ 28889 w 48973"/>
                  <a:gd name="connsiteY16" fmla="*/ 60916 h 72332"/>
                  <a:gd name="connsiteX17" fmla="*/ 37910 w 48973"/>
                  <a:gd name="connsiteY17" fmla="*/ 41960 h 72332"/>
                  <a:gd name="connsiteX18" fmla="*/ 40917 w 48973"/>
                  <a:gd name="connsiteY18" fmla="*/ 21554 h 72332"/>
                  <a:gd name="connsiteX19" fmla="*/ 38018 w 48973"/>
                  <a:gd name="connsiteY19" fmla="*/ 10546 h 72332"/>
                  <a:gd name="connsiteX20" fmla="*/ 30285 w 48973"/>
                  <a:gd name="connsiteY20" fmla="*/ 7163 h 72332"/>
                  <a:gd name="connsiteX21" fmla="*/ 23787 w 48973"/>
                  <a:gd name="connsiteY21" fmla="*/ 8935 h 72332"/>
                  <a:gd name="connsiteX22" fmla="*/ 18042 w 48973"/>
                  <a:gd name="connsiteY22" fmla="*/ 15057 h 72332"/>
                  <a:gd name="connsiteX23" fmla="*/ 11222 w 48973"/>
                  <a:gd name="connsiteY23" fmla="*/ 33422 h 72332"/>
                  <a:gd name="connsiteX24" fmla="*/ 8752 w 48973"/>
                  <a:gd name="connsiteY24" fmla="*/ 50284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67" y="48028"/>
                    </a:moveTo>
                    <a:cubicBezTo>
                      <a:pt x="267" y="42068"/>
                      <a:pt x="1180" y="35946"/>
                      <a:pt x="2952" y="29770"/>
                    </a:cubicBezTo>
                    <a:cubicBezTo>
                      <a:pt x="4778" y="23595"/>
                      <a:pt x="6765" y="18655"/>
                      <a:pt x="8966" y="14949"/>
                    </a:cubicBezTo>
                    <a:cubicBezTo>
                      <a:pt x="11114" y="11244"/>
                      <a:pt x="13423" y="8345"/>
                      <a:pt x="15732" y="6250"/>
                    </a:cubicBezTo>
                    <a:cubicBezTo>
                      <a:pt x="18095" y="4156"/>
                      <a:pt x="20404" y="2599"/>
                      <a:pt x="22713" y="1632"/>
                    </a:cubicBezTo>
                    <a:cubicBezTo>
                      <a:pt x="24969" y="612"/>
                      <a:pt x="27493" y="128"/>
                      <a:pt x="30231" y="128"/>
                    </a:cubicBezTo>
                    <a:cubicBezTo>
                      <a:pt x="35655" y="128"/>
                      <a:pt x="40166" y="2169"/>
                      <a:pt x="43817" y="6196"/>
                    </a:cubicBezTo>
                    <a:cubicBezTo>
                      <a:pt x="47415" y="10224"/>
                      <a:pt x="49241" y="16023"/>
                      <a:pt x="49241" y="23649"/>
                    </a:cubicBezTo>
                    <a:cubicBezTo>
                      <a:pt x="49241" y="31435"/>
                      <a:pt x="48006" y="39222"/>
                      <a:pt x="45482" y="46900"/>
                    </a:cubicBezTo>
                    <a:cubicBezTo>
                      <a:pt x="42528" y="55976"/>
                      <a:pt x="38394" y="62796"/>
                      <a:pt x="33131" y="67306"/>
                    </a:cubicBezTo>
                    <a:cubicBezTo>
                      <a:pt x="29050" y="70743"/>
                      <a:pt x="24432" y="72461"/>
                      <a:pt x="19223" y="72461"/>
                    </a:cubicBezTo>
                    <a:cubicBezTo>
                      <a:pt x="13907" y="72461"/>
                      <a:pt x="9450" y="70421"/>
                      <a:pt x="5798" y="66232"/>
                    </a:cubicBezTo>
                    <a:cubicBezTo>
                      <a:pt x="2147" y="62044"/>
                      <a:pt x="267" y="55976"/>
                      <a:pt x="267" y="48028"/>
                    </a:cubicBezTo>
                    <a:moveTo>
                      <a:pt x="8752" y="50284"/>
                    </a:moveTo>
                    <a:cubicBezTo>
                      <a:pt x="8752" y="54633"/>
                      <a:pt x="9450" y="58016"/>
                      <a:pt x="10900" y="60433"/>
                    </a:cubicBezTo>
                    <a:cubicBezTo>
                      <a:pt x="12886" y="63816"/>
                      <a:pt x="15786" y="65534"/>
                      <a:pt x="19653" y="65534"/>
                    </a:cubicBezTo>
                    <a:cubicBezTo>
                      <a:pt x="23036" y="65534"/>
                      <a:pt x="26150" y="63977"/>
                      <a:pt x="28889" y="60916"/>
                    </a:cubicBezTo>
                    <a:cubicBezTo>
                      <a:pt x="32916" y="56620"/>
                      <a:pt x="35923" y="50284"/>
                      <a:pt x="37910" y="41960"/>
                    </a:cubicBezTo>
                    <a:cubicBezTo>
                      <a:pt x="39951" y="33637"/>
                      <a:pt x="40917" y="26817"/>
                      <a:pt x="40917" y="21554"/>
                    </a:cubicBezTo>
                    <a:cubicBezTo>
                      <a:pt x="40917" y="16453"/>
                      <a:pt x="39951" y="12801"/>
                      <a:pt x="38018" y="10546"/>
                    </a:cubicBezTo>
                    <a:cubicBezTo>
                      <a:pt x="36084" y="8291"/>
                      <a:pt x="33507" y="7163"/>
                      <a:pt x="30285" y="7163"/>
                    </a:cubicBezTo>
                    <a:cubicBezTo>
                      <a:pt x="27976" y="7163"/>
                      <a:pt x="25828" y="7754"/>
                      <a:pt x="23787" y="8935"/>
                    </a:cubicBezTo>
                    <a:cubicBezTo>
                      <a:pt x="21801" y="10116"/>
                      <a:pt x="19867" y="12157"/>
                      <a:pt x="18042" y="15057"/>
                    </a:cubicBezTo>
                    <a:cubicBezTo>
                      <a:pt x="15410" y="19192"/>
                      <a:pt x="13155" y="25313"/>
                      <a:pt x="11222" y="33422"/>
                    </a:cubicBezTo>
                    <a:cubicBezTo>
                      <a:pt x="9557" y="40403"/>
                      <a:pt x="8752" y="45988"/>
                      <a:pt x="8752" y="502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0" name="Freihandform: Form 239">
                <a:extLst>
                  <a:ext uri="{FF2B5EF4-FFF2-40B4-BE49-F238E27FC236}">
                    <a16:creationId xmlns:a16="http://schemas.microsoft.com/office/drawing/2014/main" id="{C43EB961-3D44-3BAC-8FAF-CD36B8435BAC}"/>
                  </a:ext>
                </a:extLst>
              </p:cNvPr>
              <p:cNvSpPr/>
              <p:nvPr/>
            </p:nvSpPr>
            <p:spPr>
              <a:xfrm>
                <a:off x="7474989" y="2292037"/>
                <a:ext cx="49188" cy="70829"/>
              </a:xfrm>
              <a:custGeom>
                <a:avLst/>
                <a:gdLst>
                  <a:gd name="connsiteX0" fmla="*/ 25349 w 49188"/>
                  <a:gd name="connsiteY0" fmla="*/ 70958 h 70829"/>
                  <a:gd name="connsiteX1" fmla="*/ 29161 w 49188"/>
                  <a:gd name="connsiteY1" fmla="*/ 52861 h 70829"/>
                  <a:gd name="connsiteX2" fmla="*/ 271 w 49188"/>
                  <a:gd name="connsiteY2" fmla="*/ 52861 h 70829"/>
                  <a:gd name="connsiteX3" fmla="*/ 2097 w 49188"/>
                  <a:gd name="connsiteY3" fmla="*/ 44216 h 70829"/>
                  <a:gd name="connsiteX4" fmla="*/ 41781 w 49188"/>
                  <a:gd name="connsiteY4" fmla="*/ 128 h 70829"/>
                  <a:gd name="connsiteX5" fmla="*/ 48923 w 49188"/>
                  <a:gd name="connsiteY5" fmla="*/ 128 h 70829"/>
                  <a:gd name="connsiteX6" fmla="*/ 39472 w 49188"/>
                  <a:gd name="connsiteY6" fmla="*/ 45128 h 70829"/>
                  <a:gd name="connsiteX7" fmla="*/ 49460 w 49188"/>
                  <a:gd name="connsiteY7" fmla="*/ 45128 h 70829"/>
                  <a:gd name="connsiteX8" fmla="*/ 47849 w 49188"/>
                  <a:gd name="connsiteY8" fmla="*/ 52861 h 70829"/>
                  <a:gd name="connsiteX9" fmla="*/ 37914 w 49188"/>
                  <a:gd name="connsiteY9" fmla="*/ 52861 h 70829"/>
                  <a:gd name="connsiteX10" fmla="*/ 34102 w 49188"/>
                  <a:gd name="connsiteY10" fmla="*/ 70958 h 70829"/>
                  <a:gd name="connsiteX11" fmla="*/ 25349 w 49188"/>
                  <a:gd name="connsiteY11" fmla="*/ 70958 h 70829"/>
                  <a:gd name="connsiteX12" fmla="*/ 30772 w 49188"/>
                  <a:gd name="connsiteY12" fmla="*/ 45128 h 70829"/>
                  <a:gd name="connsiteX13" fmla="*/ 36948 w 49188"/>
                  <a:gd name="connsiteY13" fmla="*/ 15594 h 70829"/>
                  <a:gd name="connsiteX14" fmla="*/ 10528 w 49188"/>
                  <a:gd name="connsiteY14" fmla="*/ 4512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49" y="70958"/>
                    </a:moveTo>
                    <a:lnTo>
                      <a:pt x="29161" y="52861"/>
                    </a:lnTo>
                    <a:lnTo>
                      <a:pt x="271" y="52861"/>
                    </a:lnTo>
                    <a:lnTo>
                      <a:pt x="2097" y="44216"/>
                    </a:lnTo>
                    <a:lnTo>
                      <a:pt x="41781" y="128"/>
                    </a:lnTo>
                    <a:lnTo>
                      <a:pt x="48923" y="128"/>
                    </a:lnTo>
                    <a:lnTo>
                      <a:pt x="39472" y="45128"/>
                    </a:lnTo>
                    <a:lnTo>
                      <a:pt x="49460" y="45128"/>
                    </a:lnTo>
                    <a:lnTo>
                      <a:pt x="47849" y="52861"/>
                    </a:lnTo>
                    <a:lnTo>
                      <a:pt x="37914" y="52861"/>
                    </a:lnTo>
                    <a:lnTo>
                      <a:pt x="34102" y="70958"/>
                    </a:lnTo>
                    <a:lnTo>
                      <a:pt x="25349" y="70958"/>
                    </a:lnTo>
                    <a:moveTo>
                      <a:pt x="30772" y="45128"/>
                    </a:moveTo>
                    <a:lnTo>
                      <a:pt x="36948" y="15594"/>
                    </a:lnTo>
                    <a:lnTo>
                      <a:pt x="10528" y="4512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1" name="Freihandform: Form 240">
                <a:extLst>
                  <a:ext uri="{FF2B5EF4-FFF2-40B4-BE49-F238E27FC236}">
                    <a16:creationId xmlns:a16="http://schemas.microsoft.com/office/drawing/2014/main" id="{A3210A11-7042-A06C-2FA0-2B4B1ED25D27}"/>
                  </a:ext>
                </a:extLst>
              </p:cNvPr>
              <p:cNvSpPr/>
              <p:nvPr/>
            </p:nvSpPr>
            <p:spPr>
              <a:xfrm>
                <a:off x="7533791" y="2291714"/>
                <a:ext cx="47953" cy="72332"/>
              </a:xfrm>
              <a:custGeom>
                <a:avLst/>
                <a:gdLst>
                  <a:gd name="connsiteX0" fmla="*/ 11928 w 47953"/>
                  <a:gd name="connsiteY0" fmla="*/ 30200 h 72332"/>
                  <a:gd name="connsiteX1" fmla="*/ 19231 w 47953"/>
                  <a:gd name="connsiteY1" fmla="*/ 25636 h 72332"/>
                  <a:gd name="connsiteX2" fmla="*/ 26480 w 47953"/>
                  <a:gd name="connsiteY2" fmla="*/ 24132 h 72332"/>
                  <a:gd name="connsiteX3" fmla="*/ 39798 w 47953"/>
                  <a:gd name="connsiteY3" fmla="*/ 29609 h 72332"/>
                  <a:gd name="connsiteX4" fmla="*/ 45060 w 47953"/>
                  <a:gd name="connsiteY4" fmla="*/ 44484 h 72332"/>
                  <a:gd name="connsiteX5" fmla="*/ 37220 w 47953"/>
                  <a:gd name="connsiteY5" fmla="*/ 65105 h 72332"/>
                  <a:gd name="connsiteX6" fmla="*/ 20788 w 47953"/>
                  <a:gd name="connsiteY6" fmla="*/ 72461 h 72332"/>
                  <a:gd name="connsiteX7" fmla="*/ 6128 w 47953"/>
                  <a:gd name="connsiteY7" fmla="*/ 66017 h 72332"/>
                  <a:gd name="connsiteX8" fmla="*/ 275 w 47953"/>
                  <a:gd name="connsiteY8" fmla="*/ 47652 h 72332"/>
                  <a:gd name="connsiteX9" fmla="*/ 4034 w 47953"/>
                  <a:gd name="connsiteY9" fmla="*/ 25582 h 72332"/>
                  <a:gd name="connsiteX10" fmla="*/ 11230 w 47953"/>
                  <a:gd name="connsiteY10" fmla="*/ 11137 h 72332"/>
                  <a:gd name="connsiteX11" fmla="*/ 20305 w 47953"/>
                  <a:gd name="connsiteY11" fmla="*/ 2813 h 72332"/>
                  <a:gd name="connsiteX12" fmla="*/ 31152 w 47953"/>
                  <a:gd name="connsiteY12" fmla="*/ 128 h 72332"/>
                  <a:gd name="connsiteX13" fmla="*/ 42966 w 47953"/>
                  <a:gd name="connsiteY13" fmla="*/ 4639 h 72332"/>
                  <a:gd name="connsiteX14" fmla="*/ 48229 w 47953"/>
                  <a:gd name="connsiteY14" fmla="*/ 17581 h 72332"/>
                  <a:gd name="connsiteX15" fmla="*/ 40066 w 47953"/>
                  <a:gd name="connsiteY15" fmla="*/ 18386 h 72332"/>
                  <a:gd name="connsiteX16" fmla="*/ 36844 w 47953"/>
                  <a:gd name="connsiteY16" fmla="*/ 10063 h 72332"/>
                  <a:gd name="connsiteX17" fmla="*/ 30508 w 47953"/>
                  <a:gd name="connsiteY17" fmla="*/ 7485 h 72332"/>
                  <a:gd name="connsiteX18" fmla="*/ 22668 w 47953"/>
                  <a:gd name="connsiteY18" fmla="*/ 10546 h 72332"/>
                  <a:gd name="connsiteX19" fmla="*/ 15848 w 47953"/>
                  <a:gd name="connsiteY19" fmla="*/ 19568 h 72332"/>
                  <a:gd name="connsiteX20" fmla="*/ 11928 w 47953"/>
                  <a:gd name="connsiteY20" fmla="*/ 30200 h 72332"/>
                  <a:gd name="connsiteX21" fmla="*/ 8867 w 47953"/>
                  <a:gd name="connsiteY21" fmla="*/ 51358 h 72332"/>
                  <a:gd name="connsiteX22" fmla="*/ 12572 w 47953"/>
                  <a:gd name="connsiteY22" fmla="*/ 61453 h 72332"/>
                  <a:gd name="connsiteX23" fmla="*/ 21003 w 47953"/>
                  <a:gd name="connsiteY23" fmla="*/ 65534 h 72332"/>
                  <a:gd name="connsiteX24" fmla="*/ 27984 w 47953"/>
                  <a:gd name="connsiteY24" fmla="*/ 63064 h 72332"/>
                  <a:gd name="connsiteX25" fmla="*/ 34213 w 47953"/>
                  <a:gd name="connsiteY25" fmla="*/ 55492 h 72332"/>
                  <a:gd name="connsiteX26" fmla="*/ 36737 w 47953"/>
                  <a:gd name="connsiteY26" fmla="*/ 45397 h 72332"/>
                  <a:gd name="connsiteX27" fmla="*/ 33193 w 47953"/>
                  <a:gd name="connsiteY27" fmla="*/ 35033 h 72332"/>
                  <a:gd name="connsiteX28" fmla="*/ 24601 w 47953"/>
                  <a:gd name="connsiteY28" fmla="*/ 31113 h 72332"/>
                  <a:gd name="connsiteX29" fmla="*/ 13861 w 47953"/>
                  <a:gd name="connsiteY29" fmla="*/ 36805 h 72332"/>
                  <a:gd name="connsiteX30" fmla="*/ 8867 w 47953"/>
                  <a:gd name="connsiteY30" fmla="*/ 51358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28" y="30200"/>
                    </a:moveTo>
                    <a:cubicBezTo>
                      <a:pt x="14344" y="28159"/>
                      <a:pt x="16815" y="26656"/>
                      <a:pt x="19231" y="25636"/>
                    </a:cubicBezTo>
                    <a:cubicBezTo>
                      <a:pt x="21647" y="24615"/>
                      <a:pt x="24064" y="24132"/>
                      <a:pt x="26480" y="24132"/>
                    </a:cubicBezTo>
                    <a:cubicBezTo>
                      <a:pt x="31850" y="24132"/>
                      <a:pt x="36307" y="25958"/>
                      <a:pt x="39798" y="29609"/>
                    </a:cubicBezTo>
                    <a:cubicBezTo>
                      <a:pt x="43288" y="33315"/>
                      <a:pt x="45060" y="38255"/>
                      <a:pt x="45060" y="44484"/>
                    </a:cubicBezTo>
                    <a:cubicBezTo>
                      <a:pt x="45060" y="52485"/>
                      <a:pt x="42483" y="59359"/>
                      <a:pt x="37220" y="65105"/>
                    </a:cubicBezTo>
                    <a:cubicBezTo>
                      <a:pt x="32709" y="70045"/>
                      <a:pt x="27232" y="72461"/>
                      <a:pt x="20788" y="72461"/>
                    </a:cubicBezTo>
                    <a:cubicBezTo>
                      <a:pt x="14935" y="72461"/>
                      <a:pt x="10048" y="70313"/>
                      <a:pt x="6128" y="66017"/>
                    </a:cubicBezTo>
                    <a:cubicBezTo>
                      <a:pt x="2208" y="61722"/>
                      <a:pt x="275" y="55600"/>
                      <a:pt x="275" y="47652"/>
                    </a:cubicBezTo>
                    <a:cubicBezTo>
                      <a:pt x="275" y="40510"/>
                      <a:pt x="1510" y="33153"/>
                      <a:pt x="4034" y="25582"/>
                    </a:cubicBezTo>
                    <a:cubicBezTo>
                      <a:pt x="5967" y="19729"/>
                      <a:pt x="8384" y="14896"/>
                      <a:pt x="11230" y="11137"/>
                    </a:cubicBezTo>
                    <a:cubicBezTo>
                      <a:pt x="14076" y="7324"/>
                      <a:pt x="17083" y="4586"/>
                      <a:pt x="20305" y="2813"/>
                    </a:cubicBezTo>
                    <a:cubicBezTo>
                      <a:pt x="23527" y="1041"/>
                      <a:pt x="27125" y="128"/>
                      <a:pt x="31152" y="128"/>
                    </a:cubicBezTo>
                    <a:cubicBezTo>
                      <a:pt x="35985" y="128"/>
                      <a:pt x="39905" y="1632"/>
                      <a:pt x="42966" y="4639"/>
                    </a:cubicBezTo>
                    <a:cubicBezTo>
                      <a:pt x="46027" y="7646"/>
                      <a:pt x="47799" y="11996"/>
                      <a:pt x="48229" y="17581"/>
                    </a:cubicBezTo>
                    <a:lnTo>
                      <a:pt x="40066" y="18386"/>
                    </a:lnTo>
                    <a:cubicBezTo>
                      <a:pt x="39637" y="14520"/>
                      <a:pt x="38563" y="11781"/>
                      <a:pt x="36844" y="10063"/>
                    </a:cubicBezTo>
                    <a:cubicBezTo>
                      <a:pt x="35126" y="8345"/>
                      <a:pt x="32978" y="7485"/>
                      <a:pt x="30508" y="7485"/>
                    </a:cubicBezTo>
                    <a:cubicBezTo>
                      <a:pt x="27930" y="7485"/>
                      <a:pt x="25299" y="8505"/>
                      <a:pt x="22668" y="10546"/>
                    </a:cubicBezTo>
                    <a:cubicBezTo>
                      <a:pt x="19983" y="12533"/>
                      <a:pt x="17727" y="15540"/>
                      <a:pt x="15848" y="19568"/>
                    </a:cubicBezTo>
                    <a:cubicBezTo>
                      <a:pt x="13915" y="23541"/>
                      <a:pt x="12626" y="27086"/>
                      <a:pt x="11928" y="30200"/>
                    </a:cubicBezTo>
                    <a:moveTo>
                      <a:pt x="8867" y="51358"/>
                    </a:moveTo>
                    <a:cubicBezTo>
                      <a:pt x="8867" y="55385"/>
                      <a:pt x="10102" y="58714"/>
                      <a:pt x="12572" y="61453"/>
                    </a:cubicBezTo>
                    <a:cubicBezTo>
                      <a:pt x="15096" y="64192"/>
                      <a:pt x="17888" y="65534"/>
                      <a:pt x="21003" y="65534"/>
                    </a:cubicBezTo>
                    <a:cubicBezTo>
                      <a:pt x="23205" y="65534"/>
                      <a:pt x="25514" y="64675"/>
                      <a:pt x="27984" y="63064"/>
                    </a:cubicBezTo>
                    <a:cubicBezTo>
                      <a:pt x="30400" y="61399"/>
                      <a:pt x="32495" y="58875"/>
                      <a:pt x="34213" y="55492"/>
                    </a:cubicBezTo>
                    <a:cubicBezTo>
                      <a:pt x="35878" y="52109"/>
                      <a:pt x="36737" y="48726"/>
                      <a:pt x="36737" y="45397"/>
                    </a:cubicBezTo>
                    <a:cubicBezTo>
                      <a:pt x="36737" y="41047"/>
                      <a:pt x="35556" y="37611"/>
                      <a:pt x="33193" y="35033"/>
                    </a:cubicBezTo>
                    <a:cubicBezTo>
                      <a:pt x="30830" y="32402"/>
                      <a:pt x="27984" y="31113"/>
                      <a:pt x="24601" y="31113"/>
                    </a:cubicBezTo>
                    <a:cubicBezTo>
                      <a:pt x="20788" y="31113"/>
                      <a:pt x="17190" y="32992"/>
                      <a:pt x="13861" y="36805"/>
                    </a:cubicBezTo>
                    <a:cubicBezTo>
                      <a:pt x="10532" y="40564"/>
                      <a:pt x="8867" y="45451"/>
                      <a:pt x="8867" y="513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2" name="Freihandform: Form 241">
                <a:extLst>
                  <a:ext uri="{FF2B5EF4-FFF2-40B4-BE49-F238E27FC236}">
                    <a16:creationId xmlns:a16="http://schemas.microsoft.com/office/drawing/2014/main" id="{9FA91BBF-81B2-506B-296F-D0C855E9D2B2}"/>
                  </a:ext>
                </a:extLst>
              </p:cNvPr>
              <p:cNvSpPr/>
              <p:nvPr/>
            </p:nvSpPr>
            <p:spPr>
              <a:xfrm>
                <a:off x="7585089" y="2292037"/>
                <a:ext cx="49188" cy="70829"/>
              </a:xfrm>
              <a:custGeom>
                <a:avLst/>
                <a:gdLst>
                  <a:gd name="connsiteX0" fmla="*/ 25357 w 49188"/>
                  <a:gd name="connsiteY0" fmla="*/ 70958 h 70829"/>
                  <a:gd name="connsiteX1" fmla="*/ 29169 w 49188"/>
                  <a:gd name="connsiteY1" fmla="*/ 52861 h 70829"/>
                  <a:gd name="connsiteX2" fmla="*/ 279 w 49188"/>
                  <a:gd name="connsiteY2" fmla="*/ 52861 h 70829"/>
                  <a:gd name="connsiteX3" fmla="*/ 2105 w 49188"/>
                  <a:gd name="connsiteY3" fmla="*/ 44216 h 70829"/>
                  <a:gd name="connsiteX4" fmla="*/ 41789 w 49188"/>
                  <a:gd name="connsiteY4" fmla="*/ 128 h 70829"/>
                  <a:gd name="connsiteX5" fmla="*/ 48931 w 49188"/>
                  <a:gd name="connsiteY5" fmla="*/ 128 h 70829"/>
                  <a:gd name="connsiteX6" fmla="*/ 39480 w 49188"/>
                  <a:gd name="connsiteY6" fmla="*/ 45128 h 70829"/>
                  <a:gd name="connsiteX7" fmla="*/ 49468 w 49188"/>
                  <a:gd name="connsiteY7" fmla="*/ 45128 h 70829"/>
                  <a:gd name="connsiteX8" fmla="*/ 47857 w 49188"/>
                  <a:gd name="connsiteY8" fmla="*/ 52861 h 70829"/>
                  <a:gd name="connsiteX9" fmla="*/ 37922 w 49188"/>
                  <a:gd name="connsiteY9" fmla="*/ 52861 h 70829"/>
                  <a:gd name="connsiteX10" fmla="*/ 34110 w 49188"/>
                  <a:gd name="connsiteY10" fmla="*/ 70958 h 70829"/>
                  <a:gd name="connsiteX11" fmla="*/ 25357 w 49188"/>
                  <a:gd name="connsiteY11" fmla="*/ 70958 h 70829"/>
                  <a:gd name="connsiteX12" fmla="*/ 30780 w 49188"/>
                  <a:gd name="connsiteY12" fmla="*/ 45128 h 70829"/>
                  <a:gd name="connsiteX13" fmla="*/ 36956 w 49188"/>
                  <a:gd name="connsiteY13" fmla="*/ 15594 h 70829"/>
                  <a:gd name="connsiteX14" fmla="*/ 10536 w 49188"/>
                  <a:gd name="connsiteY14" fmla="*/ 4512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57" y="70958"/>
                    </a:moveTo>
                    <a:lnTo>
                      <a:pt x="29169" y="52861"/>
                    </a:lnTo>
                    <a:lnTo>
                      <a:pt x="279" y="52861"/>
                    </a:lnTo>
                    <a:lnTo>
                      <a:pt x="2105" y="44216"/>
                    </a:lnTo>
                    <a:lnTo>
                      <a:pt x="41789" y="128"/>
                    </a:lnTo>
                    <a:lnTo>
                      <a:pt x="48931" y="128"/>
                    </a:lnTo>
                    <a:lnTo>
                      <a:pt x="39480" y="45128"/>
                    </a:lnTo>
                    <a:lnTo>
                      <a:pt x="49468" y="45128"/>
                    </a:lnTo>
                    <a:lnTo>
                      <a:pt x="47857" y="52861"/>
                    </a:lnTo>
                    <a:lnTo>
                      <a:pt x="37922" y="52861"/>
                    </a:lnTo>
                    <a:lnTo>
                      <a:pt x="34110" y="70958"/>
                    </a:lnTo>
                    <a:lnTo>
                      <a:pt x="25357" y="70958"/>
                    </a:lnTo>
                    <a:moveTo>
                      <a:pt x="30780" y="45128"/>
                    </a:moveTo>
                    <a:lnTo>
                      <a:pt x="36956" y="15594"/>
                    </a:lnTo>
                    <a:lnTo>
                      <a:pt x="10536" y="4512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3" name="Freihandform: Form 242">
                <a:extLst>
                  <a:ext uri="{FF2B5EF4-FFF2-40B4-BE49-F238E27FC236}">
                    <a16:creationId xmlns:a16="http://schemas.microsoft.com/office/drawing/2014/main" id="{CAEF4731-D638-9C70-FFFF-A30588777868}"/>
                  </a:ext>
                </a:extLst>
              </p:cNvPr>
              <p:cNvSpPr/>
              <p:nvPr/>
            </p:nvSpPr>
            <p:spPr>
              <a:xfrm>
                <a:off x="7641313" y="2352985"/>
                <a:ext cx="11974" cy="9880"/>
              </a:xfrm>
              <a:custGeom>
                <a:avLst/>
                <a:gdLst>
                  <a:gd name="connsiteX0" fmla="*/ 283 w 11974"/>
                  <a:gd name="connsiteY0" fmla="*/ 10009 h 9880"/>
                  <a:gd name="connsiteX1" fmla="*/ 2377 w 11974"/>
                  <a:gd name="connsiteY1" fmla="*/ 128 h 9880"/>
                  <a:gd name="connsiteX2" fmla="*/ 12258 w 11974"/>
                  <a:gd name="connsiteY2" fmla="*/ 128 h 9880"/>
                  <a:gd name="connsiteX3" fmla="*/ 10164 w 11974"/>
                  <a:gd name="connsiteY3" fmla="*/ 10009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283" y="10009"/>
                    </a:moveTo>
                    <a:lnTo>
                      <a:pt x="2377" y="128"/>
                    </a:lnTo>
                    <a:lnTo>
                      <a:pt x="12258" y="128"/>
                    </a:lnTo>
                    <a:lnTo>
                      <a:pt x="10164" y="1000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4" name="Freihandform: Form 243">
                <a:extLst>
                  <a:ext uri="{FF2B5EF4-FFF2-40B4-BE49-F238E27FC236}">
                    <a16:creationId xmlns:a16="http://schemas.microsoft.com/office/drawing/2014/main" id="{930E95CB-6A35-7E41-1857-C152EA295D2B}"/>
                  </a:ext>
                </a:extLst>
              </p:cNvPr>
              <p:cNvSpPr/>
              <p:nvPr/>
            </p:nvSpPr>
            <p:spPr>
              <a:xfrm>
                <a:off x="7677775" y="2291714"/>
                <a:ext cx="32810" cy="71151"/>
              </a:xfrm>
              <a:custGeom>
                <a:avLst/>
                <a:gdLst>
                  <a:gd name="connsiteX0" fmla="*/ 9468 w 32810"/>
                  <a:gd name="connsiteY0" fmla="*/ 71280 h 71151"/>
                  <a:gd name="connsiteX1" fmla="*/ 20637 w 32810"/>
                  <a:gd name="connsiteY1" fmla="*/ 17796 h 71151"/>
                  <a:gd name="connsiteX2" fmla="*/ 285 w 32810"/>
                  <a:gd name="connsiteY2" fmla="*/ 26924 h 71151"/>
                  <a:gd name="connsiteX3" fmla="*/ 1896 w 32810"/>
                  <a:gd name="connsiteY3" fmla="*/ 18977 h 71151"/>
                  <a:gd name="connsiteX4" fmla="*/ 14784 w 32810"/>
                  <a:gd name="connsiteY4" fmla="*/ 12157 h 71151"/>
                  <a:gd name="connsiteX5" fmla="*/ 24342 w 32810"/>
                  <a:gd name="connsiteY5" fmla="*/ 4854 h 71151"/>
                  <a:gd name="connsiteX6" fmla="*/ 27994 w 32810"/>
                  <a:gd name="connsiteY6" fmla="*/ 128 h 71151"/>
                  <a:gd name="connsiteX7" fmla="*/ 33095 w 32810"/>
                  <a:gd name="connsiteY7" fmla="*/ 128 h 71151"/>
                  <a:gd name="connsiteX8" fmla="*/ 18221 w 32810"/>
                  <a:gd name="connsiteY8" fmla="*/ 7128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68" y="71280"/>
                    </a:moveTo>
                    <a:lnTo>
                      <a:pt x="20637" y="17796"/>
                    </a:lnTo>
                    <a:cubicBezTo>
                      <a:pt x="15804" y="21608"/>
                      <a:pt x="9038" y="24615"/>
                      <a:pt x="285" y="26924"/>
                    </a:cubicBezTo>
                    <a:lnTo>
                      <a:pt x="1896" y="18977"/>
                    </a:lnTo>
                    <a:cubicBezTo>
                      <a:pt x="6246" y="17258"/>
                      <a:pt x="10542" y="15003"/>
                      <a:pt x="14784" y="12157"/>
                    </a:cubicBezTo>
                    <a:cubicBezTo>
                      <a:pt x="19026" y="9365"/>
                      <a:pt x="22194" y="6948"/>
                      <a:pt x="24342" y="4854"/>
                    </a:cubicBezTo>
                    <a:cubicBezTo>
                      <a:pt x="25631" y="3565"/>
                      <a:pt x="26866" y="1954"/>
                      <a:pt x="27994" y="128"/>
                    </a:cubicBezTo>
                    <a:lnTo>
                      <a:pt x="33095" y="128"/>
                    </a:lnTo>
                    <a:lnTo>
                      <a:pt x="18221" y="7128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245" name="Grafik 4">
              <a:extLst>
                <a:ext uri="{FF2B5EF4-FFF2-40B4-BE49-F238E27FC236}">
                  <a16:creationId xmlns:a16="http://schemas.microsoft.com/office/drawing/2014/main" id="{DF941AB7-B89A-E03E-0431-92352F235A38}"/>
                </a:ext>
              </a:extLst>
            </p:cNvPr>
            <p:cNvGrpSpPr/>
            <p:nvPr/>
          </p:nvGrpSpPr>
          <p:grpSpPr>
            <a:xfrm>
              <a:off x="7146546" y="2164920"/>
              <a:ext cx="544064" cy="73299"/>
              <a:chOff x="7146546" y="2164920"/>
              <a:chExt cx="544064" cy="73299"/>
            </a:xfrm>
            <a:solidFill>
              <a:srgbClr val="000000"/>
            </a:solidFill>
          </p:grpSpPr>
          <p:sp>
            <p:nvSpPr>
              <p:cNvPr id="246" name="Freihandform: Form 245">
                <a:extLst>
                  <a:ext uri="{FF2B5EF4-FFF2-40B4-BE49-F238E27FC236}">
                    <a16:creationId xmlns:a16="http://schemas.microsoft.com/office/drawing/2014/main" id="{F0B4C6C8-1D39-C9C6-C4E9-23B008A7893A}"/>
                  </a:ext>
                </a:extLst>
              </p:cNvPr>
              <p:cNvSpPr/>
              <p:nvPr/>
            </p:nvSpPr>
            <p:spPr>
              <a:xfrm>
                <a:off x="7146546" y="2164920"/>
                <a:ext cx="66211" cy="73245"/>
              </a:xfrm>
              <a:custGeom>
                <a:avLst/>
                <a:gdLst>
                  <a:gd name="connsiteX0" fmla="*/ 31178 w 66211"/>
                  <a:gd name="connsiteY0" fmla="*/ 44260 h 73245"/>
                  <a:gd name="connsiteX1" fmla="*/ 32896 w 66211"/>
                  <a:gd name="connsiteY1" fmla="*/ 36205 h 73245"/>
                  <a:gd name="connsiteX2" fmla="*/ 63880 w 66211"/>
                  <a:gd name="connsiteY2" fmla="*/ 36205 h 73245"/>
                  <a:gd name="connsiteX3" fmla="*/ 57866 w 66211"/>
                  <a:gd name="connsiteY3" fmla="*/ 65095 h 73245"/>
                  <a:gd name="connsiteX4" fmla="*/ 44495 w 66211"/>
                  <a:gd name="connsiteY4" fmla="*/ 71056 h 73245"/>
                  <a:gd name="connsiteX5" fmla="*/ 29781 w 66211"/>
                  <a:gd name="connsiteY5" fmla="*/ 73365 h 73245"/>
                  <a:gd name="connsiteX6" fmla="*/ 6691 w 66211"/>
                  <a:gd name="connsiteY6" fmla="*/ 64075 h 73245"/>
                  <a:gd name="connsiteX7" fmla="*/ 247 w 66211"/>
                  <a:gd name="connsiteY7" fmla="*/ 43831 h 73245"/>
                  <a:gd name="connsiteX8" fmla="*/ 5885 w 66211"/>
                  <a:gd name="connsiteY8" fmla="*/ 20579 h 73245"/>
                  <a:gd name="connsiteX9" fmla="*/ 20116 w 66211"/>
                  <a:gd name="connsiteY9" fmla="*/ 5113 h 73245"/>
                  <a:gd name="connsiteX10" fmla="*/ 39179 w 66211"/>
                  <a:gd name="connsiteY10" fmla="*/ 119 h 73245"/>
                  <a:gd name="connsiteX11" fmla="*/ 52711 w 66211"/>
                  <a:gd name="connsiteY11" fmla="*/ 2858 h 73245"/>
                  <a:gd name="connsiteX12" fmla="*/ 61894 w 66211"/>
                  <a:gd name="connsiteY12" fmla="*/ 10161 h 73245"/>
                  <a:gd name="connsiteX13" fmla="*/ 66458 w 66211"/>
                  <a:gd name="connsiteY13" fmla="*/ 22082 h 73245"/>
                  <a:gd name="connsiteX14" fmla="*/ 57168 w 66211"/>
                  <a:gd name="connsiteY14" fmla="*/ 23103 h 73245"/>
                  <a:gd name="connsiteX15" fmla="*/ 50993 w 66211"/>
                  <a:gd name="connsiteY15" fmla="*/ 11879 h 73245"/>
                  <a:gd name="connsiteX16" fmla="*/ 38857 w 66211"/>
                  <a:gd name="connsiteY16" fmla="*/ 8013 h 73245"/>
                  <a:gd name="connsiteX17" fmla="*/ 24519 w 66211"/>
                  <a:gd name="connsiteY17" fmla="*/ 12202 h 73245"/>
                  <a:gd name="connsiteX18" fmla="*/ 13833 w 66211"/>
                  <a:gd name="connsiteY18" fmla="*/ 24821 h 73245"/>
                  <a:gd name="connsiteX19" fmla="*/ 9859 w 66211"/>
                  <a:gd name="connsiteY19" fmla="*/ 43938 h 73245"/>
                  <a:gd name="connsiteX20" fmla="*/ 15122 w 66211"/>
                  <a:gd name="connsiteY20" fmla="*/ 60101 h 73245"/>
                  <a:gd name="connsiteX21" fmla="*/ 29674 w 66211"/>
                  <a:gd name="connsiteY21" fmla="*/ 65579 h 73245"/>
                  <a:gd name="connsiteX22" fmla="*/ 49543 w 66211"/>
                  <a:gd name="connsiteY22" fmla="*/ 59457 h 73245"/>
                  <a:gd name="connsiteX23" fmla="*/ 52711 w 66211"/>
                  <a:gd name="connsiteY23" fmla="*/ 44260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178" y="44260"/>
                    </a:moveTo>
                    <a:lnTo>
                      <a:pt x="32896" y="36205"/>
                    </a:lnTo>
                    <a:lnTo>
                      <a:pt x="63880" y="36205"/>
                    </a:lnTo>
                    <a:lnTo>
                      <a:pt x="57866" y="65095"/>
                    </a:lnTo>
                    <a:cubicBezTo>
                      <a:pt x="53946" y="67512"/>
                      <a:pt x="49489" y="69553"/>
                      <a:pt x="44495" y="71056"/>
                    </a:cubicBezTo>
                    <a:cubicBezTo>
                      <a:pt x="39501" y="72613"/>
                      <a:pt x="34614" y="73365"/>
                      <a:pt x="29781" y="73365"/>
                    </a:cubicBezTo>
                    <a:cubicBezTo>
                      <a:pt x="19471" y="73365"/>
                      <a:pt x="11792" y="70304"/>
                      <a:pt x="6691" y="64075"/>
                    </a:cubicBezTo>
                    <a:cubicBezTo>
                      <a:pt x="2395" y="58813"/>
                      <a:pt x="247" y="52047"/>
                      <a:pt x="247" y="43831"/>
                    </a:cubicBezTo>
                    <a:cubicBezTo>
                      <a:pt x="247" y="35292"/>
                      <a:pt x="2126" y="27560"/>
                      <a:pt x="5885" y="20579"/>
                    </a:cubicBezTo>
                    <a:cubicBezTo>
                      <a:pt x="9644" y="13598"/>
                      <a:pt x="14370" y="8443"/>
                      <a:pt x="20116" y="5113"/>
                    </a:cubicBezTo>
                    <a:cubicBezTo>
                      <a:pt x="25808" y="1784"/>
                      <a:pt x="32144" y="119"/>
                      <a:pt x="39179" y="119"/>
                    </a:cubicBezTo>
                    <a:cubicBezTo>
                      <a:pt x="44173" y="119"/>
                      <a:pt x="48684" y="1032"/>
                      <a:pt x="52711" y="2858"/>
                    </a:cubicBezTo>
                    <a:cubicBezTo>
                      <a:pt x="56685" y="4684"/>
                      <a:pt x="59746" y="7100"/>
                      <a:pt x="61894" y="10161"/>
                    </a:cubicBezTo>
                    <a:cubicBezTo>
                      <a:pt x="63988" y="13222"/>
                      <a:pt x="65545" y="17196"/>
                      <a:pt x="66458" y="22082"/>
                    </a:cubicBezTo>
                    <a:lnTo>
                      <a:pt x="57168" y="23103"/>
                    </a:lnTo>
                    <a:cubicBezTo>
                      <a:pt x="56201" y="18216"/>
                      <a:pt x="54107" y="14511"/>
                      <a:pt x="50993" y="11879"/>
                    </a:cubicBezTo>
                    <a:cubicBezTo>
                      <a:pt x="47824" y="9302"/>
                      <a:pt x="43797" y="8013"/>
                      <a:pt x="38857" y="8013"/>
                    </a:cubicBezTo>
                    <a:cubicBezTo>
                      <a:pt x="33755" y="8013"/>
                      <a:pt x="28976" y="9409"/>
                      <a:pt x="24519" y="12202"/>
                    </a:cubicBezTo>
                    <a:cubicBezTo>
                      <a:pt x="20062" y="14994"/>
                      <a:pt x="16518" y="19183"/>
                      <a:pt x="13833" y="24821"/>
                    </a:cubicBezTo>
                    <a:cubicBezTo>
                      <a:pt x="11201" y="30406"/>
                      <a:pt x="9859" y="36796"/>
                      <a:pt x="9859" y="43938"/>
                    </a:cubicBezTo>
                    <a:cubicBezTo>
                      <a:pt x="9859" y="51080"/>
                      <a:pt x="11631" y="56450"/>
                      <a:pt x="15122" y="60101"/>
                    </a:cubicBezTo>
                    <a:cubicBezTo>
                      <a:pt x="18666" y="63753"/>
                      <a:pt x="23499" y="65579"/>
                      <a:pt x="29674" y="65579"/>
                    </a:cubicBezTo>
                    <a:cubicBezTo>
                      <a:pt x="35849" y="65579"/>
                      <a:pt x="42454" y="63538"/>
                      <a:pt x="49543" y="59457"/>
                    </a:cubicBezTo>
                    <a:lnTo>
                      <a:pt x="52711" y="4426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7" name="Freihandform: Form 246">
                <a:extLst>
                  <a:ext uri="{FF2B5EF4-FFF2-40B4-BE49-F238E27FC236}">
                    <a16:creationId xmlns:a16="http://schemas.microsoft.com/office/drawing/2014/main" id="{DE1D885C-EA6E-3E84-F6F0-B7B64A8A779F}"/>
                  </a:ext>
                </a:extLst>
              </p:cNvPr>
              <p:cNvSpPr/>
              <p:nvPr/>
            </p:nvSpPr>
            <p:spPr>
              <a:xfrm>
                <a:off x="7218227" y="2166155"/>
                <a:ext cx="60519" cy="70829"/>
              </a:xfrm>
              <a:custGeom>
                <a:avLst/>
                <a:gdLst>
                  <a:gd name="connsiteX0" fmla="*/ 252 w 60519"/>
                  <a:gd name="connsiteY0" fmla="*/ 70949 h 70829"/>
                  <a:gd name="connsiteX1" fmla="*/ 15073 w 60519"/>
                  <a:gd name="connsiteY1" fmla="*/ 119 h 70829"/>
                  <a:gd name="connsiteX2" fmla="*/ 37036 w 60519"/>
                  <a:gd name="connsiteY2" fmla="*/ 119 h 70829"/>
                  <a:gd name="connsiteX3" fmla="*/ 45951 w 60519"/>
                  <a:gd name="connsiteY3" fmla="*/ 603 h 70829"/>
                  <a:gd name="connsiteX4" fmla="*/ 53952 w 60519"/>
                  <a:gd name="connsiteY4" fmla="*/ 3449 h 70829"/>
                  <a:gd name="connsiteX5" fmla="*/ 58999 w 60519"/>
                  <a:gd name="connsiteY5" fmla="*/ 9087 h 70829"/>
                  <a:gd name="connsiteX6" fmla="*/ 60771 w 60519"/>
                  <a:gd name="connsiteY6" fmla="*/ 16927 h 70829"/>
                  <a:gd name="connsiteX7" fmla="*/ 57550 w 60519"/>
                  <a:gd name="connsiteY7" fmla="*/ 27237 h 70829"/>
                  <a:gd name="connsiteX8" fmla="*/ 47723 w 60519"/>
                  <a:gd name="connsiteY8" fmla="*/ 34004 h 70829"/>
                  <a:gd name="connsiteX9" fmla="*/ 56314 w 60519"/>
                  <a:gd name="connsiteY9" fmla="*/ 39642 h 70829"/>
                  <a:gd name="connsiteX10" fmla="*/ 59161 w 60519"/>
                  <a:gd name="connsiteY10" fmla="*/ 48502 h 70829"/>
                  <a:gd name="connsiteX11" fmla="*/ 55831 w 60519"/>
                  <a:gd name="connsiteY11" fmla="*/ 59725 h 70829"/>
                  <a:gd name="connsiteX12" fmla="*/ 46917 w 60519"/>
                  <a:gd name="connsiteY12" fmla="*/ 68049 h 70829"/>
                  <a:gd name="connsiteX13" fmla="*/ 34566 w 60519"/>
                  <a:gd name="connsiteY13" fmla="*/ 70949 h 70829"/>
                  <a:gd name="connsiteX14" fmla="*/ 252 w 60519"/>
                  <a:gd name="connsiteY14" fmla="*/ 70949 h 70829"/>
                  <a:gd name="connsiteX15" fmla="*/ 18242 w 60519"/>
                  <a:gd name="connsiteY15" fmla="*/ 30352 h 70829"/>
                  <a:gd name="connsiteX16" fmla="*/ 32579 w 60519"/>
                  <a:gd name="connsiteY16" fmla="*/ 30352 h 70829"/>
                  <a:gd name="connsiteX17" fmla="*/ 47400 w 60519"/>
                  <a:gd name="connsiteY17" fmla="*/ 27076 h 70829"/>
                  <a:gd name="connsiteX18" fmla="*/ 51911 w 60519"/>
                  <a:gd name="connsiteY18" fmla="*/ 17518 h 70829"/>
                  <a:gd name="connsiteX19" fmla="*/ 50515 w 60519"/>
                  <a:gd name="connsiteY19" fmla="*/ 12309 h 70829"/>
                  <a:gd name="connsiteX20" fmla="*/ 46756 w 60519"/>
                  <a:gd name="connsiteY20" fmla="*/ 9141 h 70829"/>
                  <a:gd name="connsiteX21" fmla="*/ 37949 w 60519"/>
                  <a:gd name="connsiteY21" fmla="*/ 8174 h 70829"/>
                  <a:gd name="connsiteX22" fmla="*/ 22860 w 60519"/>
                  <a:gd name="connsiteY22" fmla="*/ 8174 h 70829"/>
                  <a:gd name="connsiteX23" fmla="*/ 18242 w 60519"/>
                  <a:gd name="connsiteY23" fmla="*/ 30352 h 70829"/>
                  <a:gd name="connsiteX24" fmla="*/ 11422 w 60519"/>
                  <a:gd name="connsiteY24" fmla="*/ 62947 h 70829"/>
                  <a:gd name="connsiteX25" fmla="*/ 27585 w 60519"/>
                  <a:gd name="connsiteY25" fmla="*/ 62947 h 70829"/>
                  <a:gd name="connsiteX26" fmla="*/ 36231 w 60519"/>
                  <a:gd name="connsiteY26" fmla="*/ 62518 h 70829"/>
                  <a:gd name="connsiteX27" fmla="*/ 43534 w 60519"/>
                  <a:gd name="connsiteY27" fmla="*/ 59833 h 70829"/>
                  <a:gd name="connsiteX28" fmla="*/ 47884 w 60519"/>
                  <a:gd name="connsiteY28" fmla="*/ 54946 h 70829"/>
                  <a:gd name="connsiteX29" fmla="*/ 49495 w 60519"/>
                  <a:gd name="connsiteY29" fmla="*/ 48556 h 70829"/>
                  <a:gd name="connsiteX30" fmla="*/ 46380 w 60519"/>
                  <a:gd name="connsiteY30" fmla="*/ 40984 h 70829"/>
                  <a:gd name="connsiteX31" fmla="*/ 34513 w 60519"/>
                  <a:gd name="connsiteY31" fmla="*/ 38407 h 70829"/>
                  <a:gd name="connsiteX32" fmla="*/ 16523 w 60519"/>
                  <a:gd name="connsiteY32" fmla="*/ 3840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60519" h="70829">
                    <a:moveTo>
                      <a:pt x="252" y="70949"/>
                    </a:moveTo>
                    <a:lnTo>
                      <a:pt x="15073" y="119"/>
                    </a:lnTo>
                    <a:lnTo>
                      <a:pt x="37036" y="119"/>
                    </a:lnTo>
                    <a:cubicBezTo>
                      <a:pt x="41010" y="119"/>
                      <a:pt x="44017" y="280"/>
                      <a:pt x="45951" y="603"/>
                    </a:cubicBezTo>
                    <a:cubicBezTo>
                      <a:pt x="49065" y="1140"/>
                      <a:pt x="51750" y="2106"/>
                      <a:pt x="53952" y="3449"/>
                    </a:cubicBezTo>
                    <a:cubicBezTo>
                      <a:pt x="56100" y="4845"/>
                      <a:pt x="57764" y="6671"/>
                      <a:pt x="58999" y="9087"/>
                    </a:cubicBezTo>
                    <a:cubicBezTo>
                      <a:pt x="60181" y="11450"/>
                      <a:pt x="60771" y="14027"/>
                      <a:pt x="60771" y="16927"/>
                    </a:cubicBezTo>
                    <a:cubicBezTo>
                      <a:pt x="60771" y="20793"/>
                      <a:pt x="59698" y="24230"/>
                      <a:pt x="57550" y="27237"/>
                    </a:cubicBezTo>
                    <a:cubicBezTo>
                      <a:pt x="55402" y="30191"/>
                      <a:pt x="52126" y="32446"/>
                      <a:pt x="47723" y="34004"/>
                    </a:cubicBezTo>
                    <a:cubicBezTo>
                      <a:pt x="51535" y="35239"/>
                      <a:pt x="54435" y="37118"/>
                      <a:pt x="56314" y="39642"/>
                    </a:cubicBezTo>
                    <a:cubicBezTo>
                      <a:pt x="58194" y="42166"/>
                      <a:pt x="59161" y="45119"/>
                      <a:pt x="59161" y="48502"/>
                    </a:cubicBezTo>
                    <a:cubicBezTo>
                      <a:pt x="59161" y="52422"/>
                      <a:pt x="58033" y="56181"/>
                      <a:pt x="55831" y="59725"/>
                    </a:cubicBezTo>
                    <a:cubicBezTo>
                      <a:pt x="53576" y="63323"/>
                      <a:pt x="50622" y="66062"/>
                      <a:pt x="46917" y="68049"/>
                    </a:cubicBezTo>
                    <a:cubicBezTo>
                      <a:pt x="43212" y="69982"/>
                      <a:pt x="39131" y="70949"/>
                      <a:pt x="34566" y="70949"/>
                    </a:cubicBezTo>
                    <a:lnTo>
                      <a:pt x="252" y="70949"/>
                    </a:lnTo>
                    <a:moveTo>
                      <a:pt x="18242" y="30352"/>
                    </a:moveTo>
                    <a:lnTo>
                      <a:pt x="32579" y="30352"/>
                    </a:lnTo>
                    <a:cubicBezTo>
                      <a:pt x="39453" y="30352"/>
                      <a:pt x="44393" y="29278"/>
                      <a:pt x="47400" y="27076"/>
                    </a:cubicBezTo>
                    <a:cubicBezTo>
                      <a:pt x="50408" y="24875"/>
                      <a:pt x="51911" y="21706"/>
                      <a:pt x="51911" y="17518"/>
                    </a:cubicBezTo>
                    <a:cubicBezTo>
                      <a:pt x="51911" y="15477"/>
                      <a:pt x="51428" y="13759"/>
                      <a:pt x="50515" y="12309"/>
                    </a:cubicBezTo>
                    <a:cubicBezTo>
                      <a:pt x="49602" y="10859"/>
                      <a:pt x="48313" y="9839"/>
                      <a:pt x="46756" y="9141"/>
                    </a:cubicBezTo>
                    <a:cubicBezTo>
                      <a:pt x="45199" y="8496"/>
                      <a:pt x="42245" y="8174"/>
                      <a:pt x="37949" y="8174"/>
                    </a:cubicBezTo>
                    <a:lnTo>
                      <a:pt x="22860" y="8174"/>
                    </a:lnTo>
                    <a:lnTo>
                      <a:pt x="18242" y="30352"/>
                    </a:lnTo>
                    <a:moveTo>
                      <a:pt x="11422" y="62947"/>
                    </a:moveTo>
                    <a:lnTo>
                      <a:pt x="27585" y="62947"/>
                    </a:lnTo>
                    <a:cubicBezTo>
                      <a:pt x="31828" y="62947"/>
                      <a:pt x="34727" y="62786"/>
                      <a:pt x="36231" y="62518"/>
                    </a:cubicBezTo>
                    <a:cubicBezTo>
                      <a:pt x="39184" y="61981"/>
                      <a:pt x="41655" y="61122"/>
                      <a:pt x="43534" y="59833"/>
                    </a:cubicBezTo>
                    <a:cubicBezTo>
                      <a:pt x="45360" y="58598"/>
                      <a:pt x="46863" y="56987"/>
                      <a:pt x="47884" y="54946"/>
                    </a:cubicBezTo>
                    <a:cubicBezTo>
                      <a:pt x="48958" y="52906"/>
                      <a:pt x="49495" y="50811"/>
                      <a:pt x="49495" y="48556"/>
                    </a:cubicBezTo>
                    <a:cubicBezTo>
                      <a:pt x="49495" y="45280"/>
                      <a:pt x="48474" y="42757"/>
                      <a:pt x="46380" y="40984"/>
                    </a:cubicBezTo>
                    <a:cubicBezTo>
                      <a:pt x="44286" y="39266"/>
                      <a:pt x="40366" y="38407"/>
                      <a:pt x="34513" y="38407"/>
                    </a:cubicBezTo>
                    <a:lnTo>
                      <a:pt x="16523" y="3840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8" name="Freihandform: Form 247">
                <a:extLst>
                  <a:ext uri="{FF2B5EF4-FFF2-40B4-BE49-F238E27FC236}">
                    <a16:creationId xmlns:a16="http://schemas.microsoft.com/office/drawing/2014/main" id="{FFB14111-73E7-969F-2E14-51DDC7861EA7}"/>
                  </a:ext>
                </a:extLst>
              </p:cNvPr>
              <p:cNvSpPr/>
              <p:nvPr/>
            </p:nvSpPr>
            <p:spPr>
              <a:xfrm>
                <a:off x="7284455" y="2166155"/>
                <a:ext cx="60841" cy="70829"/>
              </a:xfrm>
              <a:custGeom>
                <a:avLst/>
                <a:gdLst>
                  <a:gd name="connsiteX0" fmla="*/ 257 w 60841"/>
                  <a:gd name="connsiteY0" fmla="*/ 70949 h 70829"/>
                  <a:gd name="connsiteX1" fmla="*/ 15024 w 60841"/>
                  <a:gd name="connsiteY1" fmla="*/ 119 h 70829"/>
                  <a:gd name="connsiteX2" fmla="*/ 61099 w 60841"/>
                  <a:gd name="connsiteY2" fmla="*/ 119 h 70829"/>
                  <a:gd name="connsiteX3" fmla="*/ 59380 w 60841"/>
                  <a:gd name="connsiteY3" fmla="*/ 8174 h 70829"/>
                  <a:gd name="connsiteX4" fmla="*/ 22811 w 60841"/>
                  <a:gd name="connsiteY4" fmla="*/ 8174 h 70829"/>
                  <a:gd name="connsiteX5" fmla="*/ 18139 w 60841"/>
                  <a:gd name="connsiteY5" fmla="*/ 30728 h 70829"/>
                  <a:gd name="connsiteX6" fmla="*/ 55406 w 60841"/>
                  <a:gd name="connsiteY6" fmla="*/ 30728 h 70829"/>
                  <a:gd name="connsiteX7" fmla="*/ 53688 w 60841"/>
                  <a:gd name="connsiteY7" fmla="*/ 38836 h 70829"/>
                  <a:gd name="connsiteX8" fmla="*/ 16421 w 60841"/>
                  <a:gd name="connsiteY8" fmla="*/ 38836 h 70829"/>
                  <a:gd name="connsiteX9" fmla="*/ 9708 w 60841"/>
                  <a:gd name="connsiteY9" fmla="*/ 7094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841" h="70829">
                    <a:moveTo>
                      <a:pt x="257" y="70949"/>
                    </a:moveTo>
                    <a:lnTo>
                      <a:pt x="15024" y="119"/>
                    </a:lnTo>
                    <a:lnTo>
                      <a:pt x="61099" y="119"/>
                    </a:lnTo>
                    <a:lnTo>
                      <a:pt x="59380" y="8174"/>
                    </a:lnTo>
                    <a:lnTo>
                      <a:pt x="22811" y="8174"/>
                    </a:lnTo>
                    <a:lnTo>
                      <a:pt x="18139" y="30728"/>
                    </a:lnTo>
                    <a:lnTo>
                      <a:pt x="55406" y="30728"/>
                    </a:lnTo>
                    <a:lnTo>
                      <a:pt x="53688" y="38836"/>
                    </a:lnTo>
                    <a:lnTo>
                      <a:pt x="16421" y="38836"/>
                    </a:lnTo>
                    <a:lnTo>
                      <a:pt x="9708" y="7094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49" name="Freihandform: Form 248">
                <a:extLst>
                  <a:ext uri="{FF2B5EF4-FFF2-40B4-BE49-F238E27FC236}">
                    <a16:creationId xmlns:a16="http://schemas.microsoft.com/office/drawing/2014/main" id="{C2A7B9FC-0D52-6638-3090-AB9449400608}"/>
                  </a:ext>
                </a:extLst>
              </p:cNvPr>
              <p:cNvSpPr/>
              <p:nvPr/>
            </p:nvSpPr>
            <p:spPr>
              <a:xfrm>
                <a:off x="7347814" y="2165833"/>
                <a:ext cx="48436" cy="72386"/>
              </a:xfrm>
              <a:custGeom>
                <a:avLst/>
                <a:gdLst>
                  <a:gd name="connsiteX0" fmla="*/ 15190 w 48436"/>
                  <a:gd name="connsiteY0" fmla="*/ 32339 h 72386"/>
                  <a:gd name="connsiteX1" fmla="*/ 9229 w 48436"/>
                  <a:gd name="connsiteY1" fmla="*/ 26754 h 72386"/>
                  <a:gd name="connsiteX2" fmla="*/ 7243 w 48436"/>
                  <a:gd name="connsiteY2" fmla="*/ 19397 h 72386"/>
                  <a:gd name="connsiteX3" fmla="*/ 11914 w 48436"/>
                  <a:gd name="connsiteY3" fmla="*/ 7530 h 72386"/>
                  <a:gd name="connsiteX4" fmla="*/ 28669 w 48436"/>
                  <a:gd name="connsiteY4" fmla="*/ 119 h 72386"/>
                  <a:gd name="connsiteX5" fmla="*/ 43329 w 48436"/>
                  <a:gd name="connsiteY5" fmla="*/ 5113 h 72386"/>
                  <a:gd name="connsiteX6" fmla="*/ 48698 w 48436"/>
                  <a:gd name="connsiteY6" fmla="*/ 17410 h 72386"/>
                  <a:gd name="connsiteX7" fmla="*/ 45799 w 48436"/>
                  <a:gd name="connsiteY7" fmla="*/ 26700 h 72386"/>
                  <a:gd name="connsiteX8" fmla="*/ 36723 w 48436"/>
                  <a:gd name="connsiteY8" fmla="*/ 33359 h 72386"/>
                  <a:gd name="connsiteX9" fmla="*/ 42845 w 48436"/>
                  <a:gd name="connsiteY9" fmla="*/ 38998 h 72386"/>
                  <a:gd name="connsiteX10" fmla="*/ 45208 w 48436"/>
                  <a:gd name="connsiteY10" fmla="*/ 48127 h 72386"/>
                  <a:gd name="connsiteX11" fmla="*/ 38442 w 48436"/>
                  <a:gd name="connsiteY11" fmla="*/ 65095 h 72386"/>
                  <a:gd name="connsiteX12" fmla="*/ 20506 w 48436"/>
                  <a:gd name="connsiteY12" fmla="*/ 72506 h 72386"/>
                  <a:gd name="connsiteX13" fmla="*/ 5900 w 48436"/>
                  <a:gd name="connsiteY13" fmla="*/ 67029 h 72386"/>
                  <a:gd name="connsiteX14" fmla="*/ 262 w 48436"/>
                  <a:gd name="connsiteY14" fmla="*/ 53228 h 72386"/>
                  <a:gd name="connsiteX15" fmla="*/ 4235 w 48436"/>
                  <a:gd name="connsiteY15" fmla="*/ 39857 h 72386"/>
                  <a:gd name="connsiteX16" fmla="*/ 15190 w 48436"/>
                  <a:gd name="connsiteY16" fmla="*/ 32339 h 72386"/>
                  <a:gd name="connsiteX17" fmla="*/ 15834 w 48436"/>
                  <a:gd name="connsiteY17" fmla="*/ 19827 h 72386"/>
                  <a:gd name="connsiteX18" fmla="*/ 18788 w 48436"/>
                  <a:gd name="connsiteY18" fmla="*/ 27130 h 72386"/>
                  <a:gd name="connsiteX19" fmla="*/ 26843 w 48436"/>
                  <a:gd name="connsiteY19" fmla="*/ 29922 h 72386"/>
                  <a:gd name="connsiteX20" fmla="*/ 36562 w 48436"/>
                  <a:gd name="connsiteY20" fmla="*/ 26271 h 72386"/>
                  <a:gd name="connsiteX21" fmla="*/ 40321 w 48436"/>
                  <a:gd name="connsiteY21" fmla="*/ 17303 h 72386"/>
                  <a:gd name="connsiteX22" fmla="*/ 37368 w 48436"/>
                  <a:gd name="connsiteY22" fmla="*/ 9946 h 72386"/>
                  <a:gd name="connsiteX23" fmla="*/ 29313 w 48436"/>
                  <a:gd name="connsiteY23" fmla="*/ 7154 h 72386"/>
                  <a:gd name="connsiteX24" fmla="*/ 22225 w 48436"/>
                  <a:gd name="connsiteY24" fmla="*/ 8926 h 72386"/>
                  <a:gd name="connsiteX25" fmla="*/ 17445 w 48436"/>
                  <a:gd name="connsiteY25" fmla="*/ 13759 h 72386"/>
                  <a:gd name="connsiteX26" fmla="*/ 15834 w 48436"/>
                  <a:gd name="connsiteY26" fmla="*/ 19827 h 72386"/>
                  <a:gd name="connsiteX27" fmla="*/ 9015 w 48436"/>
                  <a:gd name="connsiteY27" fmla="*/ 53980 h 72386"/>
                  <a:gd name="connsiteX28" fmla="*/ 10464 w 48436"/>
                  <a:gd name="connsiteY28" fmla="*/ 59618 h 72386"/>
                  <a:gd name="connsiteX29" fmla="*/ 14814 w 48436"/>
                  <a:gd name="connsiteY29" fmla="*/ 63914 h 72386"/>
                  <a:gd name="connsiteX30" fmla="*/ 21419 w 48436"/>
                  <a:gd name="connsiteY30" fmla="*/ 65525 h 72386"/>
                  <a:gd name="connsiteX31" fmla="*/ 32911 w 48436"/>
                  <a:gd name="connsiteY31" fmla="*/ 58866 h 72386"/>
                  <a:gd name="connsiteX32" fmla="*/ 36401 w 48436"/>
                  <a:gd name="connsiteY32" fmla="*/ 47589 h 72386"/>
                  <a:gd name="connsiteX33" fmla="*/ 33179 w 48436"/>
                  <a:gd name="connsiteY33" fmla="*/ 39535 h 72386"/>
                  <a:gd name="connsiteX34" fmla="*/ 24748 w 48436"/>
                  <a:gd name="connsiteY34" fmla="*/ 36366 h 72386"/>
                  <a:gd name="connsiteX35" fmla="*/ 13633 w 48436"/>
                  <a:gd name="connsiteY35" fmla="*/ 41253 h 72386"/>
                  <a:gd name="connsiteX36" fmla="*/ 9015 w 48436"/>
                  <a:gd name="connsiteY36" fmla="*/ 53980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190" y="32339"/>
                    </a:moveTo>
                    <a:cubicBezTo>
                      <a:pt x="12559" y="30889"/>
                      <a:pt x="10572" y="29009"/>
                      <a:pt x="9229" y="26754"/>
                    </a:cubicBezTo>
                    <a:cubicBezTo>
                      <a:pt x="7887" y="24445"/>
                      <a:pt x="7243" y="22029"/>
                      <a:pt x="7243" y="19397"/>
                    </a:cubicBezTo>
                    <a:cubicBezTo>
                      <a:pt x="7243" y="15155"/>
                      <a:pt x="8800" y="11181"/>
                      <a:pt x="11914" y="7530"/>
                    </a:cubicBezTo>
                    <a:cubicBezTo>
                      <a:pt x="15995" y="2590"/>
                      <a:pt x="21634" y="119"/>
                      <a:pt x="28669" y="119"/>
                    </a:cubicBezTo>
                    <a:cubicBezTo>
                      <a:pt x="34898" y="119"/>
                      <a:pt x="39784" y="1784"/>
                      <a:pt x="43329" y="5113"/>
                    </a:cubicBezTo>
                    <a:cubicBezTo>
                      <a:pt x="46926" y="8443"/>
                      <a:pt x="48698" y="12524"/>
                      <a:pt x="48698" y="17410"/>
                    </a:cubicBezTo>
                    <a:cubicBezTo>
                      <a:pt x="48698" y="20847"/>
                      <a:pt x="47732" y="23962"/>
                      <a:pt x="45799" y="26700"/>
                    </a:cubicBezTo>
                    <a:cubicBezTo>
                      <a:pt x="43865" y="29493"/>
                      <a:pt x="40858" y="31694"/>
                      <a:pt x="36723" y="33359"/>
                    </a:cubicBezTo>
                    <a:cubicBezTo>
                      <a:pt x="39570" y="35131"/>
                      <a:pt x="41610" y="37011"/>
                      <a:pt x="42845" y="38998"/>
                    </a:cubicBezTo>
                    <a:cubicBezTo>
                      <a:pt x="44402" y="41575"/>
                      <a:pt x="45208" y="44636"/>
                      <a:pt x="45208" y="48127"/>
                    </a:cubicBezTo>
                    <a:cubicBezTo>
                      <a:pt x="45208" y="54463"/>
                      <a:pt x="42953" y="60101"/>
                      <a:pt x="38442" y="65095"/>
                    </a:cubicBezTo>
                    <a:cubicBezTo>
                      <a:pt x="33931" y="70036"/>
                      <a:pt x="27970" y="72506"/>
                      <a:pt x="20506" y="72506"/>
                    </a:cubicBezTo>
                    <a:cubicBezTo>
                      <a:pt x="14546" y="72506"/>
                      <a:pt x="9659" y="70680"/>
                      <a:pt x="5900" y="67029"/>
                    </a:cubicBezTo>
                    <a:cubicBezTo>
                      <a:pt x="2141" y="63323"/>
                      <a:pt x="262" y="58759"/>
                      <a:pt x="262" y="53228"/>
                    </a:cubicBezTo>
                    <a:cubicBezTo>
                      <a:pt x="262" y="48073"/>
                      <a:pt x="1604" y="43616"/>
                      <a:pt x="4235" y="39857"/>
                    </a:cubicBezTo>
                    <a:cubicBezTo>
                      <a:pt x="6920" y="36151"/>
                      <a:pt x="10572" y="33628"/>
                      <a:pt x="15190" y="32339"/>
                    </a:cubicBezTo>
                    <a:moveTo>
                      <a:pt x="15834" y="19827"/>
                    </a:moveTo>
                    <a:cubicBezTo>
                      <a:pt x="15834" y="22834"/>
                      <a:pt x="16855" y="25251"/>
                      <a:pt x="18788" y="27130"/>
                    </a:cubicBezTo>
                    <a:cubicBezTo>
                      <a:pt x="20721" y="28956"/>
                      <a:pt x="23406" y="29922"/>
                      <a:pt x="26843" y="29922"/>
                    </a:cubicBezTo>
                    <a:cubicBezTo>
                      <a:pt x="30817" y="29922"/>
                      <a:pt x="34092" y="28687"/>
                      <a:pt x="36562" y="26271"/>
                    </a:cubicBezTo>
                    <a:cubicBezTo>
                      <a:pt x="39086" y="23801"/>
                      <a:pt x="40321" y="20847"/>
                      <a:pt x="40321" y="17303"/>
                    </a:cubicBezTo>
                    <a:cubicBezTo>
                      <a:pt x="40321" y="14296"/>
                      <a:pt x="39355" y="11826"/>
                      <a:pt x="37368" y="9946"/>
                    </a:cubicBezTo>
                    <a:cubicBezTo>
                      <a:pt x="35435" y="8067"/>
                      <a:pt x="32750" y="7154"/>
                      <a:pt x="29313" y="7154"/>
                    </a:cubicBezTo>
                    <a:cubicBezTo>
                      <a:pt x="26735" y="7154"/>
                      <a:pt x="24373" y="7745"/>
                      <a:pt x="22225" y="8926"/>
                    </a:cubicBezTo>
                    <a:cubicBezTo>
                      <a:pt x="20077" y="10107"/>
                      <a:pt x="18466" y="11718"/>
                      <a:pt x="17445" y="13759"/>
                    </a:cubicBezTo>
                    <a:cubicBezTo>
                      <a:pt x="16371" y="15853"/>
                      <a:pt x="15834" y="17840"/>
                      <a:pt x="15834" y="19827"/>
                    </a:cubicBezTo>
                    <a:moveTo>
                      <a:pt x="9015" y="53980"/>
                    </a:moveTo>
                    <a:cubicBezTo>
                      <a:pt x="9015" y="55913"/>
                      <a:pt x="9498" y="57846"/>
                      <a:pt x="10464" y="59618"/>
                    </a:cubicBezTo>
                    <a:cubicBezTo>
                      <a:pt x="11431" y="61444"/>
                      <a:pt x="12881" y="62840"/>
                      <a:pt x="14814" y="63914"/>
                    </a:cubicBezTo>
                    <a:cubicBezTo>
                      <a:pt x="16747" y="64988"/>
                      <a:pt x="18949" y="65525"/>
                      <a:pt x="21419" y="65525"/>
                    </a:cubicBezTo>
                    <a:cubicBezTo>
                      <a:pt x="26145" y="65525"/>
                      <a:pt x="29957" y="63323"/>
                      <a:pt x="32911" y="58866"/>
                    </a:cubicBezTo>
                    <a:cubicBezTo>
                      <a:pt x="35220" y="55376"/>
                      <a:pt x="36401" y="51617"/>
                      <a:pt x="36401" y="47589"/>
                    </a:cubicBezTo>
                    <a:cubicBezTo>
                      <a:pt x="36401" y="44314"/>
                      <a:pt x="35327" y="41629"/>
                      <a:pt x="33179" y="39535"/>
                    </a:cubicBezTo>
                    <a:cubicBezTo>
                      <a:pt x="31031" y="37440"/>
                      <a:pt x="28239" y="36366"/>
                      <a:pt x="24748" y="36366"/>
                    </a:cubicBezTo>
                    <a:cubicBezTo>
                      <a:pt x="20345" y="36366"/>
                      <a:pt x="16640" y="38031"/>
                      <a:pt x="13633" y="41253"/>
                    </a:cubicBezTo>
                    <a:cubicBezTo>
                      <a:pt x="10572" y="44529"/>
                      <a:pt x="9015" y="48771"/>
                      <a:pt x="9015" y="5398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0" name="Freihandform: Form 249">
                <a:extLst>
                  <a:ext uri="{FF2B5EF4-FFF2-40B4-BE49-F238E27FC236}">
                    <a16:creationId xmlns:a16="http://schemas.microsoft.com/office/drawing/2014/main" id="{0B60B9E6-0EDF-65EE-554B-2731F07A4267}"/>
                  </a:ext>
                </a:extLst>
              </p:cNvPr>
              <p:cNvSpPr/>
              <p:nvPr/>
            </p:nvSpPr>
            <p:spPr>
              <a:xfrm>
                <a:off x="7402857" y="2165833"/>
                <a:ext cx="48436" cy="72386"/>
              </a:xfrm>
              <a:custGeom>
                <a:avLst/>
                <a:gdLst>
                  <a:gd name="connsiteX0" fmla="*/ 15194 w 48436"/>
                  <a:gd name="connsiteY0" fmla="*/ 32339 h 72386"/>
                  <a:gd name="connsiteX1" fmla="*/ 9233 w 48436"/>
                  <a:gd name="connsiteY1" fmla="*/ 26754 h 72386"/>
                  <a:gd name="connsiteX2" fmla="*/ 7247 w 48436"/>
                  <a:gd name="connsiteY2" fmla="*/ 19397 h 72386"/>
                  <a:gd name="connsiteX3" fmla="*/ 11918 w 48436"/>
                  <a:gd name="connsiteY3" fmla="*/ 7530 h 72386"/>
                  <a:gd name="connsiteX4" fmla="*/ 28673 w 48436"/>
                  <a:gd name="connsiteY4" fmla="*/ 119 h 72386"/>
                  <a:gd name="connsiteX5" fmla="*/ 43333 w 48436"/>
                  <a:gd name="connsiteY5" fmla="*/ 5113 h 72386"/>
                  <a:gd name="connsiteX6" fmla="*/ 48702 w 48436"/>
                  <a:gd name="connsiteY6" fmla="*/ 17410 h 72386"/>
                  <a:gd name="connsiteX7" fmla="*/ 45803 w 48436"/>
                  <a:gd name="connsiteY7" fmla="*/ 26700 h 72386"/>
                  <a:gd name="connsiteX8" fmla="*/ 36727 w 48436"/>
                  <a:gd name="connsiteY8" fmla="*/ 33359 h 72386"/>
                  <a:gd name="connsiteX9" fmla="*/ 42849 w 48436"/>
                  <a:gd name="connsiteY9" fmla="*/ 38998 h 72386"/>
                  <a:gd name="connsiteX10" fmla="*/ 45212 w 48436"/>
                  <a:gd name="connsiteY10" fmla="*/ 48127 h 72386"/>
                  <a:gd name="connsiteX11" fmla="*/ 38446 w 48436"/>
                  <a:gd name="connsiteY11" fmla="*/ 65095 h 72386"/>
                  <a:gd name="connsiteX12" fmla="*/ 20510 w 48436"/>
                  <a:gd name="connsiteY12" fmla="*/ 72506 h 72386"/>
                  <a:gd name="connsiteX13" fmla="*/ 5904 w 48436"/>
                  <a:gd name="connsiteY13" fmla="*/ 67029 h 72386"/>
                  <a:gd name="connsiteX14" fmla="*/ 266 w 48436"/>
                  <a:gd name="connsiteY14" fmla="*/ 53228 h 72386"/>
                  <a:gd name="connsiteX15" fmla="*/ 4239 w 48436"/>
                  <a:gd name="connsiteY15" fmla="*/ 39857 h 72386"/>
                  <a:gd name="connsiteX16" fmla="*/ 15194 w 48436"/>
                  <a:gd name="connsiteY16" fmla="*/ 32339 h 72386"/>
                  <a:gd name="connsiteX17" fmla="*/ 15838 w 48436"/>
                  <a:gd name="connsiteY17" fmla="*/ 19827 h 72386"/>
                  <a:gd name="connsiteX18" fmla="*/ 18792 w 48436"/>
                  <a:gd name="connsiteY18" fmla="*/ 27130 h 72386"/>
                  <a:gd name="connsiteX19" fmla="*/ 26847 w 48436"/>
                  <a:gd name="connsiteY19" fmla="*/ 29922 h 72386"/>
                  <a:gd name="connsiteX20" fmla="*/ 36566 w 48436"/>
                  <a:gd name="connsiteY20" fmla="*/ 26271 h 72386"/>
                  <a:gd name="connsiteX21" fmla="*/ 40325 w 48436"/>
                  <a:gd name="connsiteY21" fmla="*/ 17303 h 72386"/>
                  <a:gd name="connsiteX22" fmla="*/ 37372 w 48436"/>
                  <a:gd name="connsiteY22" fmla="*/ 9946 h 72386"/>
                  <a:gd name="connsiteX23" fmla="*/ 29317 w 48436"/>
                  <a:gd name="connsiteY23" fmla="*/ 7154 h 72386"/>
                  <a:gd name="connsiteX24" fmla="*/ 22229 w 48436"/>
                  <a:gd name="connsiteY24" fmla="*/ 8926 h 72386"/>
                  <a:gd name="connsiteX25" fmla="*/ 17449 w 48436"/>
                  <a:gd name="connsiteY25" fmla="*/ 13759 h 72386"/>
                  <a:gd name="connsiteX26" fmla="*/ 15838 w 48436"/>
                  <a:gd name="connsiteY26" fmla="*/ 19827 h 72386"/>
                  <a:gd name="connsiteX27" fmla="*/ 9019 w 48436"/>
                  <a:gd name="connsiteY27" fmla="*/ 53980 h 72386"/>
                  <a:gd name="connsiteX28" fmla="*/ 10468 w 48436"/>
                  <a:gd name="connsiteY28" fmla="*/ 59618 h 72386"/>
                  <a:gd name="connsiteX29" fmla="*/ 14818 w 48436"/>
                  <a:gd name="connsiteY29" fmla="*/ 63914 h 72386"/>
                  <a:gd name="connsiteX30" fmla="*/ 21423 w 48436"/>
                  <a:gd name="connsiteY30" fmla="*/ 65525 h 72386"/>
                  <a:gd name="connsiteX31" fmla="*/ 32915 w 48436"/>
                  <a:gd name="connsiteY31" fmla="*/ 58866 h 72386"/>
                  <a:gd name="connsiteX32" fmla="*/ 36405 w 48436"/>
                  <a:gd name="connsiteY32" fmla="*/ 47589 h 72386"/>
                  <a:gd name="connsiteX33" fmla="*/ 33183 w 48436"/>
                  <a:gd name="connsiteY33" fmla="*/ 39535 h 72386"/>
                  <a:gd name="connsiteX34" fmla="*/ 24752 w 48436"/>
                  <a:gd name="connsiteY34" fmla="*/ 36366 h 72386"/>
                  <a:gd name="connsiteX35" fmla="*/ 13637 w 48436"/>
                  <a:gd name="connsiteY35" fmla="*/ 41253 h 72386"/>
                  <a:gd name="connsiteX36" fmla="*/ 9019 w 48436"/>
                  <a:gd name="connsiteY36" fmla="*/ 53980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194" y="32339"/>
                    </a:moveTo>
                    <a:cubicBezTo>
                      <a:pt x="12563" y="30889"/>
                      <a:pt x="10576" y="29009"/>
                      <a:pt x="9233" y="26754"/>
                    </a:cubicBezTo>
                    <a:cubicBezTo>
                      <a:pt x="7891" y="24445"/>
                      <a:pt x="7247" y="22029"/>
                      <a:pt x="7247" y="19397"/>
                    </a:cubicBezTo>
                    <a:cubicBezTo>
                      <a:pt x="7247" y="15155"/>
                      <a:pt x="8804" y="11181"/>
                      <a:pt x="11918" y="7530"/>
                    </a:cubicBezTo>
                    <a:cubicBezTo>
                      <a:pt x="15999" y="2590"/>
                      <a:pt x="21638" y="119"/>
                      <a:pt x="28673" y="119"/>
                    </a:cubicBezTo>
                    <a:cubicBezTo>
                      <a:pt x="34902" y="119"/>
                      <a:pt x="39788" y="1784"/>
                      <a:pt x="43333" y="5113"/>
                    </a:cubicBezTo>
                    <a:cubicBezTo>
                      <a:pt x="46930" y="8443"/>
                      <a:pt x="48702" y="12524"/>
                      <a:pt x="48702" y="17410"/>
                    </a:cubicBezTo>
                    <a:cubicBezTo>
                      <a:pt x="48702" y="20847"/>
                      <a:pt x="47736" y="23962"/>
                      <a:pt x="45803" y="26700"/>
                    </a:cubicBezTo>
                    <a:cubicBezTo>
                      <a:pt x="43869" y="29493"/>
                      <a:pt x="40862" y="31694"/>
                      <a:pt x="36727" y="33359"/>
                    </a:cubicBezTo>
                    <a:cubicBezTo>
                      <a:pt x="39574" y="35131"/>
                      <a:pt x="41614" y="37011"/>
                      <a:pt x="42849" y="38998"/>
                    </a:cubicBezTo>
                    <a:cubicBezTo>
                      <a:pt x="44406" y="41575"/>
                      <a:pt x="45212" y="44636"/>
                      <a:pt x="45212" y="48127"/>
                    </a:cubicBezTo>
                    <a:cubicBezTo>
                      <a:pt x="45212" y="54463"/>
                      <a:pt x="42957" y="60101"/>
                      <a:pt x="38446" y="65095"/>
                    </a:cubicBezTo>
                    <a:cubicBezTo>
                      <a:pt x="33935" y="70036"/>
                      <a:pt x="27974" y="72506"/>
                      <a:pt x="20510" y="72506"/>
                    </a:cubicBezTo>
                    <a:cubicBezTo>
                      <a:pt x="14550" y="72506"/>
                      <a:pt x="9663" y="70680"/>
                      <a:pt x="5904" y="67029"/>
                    </a:cubicBezTo>
                    <a:cubicBezTo>
                      <a:pt x="2145" y="63323"/>
                      <a:pt x="266" y="58759"/>
                      <a:pt x="266" y="53228"/>
                    </a:cubicBezTo>
                    <a:cubicBezTo>
                      <a:pt x="266" y="48073"/>
                      <a:pt x="1608" y="43616"/>
                      <a:pt x="4239" y="39857"/>
                    </a:cubicBezTo>
                    <a:cubicBezTo>
                      <a:pt x="6924" y="36151"/>
                      <a:pt x="10576" y="33628"/>
                      <a:pt x="15194" y="32339"/>
                    </a:cubicBezTo>
                    <a:moveTo>
                      <a:pt x="15838" y="19827"/>
                    </a:moveTo>
                    <a:cubicBezTo>
                      <a:pt x="15838" y="22834"/>
                      <a:pt x="16859" y="25251"/>
                      <a:pt x="18792" y="27130"/>
                    </a:cubicBezTo>
                    <a:cubicBezTo>
                      <a:pt x="20725" y="28956"/>
                      <a:pt x="23410" y="29922"/>
                      <a:pt x="26847" y="29922"/>
                    </a:cubicBezTo>
                    <a:cubicBezTo>
                      <a:pt x="30821" y="29922"/>
                      <a:pt x="34096" y="28687"/>
                      <a:pt x="36566" y="26271"/>
                    </a:cubicBezTo>
                    <a:cubicBezTo>
                      <a:pt x="39090" y="23801"/>
                      <a:pt x="40325" y="20847"/>
                      <a:pt x="40325" y="17303"/>
                    </a:cubicBezTo>
                    <a:cubicBezTo>
                      <a:pt x="40325" y="14296"/>
                      <a:pt x="39359" y="11826"/>
                      <a:pt x="37372" y="9946"/>
                    </a:cubicBezTo>
                    <a:cubicBezTo>
                      <a:pt x="35439" y="8067"/>
                      <a:pt x="32754" y="7154"/>
                      <a:pt x="29317" y="7154"/>
                    </a:cubicBezTo>
                    <a:cubicBezTo>
                      <a:pt x="26739" y="7154"/>
                      <a:pt x="24377" y="7745"/>
                      <a:pt x="22229" y="8926"/>
                    </a:cubicBezTo>
                    <a:cubicBezTo>
                      <a:pt x="20081" y="10107"/>
                      <a:pt x="18470" y="11718"/>
                      <a:pt x="17449" y="13759"/>
                    </a:cubicBezTo>
                    <a:cubicBezTo>
                      <a:pt x="16375" y="15853"/>
                      <a:pt x="15838" y="17840"/>
                      <a:pt x="15838" y="19827"/>
                    </a:cubicBezTo>
                    <a:moveTo>
                      <a:pt x="9019" y="53980"/>
                    </a:moveTo>
                    <a:cubicBezTo>
                      <a:pt x="9019" y="55913"/>
                      <a:pt x="9502" y="57846"/>
                      <a:pt x="10468" y="59618"/>
                    </a:cubicBezTo>
                    <a:cubicBezTo>
                      <a:pt x="11435" y="61444"/>
                      <a:pt x="12885" y="62840"/>
                      <a:pt x="14818" y="63914"/>
                    </a:cubicBezTo>
                    <a:cubicBezTo>
                      <a:pt x="16751" y="64988"/>
                      <a:pt x="18953" y="65525"/>
                      <a:pt x="21423" y="65525"/>
                    </a:cubicBezTo>
                    <a:cubicBezTo>
                      <a:pt x="26149" y="65525"/>
                      <a:pt x="29961" y="63323"/>
                      <a:pt x="32915" y="58866"/>
                    </a:cubicBezTo>
                    <a:cubicBezTo>
                      <a:pt x="35224" y="55376"/>
                      <a:pt x="36405" y="51617"/>
                      <a:pt x="36405" y="47589"/>
                    </a:cubicBezTo>
                    <a:cubicBezTo>
                      <a:pt x="36405" y="44314"/>
                      <a:pt x="35331" y="41629"/>
                      <a:pt x="33183" y="39535"/>
                    </a:cubicBezTo>
                    <a:cubicBezTo>
                      <a:pt x="31035" y="37440"/>
                      <a:pt x="28243" y="36366"/>
                      <a:pt x="24752" y="36366"/>
                    </a:cubicBezTo>
                    <a:cubicBezTo>
                      <a:pt x="20349" y="36366"/>
                      <a:pt x="16644" y="38031"/>
                      <a:pt x="13637" y="41253"/>
                    </a:cubicBezTo>
                    <a:cubicBezTo>
                      <a:pt x="10576" y="44529"/>
                      <a:pt x="9019" y="48771"/>
                      <a:pt x="9019" y="5398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1" name="Freihandform: Form 250">
                <a:extLst>
                  <a:ext uri="{FF2B5EF4-FFF2-40B4-BE49-F238E27FC236}">
                    <a16:creationId xmlns:a16="http://schemas.microsoft.com/office/drawing/2014/main" id="{08D41C06-9213-43F4-5B65-806C59AE1277}"/>
                  </a:ext>
                </a:extLst>
              </p:cNvPr>
              <p:cNvSpPr/>
              <p:nvPr/>
            </p:nvSpPr>
            <p:spPr>
              <a:xfrm>
                <a:off x="7462479" y="2167122"/>
                <a:ext cx="46933" cy="69862"/>
              </a:xfrm>
              <a:custGeom>
                <a:avLst/>
                <a:gdLst>
                  <a:gd name="connsiteX0" fmla="*/ 2632 w 46933"/>
                  <a:gd name="connsiteY0" fmla="*/ 69982 h 69862"/>
                  <a:gd name="connsiteX1" fmla="*/ 7573 w 46933"/>
                  <a:gd name="connsiteY1" fmla="*/ 52798 h 69862"/>
                  <a:gd name="connsiteX2" fmla="*/ 19387 w 46933"/>
                  <a:gd name="connsiteY2" fmla="*/ 28687 h 69862"/>
                  <a:gd name="connsiteX3" fmla="*/ 35604 w 46933"/>
                  <a:gd name="connsiteY3" fmla="*/ 8120 h 69862"/>
                  <a:gd name="connsiteX4" fmla="*/ 270 w 46933"/>
                  <a:gd name="connsiteY4" fmla="*/ 8120 h 69862"/>
                  <a:gd name="connsiteX5" fmla="*/ 1988 w 46933"/>
                  <a:gd name="connsiteY5" fmla="*/ 119 h 69862"/>
                  <a:gd name="connsiteX6" fmla="*/ 47203 w 46933"/>
                  <a:gd name="connsiteY6" fmla="*/ 119 h 69862"/>
                  <a:gd name="connsiteX7" fmla="*/ 45538 w 46933"/>
                  <a:gd name="connsiteY7" fmla="*/ 8120 h 69862"/>
                  <a:gd name="connsiteX8" fmla="*/ 25455 w 46933"/>
                  <a:gd name="connsiteY8" fmla="*/ 34165 h 69862"/>
                  <a:gd name="connsiteX9" fmla="*/ 11761 w 46933"/>
                  <a:gd name="connsiteY9" fmla="*/ 69982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32" y="69982"/>
                    </a:moveTo>
                    <a:cubicBezTo>
                      <a:pt x="3438" y="65203"/>
                      <a:pt x="5049" y="59457"/>
                      <a:pt x="7573" y="52798"/>
                    </a:cubicBezTo>
                    <a:cubicBezTo>
                      <a:pt x="10580" y="44690"/>
                      <a:pt x="14500" y="36635"/>
                      <a:pt x="19387" y="28687"/>
                    </a:cubicBezTo>
                    <a:cubicBezTo>
                      <a:pt x="24219" y="20686"/>
                      <a:pt x="29643" y="13866"/>
                      <a:pt x="35604" y="8120"/>
                    </a:cubicBezTo>
                    <a:lnTo>
                      <a:pt x="270" y="8120"/>
                    </a:lnTo>
                    <a:lnTo>
                      <a:pt x="1988" y="119"/>
                    </a:lnTo>
                    <a:lnTo>
                      <a:pt x="47203" y="119"/>
                    </a:lnTo>
                    <a:lnTo>
                      <a:pt x="45538" y="8120"/>
                    </a:lnTo>
                    <a:cubicBezTo>
                      <a:pt x="37913" y="14833"/>
                      <a:pt x="31200" y="23532"/>
                      <a:pt x="25455" y="34165"/>
                    </a:cubicBezTo>
                    <a:cubicBezTo>
                      <a:pt x="18796" y="46462"/>
                      <a:pt x="14231" y="58383"/>
                      <a:pt x="11761" y="6998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2" name="Freihandform: Form 251">
                <a:extLst>
                  <a:ext uri="{FF2B5EF4-FFF2-40B4-BE49-F238E27FC236}">
                    <a16:creationId xmlns:a16="http://schemas.microsoft.com/office/drawing/2014/main" id="{B041171A-FC70-1037-C685-038D4DD0CAB8}"/>
                  </a:ext>
                </a:extLst>
              </p:cNvPr>
              <p:cNvSpPr/>
              <p:nvPr/>
            </p:nvSpPr>
            <p:spPr>
              <a:xfrm>
                <a:off x="7512957" y="2165833"/>
                <a:ext cx="48436" cy="72386"/>
              </a:xfrm>
              <a:custGeom>
                <a:avLst/>
                <a:gdLst>
                  <a:gd name="connsiteX0" fmla="*/ 15202 w 48436"/>
                  <a:gd name="connsiteY0" fmla="*/ 32339 h 72386"/>
                  <a:gd name="connsiteX1" fmla="*/ 9241 w 48436"/>
                  <a:gd name="connsiteY1" fmla="*/ 26754 h 72386"/>
                  <a:gd name="connsiteX2" fmla="*/ 7255 w 48436"/>
                  <a:gd name="connsiteY2" fmla="*/ 19397 h 72386"/>
                  <a:gd name="connsiteX3" fmla="*/ 11926 w 48436"/>
                  <a:gd name="connsiteY3" fmla="*/ 7530 h 72386"/>
                  <a:gd name="connsiteX4" fmla="*/ 28681 w 48436"/>
                  <a:gd name="connsiteY4" fmla="*/ 119 h 72386"/>
                  <a:gd name="connsiteX5" fmla="*/ 43341 w 48436"/>
                  <a:gd name="connsiteY5" fmla="*/ 5113 h 72386"/>
                  <a:gd name="connsiteX6" fmla="*/ 48710 w 48436"/>
                  <a:gd name="connsiteY6" fmla="*/ 17410 h 72386"/>
                  <a:gd name="connsiteX7" fmla="*/ 45811 w 48436"/>
                  <a:gd name="connsiteY7" fmla="*/ 26700 h 72386"/>
                  <a:gd name="connsiteX8" fmla="*/ 36736 w 48436"/>
                  <a:gd name="connsiteY8" fmla="*/ 33359 h 72386"/>
                  <a:gd name="connsiteX9" fmla="*/ 42857 w 48436"/>
                  <a:gd name="connsiteY9" fmla="*/ 38998 h 72386"/>
                  <a:gd name="connsiteX10" fmla="*/ 45220 w 48436"/>
                  <a:gd name="connsiteY10" fmla="*/ 48127 h 72386"/>
                  <a:gd name="connsiteX11" fmla="*/ 38454 w 48436"/>
                  <a:gd name="connsiteY11" fmla="*/ 65095 h 72386"/>
                  <a:gd name="connsiteX12" fmla="*/ 20518 w 48436"/>
                  <a:gd name="connsiteY12" fmla="*/ 72506 h 72386"/>
                  <a:gd name="connsiteX13" fmla="*/ 5912 w 48436"/>
                  <a:gd name="connsiteY13" fmla="*/ 67029 h 72386"/>
                  <a:gd name="connsiteX14" fmla="*/ 274 w 48436"/>
                  <a:gd name="connsiteY14" fmla="*/ 53228 h 72386"/>
                  <a:gd name="connsiteX15" fmla="*/ 4247 w 48436"/>
                  <a:gd name="connsiteY15" fmla="*/ 39857 h 72386"/>
                  <a:gd name="connsiteX16" fmla="*/ 15202 w 48436"/>
                  <a:gd name="connsiteY16" fmla="*/ 32339 h 72386"/>
                  <a:gd name="connsiteX17" fmla="*/ 15847 w 48436"/>
                  <a:gd name="connsiteY17" fmla="*/ 19827 h 72386"/>
                  <a:gd name="connsiteX18" fmla="*/ 18800 w 48436"/>
                  <a:gd name="connsiteY18" fmla="*/ 27130 h 72386"/>
                  <a:gd name="connsiteX19" fmla="*/ 26855 w 48436"/>
                  <a:gd name="connsiteY19" fmla="*/ 29922 h 72386"/>
                  <a:gd name="connsiteX20" fmla="*/ 36574 w 48436"/>
                  <a:gd name="connsiteY20" fmla="*/ 26271 h 72386"/>
                  <a:gd name="connsiteX21" fmla="*/ 40333 w 48436"/>
                  <a:gd name="connsiteY21" fmla="*/ 17303 h 72386"/>
                  <a:gd name="connsiteX22" fmla="*/ 37380 w 48436"/>
                  <a:gd name="connsiteY22" fmla="*/ 9946 h 72386"/>
                  <a:gd name="connsiteX23" fmla="*/ 29325 w 48436"/>
                  <a:gd name="connsiteY23" fmla="*/ 7154 h 72386"/>
                  <a:gd name="connsiteX24" fmla="*/ 22237 w 48436"/>
                  <a:gd name="connsiteY24" fmla="*/ 8926 h 72386"/>
                  <a:gd name="connsiteX25" fmla="*/ 17457 w 48436"/>
                  <a:gd name="connsiteY25" fmla="*/ 13759 h 72386"/>
                  <a:gd name="connsiteX26" fmla="*/ 15847 w 48436"/>
                  <a:gd name="connsiteY26" fmla="*/ 19827 h 72386"/>
                  <a:gd name="connsiteX27" fmla="*/ 9027 w 48436"/>
                  <a:gd name="connsiteY27" fmla="*/ 53980 h 72386"/>
                  <a:gd name="connsiteX28" fmla="*/ 10477 w 48436"/>
                  <a:gd name="connsiteY28" fmla="*/ 59618 h 72386"/>
                  <a:gd name="connsiteX29" fmla="*/ 14826 w 48436"/>
                  <a:gd name="connsiteY29" fmla="*/ 63914 h 72386"/>
                  <a:gd name="connsiteX30" fmla="*/ 21431 w 48436"/>
                  <a:gd name="connsiteY30" fmla="*/ 65525 h 72386"/>
                  <a:gd name="connsiteX31" fmla="*/ 32923 w 48436"/>
                  <a:gd name="connsiteY31" fmla="*/ 58866 h 72386"/>
                  <a:gd name="connsiteX32" fmla="*/ 36413 w 48436"/>
                  <a:gd name="connsiteY32" fmla="*/ 47589 h 72386"/>
                  <a:gd name="connsiteX33" fmla="*/ 33191 w 48436"/>
                  <a:gd name="connsiteY33" fmla="*/ 39535 h 72386"/>
                  <a:gd name="connsiteX34" fmla="*/ 24760 w 48436"/>
                  <a:gd name="connsiteY34" fmla="*/ 36366 h 72386"/>
                  <a:gd name="connsiteX35" fmla="*/ 13645 w 48436"/>
                  <a:gd name="connsiteY35" fmla="*/ 41253 h 72386"/>
                  <a:gd name="connsiteX36" fmla="*/ 9027 w 48436"/>
                  <a:gd name="connsiteY36" fmla="*/ 53980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02" y="32339"/>
                    </a:moveTo>
                    <a:cubicBezTo>
                      <a:pt x="12571" y="30889"/>
                      <a:pt x="10584" y="29009"/>
                      <a:pt x="9241" y="26754"/>
                    </a:cubicBezTo>
                    <a:cubicBezTo>
                      <a:pt x="7899" y="24445"/>
                      <a:pt x="7255" y="22029"/>
                      <a:pt x="7255" y="19397"/>
                    </a:cubicBezTo>
                    <a:cubicBezTo>
                      <a:pt x="7255" y="15155"/>
                      <a:pt x="8812" y="11181"/>
                      <a:pt x="11926" y="7530"/>
                    </a:cubicBezTo>
                    <a:cubicBezTo>
                      <a:pt x="16007" y="2590"/>
                      <a:pt x="21646" y="119"/>
                      <a:pt x="28681" y="119"/>
                    </a:cubicBezTo>
                    <a:cubicBezTo>
                      <a:pt x="34910" y="119"/>
                      <a:pt x="39796" y="1784"/>
                      <a:pt x="43341" y="5113"/>
                    </a:cubicBezTo>
                    <a:cubicBezTo>
                      <a:pt x="46938" y="8443"/>
                      <a:pt x="48710" y="12524"/>
                      <a:pt x="48710" y="17410"/>
                    </a:cubicBezTo>
                    <a:cubicBezTo>
                      <a:pt x="48710" y="20847"/>
                      <a:pt x="47744" y="23962"/>
                      <a:pt x="45811" y="26700"/>
                    </a:cubicBezTo>
                    <a:cubicBezTo>
                      <a:pt x="43877" y="29493"/>
                      <a:pt x="40870" y="31694"/>
                      <a:pt x="36736" y="33359"/>
                    </a:cubicBezTo>
                    <a:cubicBezTo>
                      <a:pt x="39582" y="35131"/>
                      <a:pt x="41622" y="37011"/>
                      <a:pt x="42857" y="38998"/>
                    </a:cubicBezTo>
                    <a:cubicBezTo>
                      <a:pt x="44414" y="41575"/>
                      <a:pt x="45220" y="44636"/>
                      <a:pt x="45220" y="48127"/>
                    </a:cubicBezTo>
                    <a:cubicBezTo>
                      <a:pt x="45220" y="54463"/>
                      <a:pt x="42965" y="60101"/>
                      <a:pt x="38454" y="65095"/>
                    </a:cubicBezTo>
                    <a:cubicBezTo>
                      <a:pt x="33943" y="70036"/>
                      <a:pt x="27983" y="72506"/>
                      <a:pt x="20518" y="72506"/>
                    </a:cubicBezTo>
                    <a:cubicBezTo>
                      <a:pt x="14558" y="72506"/>
                      <a:pt x="9671" y="70680"/>
                      <a:pt x="5912" y="67029"/>
                    </a:cubicBezTo>
                    <a:cubicBezTo>
                      <a:pt x="2153" y="63323"/>
                      <a:pt x="274" y="58759"/>
                      <a:pt x="274" y="53228"/>
                    </a:cubicBezTo>
                    <a:cubicBezTo>
                      <a:pt x="274" y="48073"/>
                      <a:pt x="1616" y="43616"/>
                      <a:pt x="4247" y="39857"/>
                    </a:cubicBezTo>
                    <a:cubicBezTo>
                      <a:pt x="6932" y="36151"/>
                      <a:pt x="10584" y="33628"/>
                      <a:pt x="15202" y="32339"/>
                    </a:cubicBezTo>
                    <a:moveTo>
                      <a:pt x="15847" y="19827"/>
                    </a:moveTo>
                    <a:cubicBezTo>
                      <a:pt x="15847" y="22834"/>
                      <a:pt x="16867" y="25251"/>
                      <a:pt x="18800" y="27130"/>
                    </a:cubicBezTo>
                    <a:cubicBezTo>
                      <a:pt x="20733" y="28956"/>
                      <a:pt x="23418" y="29922"/>
                      <a:pt x="26855" y="29922"/>
                    </a:cubicBezTo>
                    <a:cubicBezTo>
                      <a:pt x="30829" y="29922"/>
                      <a:pt x="34104" y="28687"/>
                      <a:pt x="36574" y="26271"/>
                    </a:cubicBezTo>
                    <a:cubicBezTo>
                      <a:pt x="39098" y="23801"/>
                      <a:pt x="40333" y="20847"/>
                      <a:pt x="40333" y="17303"/>
                    </a:cubicBezTo>
                    <a:cubicBezTo>
                      <a:pt x="40333" y="14296"/>
                      <a:pt x="39367" y="11826"/>
                      <a:pt x="37380" y="9946"/>
                    </a:cubicBezTo>
                    <a:cubicBezTo>
                      <a:pt x="35447" y="8067"/>
                      <a:pt x="32762" y="7154"/>
                      <a:pt x="29325" y="7154"/>
                    </a:cubicBezTo>
                    <a:cubicBezTo>
                      <a:pt x="26747" y="7154"/>
                      <a:pt x="24385" y="7745"/>
                      <a:pt x="22237" y="8926"/>
                    </a:cubicBezTo>
                    <a:cubicBezTo>
                      <a:pt x="20089" y="10107"/>
                      <a:pt x="18478" y="11718"/>
                      <a:pt x="17457" y="13759"/>
                    </a:cubicBezTo>
                    <a:cubicBezTo>
                      <a:pt x="16383" y="15853"/>
                      <a:pt x="15847" y="17840"/>
                      <a:pt x="15847" y="19827"/>
                    </a:cubicBezTo>
                    <a:moveTo>
                      <a:pt x="9027" y="53980"/>
                    </a:moveTo>
                    <a:cubicBezTo>
                      <a:pt x="9027" y="55913"/>
                      <a:pt x="9510" y="57846"/>
                      <a:pt x="10477" y="59618"/>
                    </a:cubicBezTo>
                    <a:cubicBezTo>
                      <a:pt x="11443" y="61444"/>
                      <a:pt x="12893" y="62840"/>
                      <a:pt x="14826" y="63914"/>
                    </a:cubicBezTo>
                    <a:cubicBezTo>
                      <a:pt x="16759" y="64988"/>
                      <a:pt x="18961" y="65525"/>
                      <a:pt x="21431" y="65525"/>
                    </a:cubicBezTo>
                    <a:cubicBezTo>
                      <a:pt x="26157" y="65525"/>
                      <a:pt x="29969" y="63323"/>
                      <a:pt x="32923" y="58866"/>
                    </a:cubicBezTo>
                    <a:cubicBezTo>
                      <a:pt x="35232" y="55376"/>
                      <a:pt x="36413" y="51617"/>
                      <a:pt x="36413" y="47589"/>
                    </a:cubicBezTo>
                    <a:cubicBezTo>
                      <a:pt x="36413" y="44314"/>
                      <a:pt x="35339" y="41629"/>
                      <a:pt x="33191" y="39535"/>
                    </a:cubicBezTo>
                    <a:cubicBezTo>
                      <a:pt x="31043" y="37440"/>
                      <a:pt x="28251" y="36366"/>
                      <a:pt x="24760" y="36366"/>
                    </a:cubicBezTo>
                    <a:cubicBezTo>
                      <a:pt x="20357" y="36366"/>
                      <a:pt x="16652" y="38031"/>
                      <a:pt x="13645" y="41253"/>
                    </a:cubicBezTo>
                    <a:cubicBezTo>
                      <a:pt x="10584" y="44529"/>
                      <a:pt x="9027" y="48771"/>
                      <a:pt x="9027" y="5398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3" name="Freihandform: Form 252">
                <a:extLst>
                  <a:ext uri="{FF2B5EF4-FFF2-40B4-BE49-F238E27FC236}">
                    <a16:creationId xmlns:a16="http://schemas.microsoft.com/office/drawing/2014/main" id="{F31D13FE-8757-75CE-DC99-C8F94357D17D}"/>
                  </a:ext>
                </a:extLst>
              </p:cNvPr>
              <p:cNvSpPr/>
              <p:nvPr/>
            </p:nvSpPr>
            <p:spPr>
              <a:xfrm>
                <a:off x="7572565" y="2167122"/>
                <a:ext cx="46933" cy="69862"/>
              </a:xfrm>
              <a:custGeom>
                <a:avLst/>
                <a:gdLst>
                  <a:gd name="connsiteX0" fmla="*/ 2640 w 46933"/>
                  <a:gd name="connsiteY0" fmla="*/ 69982 h 69862"/>
                  <a:gd name="connsiteX1" fmla="*/ 7581 w 46933"/>
                  <a:gd name="connsiteY1" fmla="*/ 52798 h 69862"/>
                  <a:gd name="connsiteX2" fmla="*/ 19395 w 46933"/>
                  <a:gd name="connsiteY2" fmla="*/ 28687 h 69862"/>
                  <a:gd name="connsiteX3" fmla="*/ 35612 w 46933"/>
                  <a:gd name="connsiteY3" fmla="*/ 8120 h 69862"/>
                  <a:gd name="connsiteX4" fmla="*/ 278 w 46933"/>
                  <a:gd name="connsiteY4" fmla="*/ 8120 h 69862"/>
                  <a:gd name="connsiteX5" fmla="*/ 1996 w 46933"/>
                  <a:gd name="connsiteY5" fmla="*/ 119 h 69862"/>
                  <a:gd name="connsiteX6" fmla="*/ 47211 w 46933"/>
                  <a:gd name="connsiteY6" fmla="*/ 119 h 69862"/>
                  <a:gd name="connsiteX7" fmla="*/ 45546 w 46933"/>
                  <a:gd name="connsiteY7" fmla="*/ 8120 h 69862"/>
                  <a:gd name="connsiteX8" fmla="*/ 25463 w 46933"/>
                  <a:gd name="connsiteY8" fmla="*/ 34165 h 69862"/>
                  <a:gd name="connsiteX9" fmla="*/ 11769 w 46933"/>
                  <a:gd name="connsiteY9" fmla="*/ 69982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40" y="69982"/>
                    </a:moveTo>
                    <a:cubicBezTo>
                      <a:pt x="3446" y="65203"/>
                      <a:pt x="5057" y="59457"/>
                      <a:pt x="7581" y="52798"/>
                    </a:cubicBezTo>
                    <a:cubicBezTo>
                      <a:pt x="10588" y="44690"/>
                      <a:pt x="14508" y="36635"/>
                      <a:pt x="19395" y="28687"/>
                    </a:cubicBezTo>
                    <a:cubicBezTo>
                      <a:pt x="24227" y="20686"/>
                      <a:pt x="29651" y="13866"/>
                      <a:pt x="35612" y="8120"/>
                    </a:cubicBezTo>
                    <a:lnTo>
                      <a:pt x="278" y="8120"/>
                    </a:lnTo>
                    <a:lnTo>
                      <a:pt x="1996" y="119"/>
                    </a:lnTo>
                    <a:lnTo>
                      <a:pt x="47211" y="119"/>
                    </a:lnTo>
                    <a:lnTo>
                      <a:pt x="45546" y="8120"/>
                    </a:lnTo>
                    <a:cubicBezTo>
                      <a:pt x="37921" y="14833"/>
                      <a:pt x="31208" y="23532"/>
                      <a:pt x="25463" y="34165"/>
                    </a:cubicBezTo>
                    <a:cubicBezTo>
                      <a:pt x="18804" y="46462"/>
                      <a:pt x="14239" y="58383"/>
                      <a:pt x="11769" y="6998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4" name="Freihandform: Form 253">
                <a:extLst>
                  <a:ext uri="{FF2B5EF4-FFF2-40B4-BE49-F238E27FC236}">
                    <a16:creationId xmlns:a16="http://schemas.microsoft.com/office/drawing/2014/main" id="{BF40C15D-8CB5-EF74-D55C-E12A5832A874}"/>
                  </a:ext>
                </a:extLst>
              </p:cNvPr>
              <p:cNvSpPr/>
              <p:nvPr/>
            </p:nvSpPr>
            <p:spPr>
              <a:xfrm>
                <a:off x="7621339" y="2227104"/>
                <a:ext cx="11974" cy="9880"/>
              </a:xfrm>
              <a:custGeom>
                <a:avLst/>
                <a:gdLst>
                  <a:gd name="connsiteX0" fmla="*/ 282 w 11974"/>
                  <a:gd name="connsiteY0" fmla="*/ 10000 h 9880"/>
                  <a:gd name="connsiteX1" fmla="*/ 2376 w 11974"/>
                  <a:gd name="connsiteY1" fmla="*/ 119 h 9880"/>
                  <a:gd name="connsiteX2" fmla="*/ 12257 w 11974"/>
                  <a:gd name="connsiteY2" fmla="*/ 119 h 9880"/>
                  <a:gd name="connsiteX3" fmla="*/ 10162 w 11974"/>
                  <a:gd name="connsiteY3" fmla="*/ 10000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282" y="10000"/>
                    </a:moveTo>
                    <a:lnTo>
                      <a:pt x="2376" y="119"/>
                    </a:lnTo>
                    <a:lnTo>
                      <a:pt x="12257" y="119"/>
                    </a:lnTo>
                    <a:lnTo>
                      <a:pt x="10162" y="1000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5" name="Freihandform: Form 254">
                <a:extLst>
                  <a:ext uri="{FF2B5EF4-FFF2-40B4-BE49-F238E27FC236}">
                    <a16:creationId xmlns:a16="http://schemas.microsoft.com/office/drawing/2014/main" id="{BA0C4CE7-0683-12FD-8BFD-4BD911DFDE91}"/>
                  </a:ext>
                </a:extLst>
              </p:cNvPr>
              <p:cNvSpPr/>
              <p:nvPr/>
            </p:nvSpPr>
            <p:spPr>
              <a:xfrm>
                <a:off x="7657801" y="2165833"/>
                <a:ext cx="32810" cy="71151"/>
              </a:xfrm>
              <a:custGeom>
                <a:avLst/>
                <a:gdLst>
                  <a:gd name="connsiteX0" fmla="*/ 9466 w 32810"/>
                  <a:gd name="connsiteY0" fmla="*/ 71271 h 71151"/>
                  <a:gd name="connsiteX1" fmla="*/ 20636 w 32810"/>
                  <a:gd name="connsiteY1" fmla="*/ 17786 h 71151"/>
                  <a:gd name="connsiteX2" fmla="*/ 284 w 32810"/>
                  <a:gd name="connsiteY2" fmla="*/ 26915 h 71151"/>
                  <a:gd name="connsiteX3" fmla="*/ 1895 w 32810"/>
                  <a:gd name="connsiteY3" fmla="*/ 18968 h 71151"/>
                  <a:gd name="connsiteX4" fmla="*/ 14782 w 32810"/>
                  <a:gd name="connsiteY4" fmla="*/ 12148 h 71151"/>
                  <a:gd name="connsiteX5" fmla="*/ 24341 w 32810"/>
                  <a:gd name="connsiteY5" fmla="*/ 4845 h 71151"/>
                  <a:gd name="connsiteX6" fmla="*/ 27992 w 32810"/>
                  <a:gd name="connsiteY6" fmla="*/ 119 h 71151"/>
                  <a:gd name="connsiteX7" fmla="*/ 33094 w 32810"/>
                  <a:gd name="connsiteY7" fmla="*/ 119 h 71151"/>
                  <a:gd name="connsiteX8" fmla="*/ 18219 w 32810"/>
                  <a:gd name="connsiteY8" fmla="*/ 71271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66" y="71271"/>
                    </a:moveTo>
                    <a:lnTo>
                      <a:pt x="20636" y="17786"/>
                    </a:lnTo>
                    <a:cubicBezTo>
                      <a:pt x="15803" y="21599"/>
                      <a:pt x="9037" y="24606"/>
                      <a:pt x="284" y="26915"/>
                    </a:cubicBezTo>
                    <a:lnTo>
                      <a:pt x="1895" y="18968"/>
                    </a:lnTo>
                    <a:cubicBezTo>
                      <a:pt x="6244" y="17249"/>
                      <a:pt x="10540" y="14994"/>
                      <a:pt x="14782" y="12148"/>
                    </a:cubicBezTo>
                    <a:cubicBezTo>
                      <a:pt x="19025" y="9356"/>
                      <a:pt x="22193" y="6939"/>
                      <a:pt x="24341" y="4845"/>
                    </a:cubicBezTo>
                    <a:cubicBezTo>
                      <a:pt x="25630" y="3556"/>
                      <a:pt x="26865" y="1945"/>
                      <a:pt x="27992" y="119"/>
                    </a:cubicBezTo>
                    <a:lnTo>
                      <a:pt x="33094" y="119"/>
                    </a:lnTo>
                    <a:lnTo>
                      <a:pt x="18219" y="7127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256" name="Grafik 4">
              <a:extLst>
                <a:ext uri="{FF2B5EF4-FFF2-40B4-BE49-F238E27FC236}">
                  <a16:creationId xmlns:a16="http://schemas.microsoft.com/office/drawing/2014/main" id="{FFF549B4-9B5B-C38B-237C-4968547AB73A}"/>
                </a:ext>
              </a:extLst>
            </p:cNvPr>
            <p:cNvGrpSpPr/>
            <p:nvPr/>
          </p:nvGrpSpPr>
          <p:grpSpPr>
            <a:xfrm>
              <a:off x="7826972" y="2923211"/>
              <a:ext cx="659257" cy="72332"/>
              <a:chOff x="7826972" y="2923211"/>
              <a:chExt cx="659257" cy="72332"/>
            </a:xfrm>
            <a:solidFill>
              <a:srgbClr val="000000"/>
            </a:solidFill>
          </p:grpSpPr>
          <p:sp>
            <p:nvSpPr>
              <p:cNvPr id="257" name="Freihandform: Form 256">
                <a:extLst>
                  <a:ext uri="{FF2B5EF4-FFF2-40B4-BE49-F238E27FC236}">
                    <a16:creationId xmlns:a16="http://schemas.microsoft.com/office/drawing/2014/main" id="{1199378B-9E5F-62F7-FBD0-85AE88B0B527}"/>
                  </a:ext>
                </a:extLst>
              </p:cNvPr>
              <p:cNvSpPr/>
              <p:nvPr/>
            </p:nvSpPr>
            <p:spPr>
              <a:xfrm>
                <a:off x="7826972" y="2923533"/>
                <a:ext cx="79206" cy="70829"/>
              </a:xfrm>
              <a:custGeom>
                <a:avLst/>
                <a:gdLst>
                  <a:gd name="connsiteX0" fmla="*/ 297 w 79206"/>
                  <a:gd name="connsiteY0" fmla="*/ 71004 h 70829"/>
                  <a:gd name="connsiteX1" fmla="*/ 34128 w 79206"/>
                  <a:gd name="connsiteY1" fmla="*/ 35186 h 70829"/>
                  <a:gd name="connsiteX2" fmla="*/ 14044 w 79206"/>
                  <a:gd name="connsiteY2" fmla="*/ 174 h 70829"/>
                  <a:gd name="connsiteX3" fmla="*/ 24462 w 79206"/>
                  <a:gd name="connsiteY3" fmla="*/ 174 h 70829"/>
                  <a:gd name="connsiteX4" fmla="*/ 33591 w 79206"/>
                  <a:gd name="connsiteY4" fmla="*/ 16177 h 70829"/>
                  <a:gd name="connsiteX5" fmla="*/ 37779 w 79206"/>
                  <a:gd name="connsiteY5" fmla="*/ 23587 h 70829"/>
                  <a:gd name="connsiteX6" fmla="*/ 40518 w 79206"/>
                  <a:gd name="connsiteY6" fmla="*/ 29226 h 70829"/>
                  <a:gd name="connsiteX7" fmla="*/ 51580 w 79206"/>
                  <a:gd name="connsiteY7" fmla="*/ 16553 h 70829"/>
                  <a:gd name="connsiteX8" fmla="*/ 67153 w 79206"/>
                  <a:gd name="connsiteY8" fmla="*/ 174 h 70829"/>
                  <a:gd name="connsiteX9" fmla="*/ 79504 w 79206"/>
                  <a:gd name="connsiteY9" fmla="*/ 174 h 70829"/>
                  <a:gd name="connsiteX10" fmla="*/ 45244 w 79206"/>
                  <a:gd name="connsiteY10" fmla="*/ 36744 h 70829"/>
                  <a:gd name="connsiteX11" fmla="*/ 64683 w 79206"/>
                  <a:gd name="connsiteY11" fmla="*/ 71004 h 70829"/>
                  <a:gd name="connsiteX12" fmla="*/ 54372 w 79206"/>
                  <a:gd name="connsiteY12" fmla="*/ 71004 h 70829"/>
                  <a:gd name="connsiteX13" fmla="*/ 42881 w 79206"/>
                  <a:gd name="connsiteY13" fmla="*/ 50276 h 70829"/>
                  <a:gd name="connsiteX14" fmla="*/ 38961 w 79206"/>
                  <a:gd name="connsiteY14" fmla="*/ 42436 h 70829"/>
                  <a:gd name="connsiteX15" fmla="*/ 32624 w 79206"/>
                  <a:gd name="connsiteY15" fmla="*/ 49954 h 70829"/>
                  <a:gd name="connsiteX16" fmla="*/ 12809 w 79206"/>
                  <a:gd name="connsiteY16" fmla="*/ 71004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97" y="71004"/>
                    </a:moveTo>
                    <a:lnTo>
                      <a:pt x="34128" y="35186"/>
                    </a:lnTo>
                    <a:lnTo>
                      <a:pt x="14044" y="174"/>
                    </a:lnTo>
                    <a:lnTo>
                      <a:pt x="24462" y="174"/>
                    </a:lnTo>
                    <a:lnTo>
                      <a:pt x="33591" y="16177"/>
                    </a:lnTo>
                    <a:cubicBezTo>
                      <a:pt x="36007" y="20419"/>
                      <a:pt x="37403" y="22889"/>
                      <a:pt x="37779" y="23587"/>
                    </a:cubicBezTo>
                    <a:cubicBezTo>
                      <a:pt x="38585" y="25198"/>
                      <a:pt x="39551" y="27078"/>
                      <a:pt x="40518" y="29226"/>
                    </a:cubicBezTo>
                    <a:cubicBezTo>
                      <a:pt x="42934" y="26004"/>
                      <a:pt x="46586" y="21815"/>
                      <a:pt x="51580" y="16553"/>
                    </a:cubicBezTo>
                    <a:lnTo>
                      <a:pt x="67153" y="174"/>
                    </a:lnTo>
                    <a:lnTo>
                      <a:pt x="79504" y="174"/>
                    </a:lnTo>
                    <a:lnTo>
                      <a:pt x="45244" y="36744"/>
                    </a:lnTo>
                    <a:lnTo>
                      <a:pt x="64683" y="71004"/>
                    </a:lnTo>
                    <a:lnTo>
                      <a:pt x="54372" y="71004"/>
                    </a:lnTo>
                    <a:lnTo>
                      <a:pt x="42881" y="50276"/>
                    </a:lnTo>
                    <a:cubicBezTo>
                      <a:pt x="41753" y="48235"/>
                      <a:pt x="40464" y="45658"/>
                      <a:pt x="38961" y="42436"/>
                    </a:cubicBezTo>
                    <a:cubicBezTo>
                      <a:pt x="37242" y="44798"/>
                      <a:pt x="35094" y="47269"/>
                      <a:pt x="32624" y="49954"/>
                    </a:cubicBezTo>
                    <a:lnTo>
                      <a:pt x="12809" y="7100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8" name="Freihandform: Form 257">
                <a:extLst>
                  <a:ext uri="{FF2B5EF4-FFF2-40B4-BE49-F238E27FC236}">
                    <a16:creationId xmlns:a16="http://schemas.microsoft.com/office/drawing/2014/main" id="{7AB0B108-4931-23D3-CAB7-5139FF72D9BB}"/>
                  </a:ext>
                </a:extLst>
              </p:cNvPr>
              <p:cNvSpPr/>
              <p:nvPr/>
            </p:nvSpPr>
            <p:spPr>
              <a:xfrm>
                <a:off x="7900355" y="2923533"/>
                <a:ext cx="64815" cy="70829"/>
              </a:xfrm>
              <a:custGeom>
                <a:avLst/>
                <a:gdLst>
                  <a:gd name="connsiteX0" fmla="*/ 302 w 64815"/>
                  <a:gd name="connsiteY0" fmla="*/ 71004 h 70829"/>
                  <a:gd name="connsiteX1" fmla="*/ 15123 w 64815"/>
                  <a:gd name="connsiteY1" fmla="*/ 174 h 70829"/>
                  <a:gd name="connsiteX2" fmla="*/ 44711 w 64815"/>
                  <a:gd name="connsiteY2" fmla="*/ 174 h 70829"/>
                  <a:gd name="connsiteX3" fmla="*/ 56257 w 64815"/>
                  <a:gd name="connsiteY3" fmla="*/ 1893 h 70829"/>
                  <a:gd name="connsiteX4" fmla="*/ 62593 w 64815"/>
                  <a:gd name="connsiteY4" fmla="*/ 7961 h 70829"/>
                  <a:gd name="connsiteX5" fmla="*/ 65117 w 64815"/>
                  <a:gd name="connsiteY5" fmla="*/ 17573 h 70829"/>
                  <a:gd name="connsiteX6" fmla="*/ 63345 w 64815"/>
                  <a:gd name="connsiteY6" fmla="*/ 26487 h 70829"/>
                  <a:gd name="connsiteX7" fmla="*/ 58834 w 64815"/>
                  <a:gd name="connsiteY7" fmla="*/ 34005 h 70829"/>
                  <a:gd name="connsiteX8" fmla="*/ 53303 w 64815"/>
                  <a:gd name="connsiteY8" fmla="*/ 38408 h 70829"/>
                  <a:gd name="connsiteX9" fmla="*/ 47289 w 64815"/>
                  <a:gd name="connsiteY9" fmla="*/ 40664 h 70829"/>
                  <a:gd name="connsiteX10" fmla="*/ 33488 w 64815"/>
                  <a:gd name="connsiteY10" fmla="*/ 42221 h 70829"/>
                  <a:gd name="connsiteX11" fmla="*/ 15767 w 64815"/>
                  <a:gd name="connsiteY11" fmla="*/ 42221 h 70829"/>
                  <a:gd name="connsiteX12" fmla="*/ 9807 w 64815"/>
                  <a:gd name="connsiteY12" fmla="*/ 71004 h 70829"/>
                  <a:gd name="connsiteX13" fmla="*/ 302 w 64815"/>
                  <a:gd name="connsiteY13" fmla="*/ 71004 h 70829"/>
                  <a:gd name="connsiteX14" fmla="*/ 17486 w 64815"/>
                  <a:gd name="connsiteY14" fmla="*/ 34220 h 70829"/>
                  <a:gd name="connsiteX15" fmla="*/ 33059 w 64815"/>
                  <a:gd name="connsiteY15" fmla="*/ 34220 h 70829"/>
                  <a:gd name="connsiteX16" fmla="*/ 46430 w 64815"/>
                  <a:gd name="connsiteY16" fmla="*/ 32286 h 70829"/>
                  <a:gd name="connsiteX17" fmla="*/ 53250 w 64815"/>
                  <a:gd name="connsiteY17" fmla="*/ 26326 h 70829"/>
                  <a:gd name="connsiteX18" fmla="*/ 55773 w 64815"/>
                  <a:gd name="connsiteY18" fmla="*/ 17788 h 70829"/>
                  <a:gd name="connsiteX19" fmla="*/ 54431 w 64815"/>
                  <a:gd name="connsiteY19" fmla="*/ 12096 h 70829"/>
                  <a:gd name="connsiteX20" fmla="*/ 50618 w 64815"/>
                  <a:gd name="connsiteY20" fmla="*/ 8874 h 70829"/>
                  <a:gd name="connsiteX21" fmla="*/ 41167 w 64815"/>
                  <a:gd name="connsiteY21" fmla="*/ 7853 h 70829"/>
                  <a:gd name="connsiteX22" fmla="*/ 22963 w 64815"/>
                  <a:gd name="connsiteY22" fmla="*/ 785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302" y="71004"/>
                    </a:moveTo>
                    <a:lnTo>
                      <a:pt x="15123" y="174"/>
                    </a:lnTo>
                    <a:lnTo>
                      <a:pt x="44711" y="174"/>
                    </a:lnTo>
                    <a:cubicBezTo>
                      <a:pt x="49866" y="174"/>
                      <a:pt x="53679" y="765"/>
                      <a:pt x="56257" y="1893"/>
                    </a:cubicBezTo>
                    <a:cubicBezTo>
                      <a:pt x="58834" y="3074"/>
                      <a:pt x="60929" y="5115"/>
                      <a:pt x="62593" y="7961"/>
                    </a:cubicBezTo>
                    <a:cubicBezTo>
                      <a:pt x="64258" y="10807"/>
                      <a:pt x="65117" y="14029"/>
                      <a:pt x="65117" y="17573"/>
                    </a:cubicBezTo>
                    <a:cubicBezTo>
                      <a:pt x="65117" y="20473"/>
                      <a:pt x="64526" y="23480"/>
                      <a:pt x="63345" y="26487"/>
                    </a:cubicBezTo>
                    <a:cubicBezTo>
                      <a:pt x="62164" y="29548"/>
                      <a:pt x="60660" y="32018"/>
                      <a:pt x="58834" y="34005"/>
                    </a:cubicBezTo>
                    <a:cubicBezTo>
                      <a:pt x="57008" y="35938"/>
                      <a:pt x="55129" y="37442"/>
                      <a:pt x="53303" y="38408"/>
                    </a:cubicBezTo>
                    <a:cubicBezTo>
                      <a:pt x="51424" y="39428"/>
                      <a:pt x="49437" y="40180"/>
                      <a:pt x="47289" y="40664"/>
                    </a:cubicBezTo>
                    <a:cubicBezTo>
                      <a:pt x="42724" y="41738"/>
                      <a:pt x="38160" y="42221"/>
                      <a:pt x="33488" y="42221"/>
                    </a:cubicBezTo>
                    <a:lnTo>
                      <a:pt x="15767" y="42221"/>
                    </a:lnTo>
                    <a:lnTo>
                      <a:pt x="9807" y="71004"/>
                    </a:lnTo>
                    <a:lnTo>
                      <a:pt x="302" y="71004"/>
                    </a:lnTo>
                    <a:moveTo>
                      <a:pt x="17486" y="34220"/>
                    </a:moveTo>
                    <a:lnTo>
                      <a:pt x="33059" y="34220"/>
                    </a:lnTo>
                    <a:cubicBezTo>
                      <a:pt x="39127" y="34220"/>
                      <a:pt x="43584" y="33575"/>
                      <a:pt x="46430" y="32286"/>
                    </a:cubicBezTo>
                    <a:cubicBezTo>
                      <a:pt x="49276" y="30944"/>
                      <a:pt x="51531" y="28957"/>
                      <a:pt x="53250" y="26326"/>
                    </a:cubicBezTo>
                    <a:cubicBezTo>
                      <a:pt x="54914" y="23641"/>
                      <a:pt x="55773" y="20795"/>
                      <a:pt x="55773" y="17788"/>
                    </a:cubicBezTo>
                    <a:cubicBezTo>
                      <a:pt x="55773" y="15479"/>
                      <a:pt x="55344" y="13599"/>
                      <a:pt x="54431" y="12096"/>
                    </a:cubicBezTo>
                    <a:cubicBezTo>
                      <a:pt x="53518" y="10646"/>
                      <a:pt x="52283" y="9572"/>
                      <a:pt x="50618" y="8874"/>
                    </a:cubicBezTo>
                    <a:cubicBezTo>
                      <a:pt x="48954" y="8176"/>
                      <a:pt x="45839" y="7853"/>
                      <a:pt x="41167" y="7853"/>
                    </a:cubicBezTo>
                    <a:lnTo>
                      <a:pt x="22963" y="785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59" name="Freihandform: Form 258">
                <a:extLst>
                  <a:ext uri="{FF2B5EF4-FFF2-40B4-BE49-F238E27FC236}">
                    <a16:creationId xmlns:a16="http://schemas.microsoft.com/office/drawing/2014/main" id="{081837B9-D3F7-88CB-4E56-E47B7F3C53B1}"/>
                  </a:ext>
                </a:extLst>
              </p:cNvPr>
              <p:cNvSpPr/>
              <p:nvPr/>
            </p:nvSpPr>
            <p:spPr>
              <a:xfrm>
                <a:off x="7996601" y="2923211"/>
                <a:ext cx="48973" cy="72332"/>
              </a:xfrm>
              <a:custGeom>
                <a:avLst/>
                <a:gdLst>
                  <a:gd name="connsiteX0" fmla="*/ 309 w 48973"/>
                  <a:gd name="connsiteY0" fmla="*/ 48074 h 72332"/>
                  <a:gd name="connsiteX1" fmla="*/ 2994 w 48973"/>
                  <a:gd name="connsiteY1" fmla="*/ 29816 h 72332"/>
                  <a:gd name="connsiteX2" fmla="*/ 9008 w 48973"/>
                  <a:gd name="connsiteY2" fmla="*/ 14995 h 72332"/>
                  <a:gd name="connsiteX3" fmla="*/ 15774 w 48973"/>
                  <a:gd name="connsiteY3" fmla="*/ 6296 h 72332"/>
                  <a:gd name="connsiteX4" fmla="*/ 22755 w 48973"/>
                  <a:gd name="connsiteY4" fmla="*/ 1678 h 72332"/>
                  <a:gd name="connsiteX5" fmla="*/ 30273 w 48973"/>
                  <a:gd name="connsiteY5" fmla="*/ 174 h 72332"/>
                  <a:gd name="connsiteX6" fmla="*/ 43859 w 48973"/>
                  <a:gd name="connsiteY6" fmla="*/ 6242 h 72332"/>
                  <a:gd name="connsiteX7" fmla="*/ 49283 w 48973"/>
                  <a:gd name="connsiteY7" fmla="*/ 23695 h 72332"/>
                  <a:gd name="connsiteX8" fmla="*/ 45524 w 48973"/>
                  <a:gd name="connsiteY8" fmla="*/ 46946 h 72332"/>
                  <a:gd name="connsiteX9" fmla="*/ 33173 w 48973"/>
                  <a:gd name="connsiteY9" fmla="*/ 67352 h 72332"/>
                  <a:gd name="connsiteX10" fmla="*/ 19265 w 48973"/>
                  <a:gd name="connsiteY10" fmla="*/ 72507 h 72332"/>
                  <a:gd name="connsiteX11" fmla="*/ 5840 w 48973"/>
                  <a:gd name="connsiteY11" fmla="*/ 66278 h 72332"/>
                  <a:gd name="connsiteX12" fmla="*/ 309 w 48973"/>
                  <a:gd name="connsiteY12" fmla="*/ 48074 h 72332"/>
                  <a:gd name="connsiteX13" fmla="*/ 8793 w 48973"/>
                  <a:gd name="connsiteY13" fmla="*/ 50330 h 72332"/>
                  <a:gd name="connsiteX14" fmla="*/ 10941 w 48973"/>
                  <a:gd name="connsiteY14" fmla="*/ 60479 h 72332"/>
                  <a:gd name="connsiteX15" fmla="*/ 19694 w 48973"/>
                  <a:gd name="connsiteY15" fmla="*/ 65580 h 72332"/>
                  <a:gd name="connsiteX16" fmla="*/ 28931 w 48973"/>
                  <a:gd name="connsiteY16" fmla="*/ 60962 h 72332"/>
                  <a:gd name="connsiteX17" fmla="*/ 37952 w 48973"/>
                  <a:gd name="connsiteY17" fmla="*/ 42006 h 72332"/>
                  <a:gd name="connsiteX18" fmla="*/ 40959 w 48973"/>
                  <a:gd name="connsiteY18" fmla="*/ 21600 h 72332"/>
                  <a:gd name="connsiteX19" fmla="*/ 38060 w 48973"/>
                  <a:gd name="connsiteY19" fmla="*/ 10592 h 72332"/>
                  <a:gd name="connsiteX20" fmla="*/ 30327 w 48973"/>
                  <a:gd name="connsiteY20" fmla="*/ 7209 h 72332"/>
                  <a:gd name="connsiteX21" fmla="*/ 23829 w 48973"/>
                  <a:gd name="connsiteY21" fmla="*/ 8981 h 72332"/>
                  <a:gd name="connsiteX22" fmla="*/ 18083 w 48973"/>
                  <a:gd name="connsiteY22" fmla="*/ 15103 h 72332"/>
                  <a:gd name="connsiteX23" fmla="*/ 11264 w 48973"/>
                  <a:gd name="connsiteY23" fmla="*/ 33468 h 72332"/>
                  <a:gd name="connsiteX24" fmla="*/ 8793 w 48973"/>
                  <a:gd name="connsiteY24" fmla="*/ 50330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09" y="48074"/>
                    </a:moveTo>
                    <a:cubicBezTo>
                      <a:pt x="309" y="42114"/>
                      <a:pt x="1222" y="35992"/>
                      <a:pt x="2994" y="29816"/>
                    </a:cubicBezTo>
                    <a:cubicBezTo>
                      <a:pt x="4820" y="23641"/>
                      <a:pt x="6806" y="18701"/>
                      <a:pt x="9008" y="14995"/>
                    </a:cubicBezTo>
                    <a:cubicBezTo>
                      <a:pt x="11156" y="11290"/>
                      <a:pt x="13465" y="8390"/>
                      <a:pt x="15774" y="6296"/>
                    </a:cubicBezTo>
                    <a:cubicBezTo>
                      <a:pt x="18137" y="4202"/>
                      <a:pt x="20446" y="2645"/>
                      <a:pt x="22755" y="1678"/>
                    </a:cubicBezTo>
                    <a:cubicBezTo>
                      <a:pt x="25011" y="658"/>
                      <a:pt x="27534" y="174"/>
                      <a:pt x="30273" y="174"/>
                    </a:cubicBezTo>
                    <a:cubicBezTo>
                      <a:pt x="35697" y="174"/>
                      <a:pt x="40207" y="2215"/>
                      <a:pt x="43859" y="6242"/>
                    </a:cubicBezTo>
                    <a:cubicBezTo>
                      <a:pt x="47457" y="10270"/>
                      <a:pt x="49283" y="16069"/>
                      <a:pt x="49283" y="23695"/>
                    </a:cubicBezTo>
                    <a:cubicBezTo>
                      <a:pt x="49283" y="31481"/>
                      <a:pt x="48048" y="39267"/>
                      <a:pt x="45524" y="46946"/>
                    </a:cubicBezTo>
                    <a:cubicBezTo>
                      <a:pt x="42570" y="56022"/>
                      <a:pt x="38435" y="62841"/>
                      <a:pt x="33173" y="67352"/>
                    </a:cubicBezTo>
                    <a:cubicBezTo>
                      <a:pt x="29092" y="70789"/>
                      <a:pt x="24473" y="72507"/>
                      <a:pt x="19265" y="72507"/>
                    </a:cubicBezTo>
                    <a:cubicBezTo>
                      <a:pt x="13948" y="72507"/>
                      <a:pt x="9491" y="70467"/>
                      <a:pt x="5840" y="66278"/>
                    </a:cubicBezTo>
                    <a:cubicBezTo>
                      <a:pt x="2188" y="62090"/>
                      <a:pt x="309" y="56022"/>
                      <a:pt x="309" y="48074"/>
                    </a:cubicBezTo>
                    <a:moveTo>
                      <a:pt x="8793" y="50330"/>
                    </a:moveTo>
                    <a:cubicBezTo>
                      <a:pt x="8793" y="54679"/>
                      <a:pt x="9491" y="58062"/>
                      <a:pt x="10941" y="60479"/>
                    </a:cubicBezTo>
                    <a:cubicBezTo>
                      <a:pt x="12928" y="63862"/>
                      <a:pt x="15828" y="65580"/>
                      <a:pt x="19694" y="65580"/>
                    </a:cubicBezTo>
                    <a:cubicBezTo>
                      <a:pt x="23077" y="65580"/>
                      <a:pt x="26192" y="64023"/>
                      <a:pt x="28931" y="60962"/>
                    </a:cubicBezTo>
                    <a:cubicBezTo>
                      <a:pt x="32958" y="56666"/>
                      <a:pt x="35965" y="50330"/>
                      <a:pt x="37952" y="42006"/>
                    </a:cubicBezTo>
                    <a:cubicBezTo>
                      <a:pt x="39993" y="33683"/>
                      <a:pt x="40959" y="26863"/>
                      <a:pt x="40959" y="21600"/>
                    </a:cubicBezTo>
                    <a:cubicBezTo>
                      <a:pt x="40959" y="16499"/>
                      <a:pt x="39993" y="12847"/>
                      <a:pt x="38060" y="10592"/>
                    </a:cubicBezTo>
                    <a:cubicBezTo>
                      <a:pt x="36126" y="8337"/>
                      <a:pt x="33549" y="7209"/>
                      <a:pt x="30327" y="7209"/>
                    </a:cubicBezTo>
                    <a:cubicBezTo>
                      <a:pt x="28018" y="7209"/>
                      <a:pt x="25870" y="7800"/>
                      <a:pt x="23829" y="8981"/>
                    </a:cubicBezTo>
                    <a:cubicBezTo>
                      <a:pt x="21842" y="10162"/>
                      <a:pt x="19909" y="12203"/>
                      <a:pt x="18083" y="15103"/>
                    </a:cubicBezTo>
                    <a:cubicBezTo>
                      <a:pt x="15452" y="19238"/>
                      <a:pt x="13197" y="25359"/>
                      <a:pt x="11264" y="33468"/>
                    </a:cubicBezTo>
                    <a:cubicBezTo>
                      <a:pt x="9599" y="40449"/>
                      <a:pt x="8793" y="46034"/>
                      <a:pt x="8793" y="503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0" name="Freihandform: Form 259">
                <a:extLst>
                  <a:ext uri="{FF2B5EF4-FFF2-40B4-BE49-F238E27FC236}">
                    <a16:creationId xmlns:a16="http://schemas.microsoft.com/office/drawing/2014/main" id="{EB003BF8-4A98-645D-9C8F-43F718AAC3B0}"/>
                  </a:ext>
                </a:extLst>
              </p:cNvPr>
              <p:cNvSpPr/>
              <p:nvPr/>
            </p:nvSpPr>
            <p:spPr>
              <a:xfrm>
                <a:off x="8051658" y="2923211"/>
                <a:ext cx="48973" cy="72332"/>
              </a:xfrm>
              <a:custGeom>
                <a:avLst/>
                <a:gdLst>
                  <a:gd name="connsiteX0" fmla="*/ 313 w 48973"/>
                  <a:gd name="connsiteY0" fmla="*/ 48074 h 72332"/>
                  <a:gd name="connsiteX1" fmla="*/ 2998 w 48973"/>
                  <a:gd name="connsiteY1" fmla="*/ 29816 h 72332"/>
                  <a:gd name="connsiteX2" fmla="*/ 9012 w 48973"/>
                  <a:gd name="connsiteY2" fmla="*/ 14995 h 72332"/>
                  <a:gd name="connsiteX3" fmla="*/ 15778 w 48973"/>
                  <a:gd name="connsiteY3" fmla="*/ 6296 h 72332"/>
                  <a:gd name="connsiteX4" fmla="*/ 22759 w 48973"/>
                  <a:gd name="connsiteY4" fmla="*/ 1678 h 72332"/>
                  <a:gd name="connsiteX5" fmla="*/ 30277 w 48973"/>
                  <a:gd name="connsiteY5" fmla="*/ 174 h 72332"/>
                  <a:gd name="connsiteX6" fmla="*/ 43863 w 48973"/>
                  <a:gd name="connsiteY6" fmla="*/ 6242 h 72332"/>
                  <a:gd name="connsiteX7" fmla="*/ 49287 w 48973"/>
                  <a:gd name="connsiteY7" fmla="*/ 23695 h 72332"/>
                  <a:gd name="connsiteX8" fmla="*/ 45528 w 48973"/>
                  <a:gd name="connsiteY8" fmla="*/ 46946 h 72332"/>
                  <a:gd name="connsiteX9" fmla="*/ 33177 w 48973"/>
                  <a:gd name="connsiteY9" fmla="*/ 67352 h 72332"/>
                  <a:gd name="connsiteX10" fmla="*/ 19269 w 48973"/>
                  <a:gd name="connsiteY10" fmla="*/ 72507 h 72332"/>
                  <a:gd name="connsiteX11" fmla="*/ 5844 w 48973"/>
                  <a:gd name="connsiteY11" fmla="*/ 66278 h 72332"/>
                  <a:gd name="connsiteX12" fmla="*/ 313 w 48973"/>
                  <a:gd name="connsiteY12" fmla="*/ 48074 h 72332"/>
                  <a:gd name="connsiteX13" fmla="*/ 8797 w 48973"/>
                  <a:gd name="connsiteY13" fmla="*/ 50330 h 72332"/>
                  <a:gd name="connsiteX14" fmla="*/ 10945 w 48973"/>
                  <a:gd name="connsiteY14" fmla="*/ 60479 h 72332"/>
                  <a:gd name="connsiteX15" fmla="*/ 19698 w 48973"/>
                  <a:gd name="connsiteY15" fmla="*/ 65580 h 72332"/>
                  <a:gd name="connsiteX16" fmla="*/ 28935 w 48973"/>
                  <a:gd name="connsiteY16" fmla="*/ 60962 h 72332"/>
                  <a:gd name="connsiteX17" fmla="*/ 37956 w 48973"/>
                  <a:gd name="connsiteY17" fmla="*/ 42006 h 72332"/>
                  <a:gd name="connsiteX18" fmla="*/ 40963 w 48973"/>
                  <a:gd name="connsiteY18" fmla="*/ 21600 h 72332"/>
                  <a:gd name="connsiteX19" fmla="*/ 38064 w 48973"/>
                  <a:gd name="connsiteY19" fmla="*/ 10592 h 72332"/>
                  <a:gd name="connsiteX20" fmla="*/ 30331 w 48973"/>
                  <a:gd name="connsiteY20" fmla="*/ 7209 h 72332"/>
                  <a:gd name="connsiteX21" fmla="*/ 23833 w 48973"/>
                  <a:gd name="connsiteY21" fmla="*/ 8981 h 72332"/>
                  <a:gd name="connsiteX22" fmla="*/ 18087 w 48973"/>
                  <a:gd name="connsiteY22" fmla="*/ 15103 h 72332"/>
                  <a:gd name="connsiteX23" fmla="*/ 11268 w 48973"/>
                  <a:gd name="connsiteY23" fmla="*/ 33468 h 72332"/>
                  <a:gd name="connsiteX24" fmla="*/ 8797 w 48973"/>
                  <a:gd name="connsiteY24" fmla="*/ 50330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13" y="48074"/>
                    </a:moveTo>
                    <a:cubicBezTo>
                      <a:pt x="313" y="42114"/>
                      <a:pt x="1226" y="35992"/>
                      <a:pt x="2998" y="29816"/>
                    </a:cubicBezTo>
                    <a:cubicBezTo>
                      <a:pt x="4824" y="23641"/>
                      <a:pt x="6810" y="18701"/>
                      <a:pt x="9012" y="14995"/>
                    </a:cubicBezTo>
                    <a:cubicBezTo>
                      <a:pt x="11160" y="11290"/>
                      <a:pt x="13469" y="8390"/>
                      <a:pt x="15778" y="6296"/>
                    </a:cubicBezTo>
                    <a:cubicBezTo>
                      <a:pt x="18141" y="4202"/>
                      <a:pt x="20450" y="2645"/>
                      <a:pt x="22759" y="1678"/>
                    </a:cubicBezTo>
                    <a:cubicBezTo>
                      <a:pt x="25015" y="658"/>
                      <a:pt x="27538" y="174"/>
                      <a:pt x="30277" y="174"/>
                    </a:cubicBezTo>
                    <a:cubicBezTo>
                      <a:pt x="35701" y="174"/>
                      <a:pt x="40211" y="2215"/>
                      <a:pt x="43863" y="6242"/>
                    </a:cubicBezTo>
                    <a:cubicBezTo>
                      <a:pt x="47461" y="10270"/>
                      <a:pt x="49287" y="16069"/>
                      <a:pt x="49287" y="23695"/>
                    </a:cubicBezTo>
                    <a:cubicBezTo>
                      <a:pt x="49287" y="31481"/>
                      <a:pt x="48052" y="39267"/>
                      <a:pt x="45528" y="46946"/>
                    </a:cubicBezTo>
                    <a:cubicBezTo>
                      <a:pt x="42574" y="56022"/>
                      <a:pt x="38439" y="62841"/>
                      <a:pt x="33177" y="67352"/>
                    </a:cubicBezTo>
                    <a:cubicBezTo>
                      <a:pt x="29096" y="70789"/>
                      <a:pt x="24477" y="72507"/>
                      <a:pt x="19269" y="72507"/>
                    </a:cubicBezTo>
                    <a:cubicBezTo>
                      <a:pt x="13952" y="72507"/>
                      <a:pt x="9495" y="70467"/>
                      <a:pt x="5844" y="66278"/>
                    </a:cubicBezTo>
                    <a:cubicBezTo>
                      <a:pt x="2192" y="62090"/>
                      <a:pt x="313" y="56022"/>
                      <a:pt x="313" y="48074"/>
                    </a:cubicBezTo>
                    <a:moveTo>
                      <a:pt x="8797" y="50330"/>
                    </a:moveTo>
                    <a:cubicBezTo>
                      <a:pt x="8797" y="54679"/>
                      <a:pt x="9495" y="58062"/>
                      <a:pt x="10945" y="60479"/>
                    </a:cubicBezTo>
                    <a:cubicBezTo>
                      <a:pt x="12932" y="63862"/>
                      <a:pt x="15832" y="65580"/>
                      <a:pt x="19698" y="65580"/>
                    </a:cubicBezTo>
                    <a:cubicBezTo>
                      <a:pt x="23081" y="65580"/>
                      <a:pt x="26196" y="64023"/>
                      <a:pt x="28935" y="60962"/>
                    </a:cubicBezTo>
                    <a:cubicBezTo>
                      <a:pt x="32962" y="56666"/>
                      <a:pt x="35969" y="50330"/>
                      <a:pt x="37956" y="42006"/>
                    </a:cubicBezTo>
                    <a:cubicBezTo>
                      <a:pt x="39997" y="33683"/>
                      <a:pt x="40963" y="26863"/>
                      <a:pt x="40963" y="21600"/>
                    </a:cubicBezTo>
                    <a:cubicBezTo>
                      <a:pt x="40963" y="16499"/>
                      <a:pt x="39997" y="12847"/>
                      <a:pt x="38064" y="10592"/>
                    </a:cubicBezTo>
                    <a:cubicBezTo>
                      <a:pt x="36130" y="8337"/>
                      <a:pt x="33553" y="7209"/>
                      <a:pt x="30331" y="7209"/>
                    </a:cubicBezTo>
                    <a:cubicBezTo>
                      <a:pt x="28022" y="7209"/>
                      <a:pt x="25874" y="7800"/>
                      <a:pt x="23833" y="8981"/>
                    </a:cubicBezTo>
                    <a:cubicBezTo>
                      <a:pt x="21846" y="10162"/>
                      <a:pt x="19913" y="12203"/>
                      <a:pt x="18087" y="15103"/>
                    </a:cubicBezTo>
                    <a:cubicBezTo>
                      <a:pt x="15456" y="19238"/>
                      <a:pt x="13201" y="25359"/>
                      <a:pt x="11268" y="33468"/>
                    </a:cubicBezTo>
                    <a:cubicBezTo>
                      <a:pt x="9603" y="40449"/>
                      <a:pt x="8797" y="46034"/>
                      <a:pt x="8797" y="503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1" name="Freihandform: Form 260">
                <a:extLst>
                  <a:ext uri="{FF2B5EF4-FFF2-40B4-BE49-F238E27FC236}">
                    <a16:creationId xmlns:a16="http://schemas.microsoft.com/office/drawing/2014/main" id="{04B79A16-C791-2E99-696A-05A339885BA1}"/>
                  </a:ext>
                </a:extLst>
              </p:cNvPr>
              <p:cNvSpPr/>
              <p:nvPr/>
            </p:nvSpPr>
            <p:spPr>
              <a:xfrm>
                <a:off x="8106594" y="2924500"/>
                <a:ext cx="49779" cy="71044"/>
              </a:xfrm>
              <a:custGeom>
                <a:avLst/>
                <a:gdLst>
                  <a:gd name="connsiteX0" fmla="*/ 371 w 49779"/>
                  <a:gd name="connsiteY0" fmla="*/ 49792 h 71044"/>
                  <a:gd name="connsiteX1" fmla="*/ 9231 w 49779"/>
                  <a:gd name="connsiteY1" fmla="*/ 48933 h 71044"/>
                  <a:gd name="connsiteX2" fmla="*/ 9123 w 49779"/>
                  <a:gd name="connsiteY2" fmla="*/ 51189 h 71044"/>
                  <a:gd name="connsiteX3" fmla="*/ 10788 w 49779"/>
                  <a:gd name="connsiteY3" fmla="*/ 57633 h 71044"/>
                  <a:gd name="connsiteX4" fmla="*/ 15192 w 49779"/>
                  <a:gd name="connsiteY4" fmla="*/ 62573 h 71044"/>
                  <a:gd name="connsiteX5" fmla="*/ 21045 w 49779"/>
                  <a:gd name="connsiteY5" fmla="*/ 64291 h 71044"/>
                  <a:gd name="connsiteX6" fmla="*/ 29315 w 49779"/>
                  <a:gd name="connsiteY6" fmla="*/ 61499 h 71044"/>
                  <a:gd name="connsiteX7" fmla="*/ 36134 w 49779"/>
                  <a:gd name="connsiteY7" fmla="*/ 53337 h 71044"/>
                  <a:gd name="connsiteX8" fmla="*/ 38712 w 49779"/>
                  <a:gd name="connsiteY8" fmla="*/ 42704 h 71044"/>
                  <a:gd name="connsiteX9" fmla="*/ 35221 w 49779"/>
                  <a:gd name="connsiteY9" fmla="*/ 33146 h 71044"/>
                  <a:gd name="connsiteX10" fmla="*/ 26039 w 49779"/>
                  <a:gd name="connsiteY10" fmla="*/ 29602 h 71044"/>
                  <a:gd name="connsiteX11" fmla="*/ 18789 w 49779"/>
                  <a:gd name="connsiteY11" fmla="*/ 31427 h 71044"/>
                  <a:gd name="connsiteX12" fmla="*/ 12453 w 49779"/>
                  <a:gd name="connsiteY12" fmla="*/ 36958 h 71044"/>
                  <a:gd name="connsiteX13" fmla="*/ 4774 w 49779"/>
                  <a:gd name="connsiteY13" fmla="*/ 36421 h 71044"/>
                  <a:gd name="connsiteX14" fmla="*/ 15460 w 49779"/>
                  <a:gd name="connsiteY14" fmla="*/ 174 h 71044"/>
                  <a:gd name="connsiteX15" fmla="*/ 50096 w 49779"/>
                  <a:gd name="connsiteY15" fmla="*/ 174 h 71044"/>
                  <a:gd name="connsiteX16" fmla="*/ 48378 w 49779"/>
                  <a:gd name="connsiteY16" fmla="*/ 8176 h 71044"/>
                  <a:gd name="connsiteX17" fmla="*/ 21474 w 49779"/>
                  <a:gd name="connsiteY17" fmla="*/ 8176 h 71044"/>
                  <a:gd name="connsiteX18" fmla="*/ 16158 w 49779"/>
                  <a:gd name="connsiteY18" fmla="*/ 26219 h 71044"/>
                  <a:gd name="connsiteX19" fmla="*/ 22334 w 49779"/>
                  <a:gd name="connsiteY19" fmla="*/ 22943 h 71044"/>
                  <a:gd name="connsiteX20" fmla="*/ 28831 w 49779"/>
                  <a:gd name="connsiteY20" fmla="*/ 21869 h 71044"/>
                  <a:gd name="connsiteX21" fmla="*/ 42149 w 49779"/>
                  <a:gd name="connsiteY21" fmla="*/ 27239 h 71044"/>
                  <a:gd name="connsiteX22" fmla="*/ 47357 w 49779"/>
                  <a:gd name="connsiteY22" fmla="*/ 41899 h 71044"/>
                  <a:gd name="connsiteX23" fmla="*/ 43813 w 49779"/>
                  <a:gd name="connsiteY23" fmla="*/ 56988 h 71044"/>
                  <a:gd name="connsiteX24" fmla="*/ 33986 w 49779"/>
                  <a:gd name="connsiteY24" fmla="*/ 67567 h 71044"/>
                  <a:gd name="connsiteX25" fmla="*/ 20454 w 49779"/>
                  <a:gd name="connsiteY25" fmla="*/ 71219 h 71044"/>
                  <a:gd name="connsiteX26" fmla="*/ 9661 w 49779"/>
                  <a:gd name="connsiteY26" fmla="*/ 68480 h 71044"/>
                  <a:gd name="connsiteX27" fmla="*/ 2626 w 49779"/>
                  <a:gd name="connsiteY27" fmla="*/ 60908 h 71044"/>
                  <a:gd name="connsiteX28" fmla="*/ 317 w 49779"/>
                  <a:gd name="connsiteY28" fmla="*/ 51242 h 71044"/>
                  <a:gd name="connsiteX29" fmla="*/ 371 w 49779"/>
                  <a:gd name="connsiteY29" fmla="*/ 49792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71" y="49792"/>
                    </a:moveTo>
                    <a:lnTo>
                      <a:pt x="9231" y="48933"/>
                    </a:lnTo>
                    <a:cubicBezTo>
                      <a:pt x="9177" y="50168"/>
                      <a:pt x="9123" y="50920"/>
                      <a:pt x="9123" y="51189"/>
                    </a:cubicBezTo>
                    <a:cubicBezTo>
                      <a:pt x="9123" y="53337"/>
                      <a:pt x="9714" y="55485"/>
                      <a:pt x="10788" y="57633"/>
                    </a:cubicBezTo>
                    <a:cubicBezTo>
                      <a:pt x="11862" y="59781"/>
                      <a:pt x="13312" y="61445"/>
                      <a:pt x="15192" y="62573"/>
                    </a:cubicBezTo>
                    <a:cubicBezTo>
                      <a:pt x="17017" y="63701"/>
                      <a:pt x="18951" y="64291"/>
                      <a:pt x="21045" y="64291"/>
                    </a:cubicBezTo>
                    <a:cubicBezTo>
                      <a:pt x="23730" y="64291"/>
                      <a:pt x="26522" y="63378"/>
                      <a:pt x="29315" y="61499"/>
                    </a:cubicBezTo>
                    <a:cubicBezTo>
                      <a:pt x="32107" y="59619"/>
                      <a:pt x="34362" y="56881"/>
                      <a:pt x="36134" y="53337"/>
                    </a:cubicBezTo>
                    <a:cubicBezTo>
                      <a:pt x="37853" y="49739"/>
                      <a:pt x="38712" y="46195"/>
                      <a:pt x="38712" y="42704"/>
                    </a:cubicBezTo>
                    <a:cubicBezTo>
                      <a:pt x="38712" y="38731"/>
                      <a:pt x="37584" y="35562"/>
                      <a:pt x="35221" y="33146"/>
                    </a:cubicBezTo>
                    <a:cubicBezTo>
                      <a:pt x="32912" y="30783"/>
                      <a:pt x="29798" y="29602"/>
                      <a:pt x="26039" y="29602"/>
                    </a:cubicBezTo>
                    <a:cubicBezTo>
                      <a:pt x="23461" y="29602"/>
                      <a:pt x="21045" y="30192"/>
                      <a:pt x="18789" y="31427"/>
                    </a:cubicBezTo>
                    <a:cubicBezTo>
                      <a:pt x="16534" y="32662"/>
                      <a:pt x="14386" y="34488"/>
                      <a:pt x="12453" y="36958"/>
                    </a:cubicBezTo>
                    <a:lnTo>
                      <a:pt x="4774" y="36421"/>
                    </a:lnTo>
                    <a:lnTo>
                      <a:pt x="15460" y="174"/>
                    </a:lnTo>
                    <a:lnTo>
                      <a:pt x="50096" y="174"/>
                    </a:lnTo>
                    <a:lnTo>
                      <a:pt x="48378" y="8176"/>
                    </a:lnTo>
                    <a:lnTo>
                      <a:pt x="21474" y="8176"/>
                    </a:lnTo>
                    <a:lnTo>
                      <a:pt x="16158" y="26219"/>
                    </a:lnTo>
                    <a:cubicBezTo>
                      <a:pt x="18145" y="24769"/>
                      <a:pt x="20186" y="23641"/>
                      <a:pt x="22334" y="22943"/>
                    </a:cubicBezTo>
                    <a:cubicBezTo>
                      <a:pt x="24428" y="22191"/>
                      <a:pt x="26576" y="21869"/>
                      <a:pt x="28831" y="21869"/>
                    </a:cubicBezTo>
                    <a:cubicBezTo>
                      <a:pt x="34255" y="21869"/>
                      <a:pt x="38658" y="23641"/>
                      <a:pt x="42149" y="27239"/>
                    </a:cubicBezTo>
                    <a:cubicBezTo>
                      <a:pt x="45639" y="30783"/>
                      <a:pt x="47357" y="35670"/>
                      <a:pt x="47357" y="41899"/>
                    </a:cubicBezTo>
                    <a:cubicBezTo>
                      <a:pt x="47357" y="47376"/>
                      <a:pt x="46176" y="52370"/>
                      <a:pt x="43813" y="56988"/>
                    </a:cubicBezTo>
                    <a:cubicBezTo>
                      <a:pt x="41397" y="61553"/>
                      <a:pt x="38121" y="65097"/>
                      <a:pt x="33986" y="67567"/>
                    </a:cubicBezTo>
                    <a:cubicBezTo>
                      <a:pt x="29798" y="70037"/>
                      <a:pt x="25287" y="71219"/>
                      <a:pt x="20454" y="71219"/>
                    </a:cubicBezTo>
                    <a:cubicBezTo>
                      <a:pt x="16373" y="71219"/>
                      <a:pt x="12829" y="70306"/>
                      <a:pt x="9661" y="68480"/>
                    </a:cubicBezTo>
                    <a:cubicBezTo>
                      <a:pt x="6546" y="66654"/>
                      <a:pt x="4237" y="64130"/>
                      <a:pt x="2626" y="60908"/>
                    </a:cubicBezTo>
                    <a:cubicBezTo>
                      <a:pt x="1069" y="57686"/>
                      <a:pt x="317" y="54464"/>
                      <a:pt x="317" y="51242"/>
                    </a:cubicBezTo>
                    <a:cubicBezTo>
                      <a:pt x="317" y="50920"/>
                      <a:pt x="317" y="50437"/>
                      <a:pt x="371" y="497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2" name="Freihandform: Form 261">
                <a:extLst>
                  <a:ext uri="{FF2B5EF4-FFF2-40B4-BE49-F238E27FC236}">
                    <a16:creationId xmlns:a16="http://schemas.microsoft.com/office/drawing/2014/main" id="{E6AC7D15-457E-A7C8-6A43-76536771ECC2}"/>
                  </a:ext>
                </a:extLst>
              </p:cNvPr>
              <p:cNvSpPr/>
              <p:nvPr/>
            </p:nvSpPr>
            <p:spPr>
              <a:xfrm>
                <a:off x="8163033" y="2923211"/>
                <a:ext cx="47953" cy="72332"/>
              </a:xfrm>
              <a:custGeom>
                <a:avLst/>
                <a:gdLst>
                  <a:gd name="connsiteX0" fmla="*/ 11974 w 47953"/>
                  <a:gd name="connsiteY0" fmla="*/ 30246 h 72332"/>
                  <a:gd name="connsiteX1" fmla="*/ 19277 w 47953"/>
                  <a:gd name="connsiteY1" fmla="*/ 25682 h 72332"/>
                  <a:gd name="connsiteX2" fmla="*/ 26526 w 47953"/>
                  <a:gd name="connsiteY2" fmla="*/ 24178 h 72332"/>
                  <a:gd name="connsiteX3" fmla="*/ 39844 w 47953"/>
                  <a:gd name="connsiteY3" fmla="*/ 29655 h 72332"/>
                  <a:gd name="connsiteX4" fmla="*/ 45106 w 47953"/>
                  <a:gd name="connsiteY4" fmla="*/ 44530 h 72332"/>
                  <a:gd name="connsiteX5" fmla="*/ 37266 w 47953"/>
                  <a:gd name="connsiteY5" fmla="*/ 65151 h 72332"/>
                  <a:gd name="connsiteX6" fmla="*/ 20834 w 47953"/>
                  <a:gd name="connsiteY6" fmla="*/ 72507 h 72332"/>
                  <a:gd name="connsiteX7" fmla="*/ 6174 w 47953"/>
                  <a:gd name="connsiteY7" fmla="*/ 66063 h 72332"/>
                  <a:gd name="connsiteX8" fmla="*/ 321 w 47953"/>
                  <a:gd name="connsiteY8" fmla="*/ 47698 h 72332"/>
                  <a:gd name="connsiteX9" fmla="*/ 4080 w 47953"/>
                  <a:gd name="connsiteY9" fmla="*/ 25628 h 72332"/>
                  <a:gd name="connsiteX10" fmla="*/ 11276 w 47953"/>
                  <a:gd name="connsiteY10" fmla="*/ 11183 h 72332"/>
                  <a:gd name="connsiteX11" fmla="*/ 20351 w 47953"/>
                  <a:gd name="connsiteY11" fmla="*/ 2859 h 72332"/>
                  <a:gd name="connsiteX12" fmla="*/ 31198 w 47953"/>
                  <a:gd name="connsiteY12" fmla="*/ 174 h 72332"/>
                  <a:gd name="connsiteX13" fmla="*/ 43012 w 47953"/>
                  <a:gd name="connsiteY13" fmla="*/ 4685 h 72332"/>
                  <a:gd name="connsiteX14" fmla="*/ 48274 w 47953"/>
                  <a:gd name="connsiteY14" fmla="*/ 17627 h 72332"/>
                  <a:gd name="connsiteX15" fmla="*/ 40112 w 47953"/>
                  <a:gd name="connsiteY15" fmla="*/ 18432 h 72332"/>
                  <a:gd name="connsiteX16" fmla="*/ 36890 w 47953"/>
                  <a:gd name="connsiteY16" fmla="*/ 10109 h 72332"/>
                  <a:gd name="connsiteX17" fmla="*/ 30554 w 47953"/>
                  <a:gd name="connsiteY17" fmla="*/ 7531 h 72332"/>
                  <a:gd name="connsiteX18" fmla="*/ 22713 w 47953"/>
                  <a:gd name="connsiteY18" fmla="*/ 10592 h 72332"/>
                  <a:gd name="connsiteX19" fmla="*/ 15894 w 47953"/>
                  <a:gd name="connsiteY19" fmla="*/ 19614 h 72332"/>
                  <a:gd name="connsiteX20" fmla="*/ 11974 w 47953"/>
                  <a:gd name="connsiteY20" fmla="*/ 30246 h 72332"/>
                  <a:gd name="connsiteX21" fmla="*/ 8913 w 47953"/>
                  <a:gd name="connsiteY21" fmla="*/ 51403 h 72332"/>
                  <a:gd name="connsiteX22" fmla="*/ 12618 w 47953"/>
                  <a:gd name="connsiteY22" fmla="*/ 61499 h 72332"/>
                  <a:gd name="connsiteX23" fmla="*/ 21049 w 47953"/>
                  <a:gd name="connsiteY23" fmla="*/ 65580 h 72332"/>
                  <a:gd name="connsiteX24" fmla="*/ 28030 w 47953"/>
                  <a:gd name="connsiteY24" fmla="*/ 63110 h 72332"/>
                  <a:gd name="connsiteX25" fmla="*/ 34259 w 47953"/>
                  <a:gd name="connsiteY25" fmla="*/ 55538 h 72332"/>
                  <a:gd name="connsiteX26" fmla="*/ 36783 w 47953"/>
                  <a:gd name="connsiteY26" fmla="*/ 45443 h 72332"/>
                  <a:gd name="connsiteX27" fmla="*/ 33238 w 47953"/>
                  <a:gd name="connsiteY27" fmla="*/ 35079 h 72332"/>
                  <a:gd name="connsiteX28" fmla="*/ 24647 w 47953"/>
                  <a:gd name="connsiteY28" fmla="*/ 31159 h 72332"/>
                  <a:gd name="connsiteX29" fmla="*/ 13907 w 47953"/>
                  <a:gd name="connsiteY29" fmla="*/ 36851 h 72332"/>
                  <a:gd name="connsiteX30" fmla="*/ 8913 w 47953"/>
                  <a:gd name="connsiteY30" fmla="*/ 5140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74" y="30246"/>
                    </a:moveTo>
                    <a:cubicBezTo>
                      <a:pt x="14390" y="28205"/>
                      <a:pt x="16860" y="26702"/>
                      <a:pt x="19277" y="25682"/>
                    </a:cubicBezTo>
                    <a:cubicBezTo>
                      <a:pt x="21693" y="24661"/>
                      <a:pt x="24110" y="24178"/>
                      <a:pt x="26526" y="24178"/>
                    </a:cubicBezTo>
                    <a:cubicBezTo>
                      <a:pt x="31896" y="24178"/>
                      <a:pt x="36353" y="26004"/>
                      <a:pt x="39844" y="29655"/>
                    </a:cubicBezTo>
                    <a:cubicBezTo>
                      <a:pt x="43334" y="33361"/>
                      <a:pt x="45106" y="38301"/>
                      <a:pt x="45106" y="44530"/>
                    </a:cubicBezTo>
                    <a:cubicBezTo>
                      <a:pt x="45106" y="52531"/>
                      <a:pt x="42529" y="59405"/>
                      <a:pt x="37266" y="65151"/>
                    </a:cubicBezTo>
                    <a:cubicBezTo>
                      <a:pt x="32755" y="70091"/>
                      <a:pt x="27278" y="72507"/>
                      <a:pt x="20834" y="72507"/>
                    </a:cubicBezTo>
                    <a:cubicBezTo>
                      <a:pt x="14981" y="72507"/>
                      <a:pt x="10094" y="70359"/>
                      <a:pt x="6174" y="66063"/>
                    </a:cubicBezTo>
                    <a:cubicBezTo>
                      <a:pt x="2254" y="61767"/>
                      <a:pt x="321" y="55646"/>
                      <a:pt x="321" y="47698"/>
                    </a:cubicBezTo>
                    <a:cubicBezTo>
                      <a:pt x="321" y="40556"/>
                      <a:pt x="1556" y="33199"/>
                      <a:pt x="4080" y="25628"/>
                    </a:cubicBezTo>
                    <a:cubicBezTo>
                      <a:pt x="6013" y="19775"/>
                      <a:pt x="8430" y="14942"/>
                      <a:pt x="11276" y="11183"/>
                    </a:cubicBezTo>
                    <a:cubicBezTo>
                      <a:pt x="14122" y="7370"/>
                      <a:pt x="17129" y="4631"/>
                      <a:pt x="20351" y="2859"/>
                    </a:cubicBezTo>
                    <a:cubicBezTo>
                      <a:pt x="23573" y="1087"/>
                      <a:pt x="27171" y="174"/>
                      <a:pt x="31198" y="174"/>
                    </a:cubicBezTo>
                    <a:cubicBezTo>
                      <a:pt x="36031" y="174"/>
                      <a:pt x="39951" y="1678"/>
                      <a:pt x="43012" y="4685"/>
                    </a:cubicBezTo>
                    <a:cubicBezTo>
                      <a:pt x="46073" y="7692"/>
                      <a:pt x="47845" y="12042"/>
                      <a:pt x="48274" y="17627"/>
                    </a:cubicBezTo>
                    <a:lnTo>
                      <a:pt x="40112" y="18432"/>
                    </a:lnTo>
                    <a:cubicBezTo>
                      <a:pt x="39682" y="14566"/>
                      <a:pt x="38608" y="11827"/>
                      <a:pt x="36890" y="10109"/>
                    </a:cubicBezTo>
                    <a:cubicBezTo>
                      <a:pt x="35172" y="8390"/>
                      <a:pt x="33024" y="7531"/>
                      <a:pt x="30554" y="7531"/>
                    </a:cubicBezTo>
                    <a:cubicBezTo>
                      <a:pt x="27976" y="7531"/>
                      <a:pt x="25345" y="8551"/>
                      <a:pt x="22713" y="10592"/>
                    </a:cubicBezTo>
                    <a:cubicBezTo>
                      <a:pt x="20029" y="12579"/>
                      <a:pt x="17773" y="15586"/>
                      <a:pt x="15894" y="19614"/>
                    </a:cubicBezTo>
                    <a:cubicBezTo>
                      <a:pt x="13960" y="23587"/>
                      <a:pt x="12672" y="27131"/>
                      <a:pt x="11974" y="30246"/>
                    </a:cubicBezTo>
                    <a:moveTo>
                      <a:pt x="8913" y="51403"/>
                    </a:moveTo>
                    <a:cubicBezTo>
                      <a:pt x="8913" y="55431"/>
                      <a:pt x="10148" y="58760"/>
                      <a:pt x="12618" y="61499"/>
                    </a:cubicBezTo>
                    <a:cubicBezTo>
                      <a:pt x="15142" y="64238"/>
                      <a:pt x="17934" y="65580"/>
                      <a:pt x="21049" y="65580"/>
                    </a:cubicBezTo>
                    <a:cubicBezTo>
                      <a:pt x="23250" y="65580"/>
                      <a:pt x="25560" y="64721"/>
                      <a:pt x="28030" y="63110"/>
                    </a:cubicBezTo>
                    <a:cubicBezTo>
                      <a:pt x="30446" y="61445"/>
                      <a:pt x="32540" y="58921"/>
                      <a:pt x="34259" y="55538"/>
                    </a:cubicBezTo>
                    <a:cubicBezTo>
                      <a:pt x="35924" y="52155"/>
                      <a:pt x="36783" y="48772"/>
                      <a:pt x="36783" y="45443"/>
                    </a:cubicBezTo>
                    <a:cubicBezTo>
                      <a:pt x="36783" y="41093"/>
                      <a:pt x="35601" y="37656"/>
                      <a:pt x="33238" y="35079"/>
                    </a:cubicBezTo>
                    <a:cubicBezTo>
                      <a:pt x="30876" y="32448"/>
                      <a:pt x="28030" y="31159"/>
                      <a:pt x="24647" y="31159"/>
                    </a:cubicBezTo>
                    <a:cubicBezTo>
                      <a:pt x="20834" y="31159"/>
                      <a:pt x="17236" y="33038"/>
                      <a:pt x="13907" y="36851"/>
                    </a:cubicBezTo>
                    <a:cubicBezTo>
                      <a:pt x="10577" y="40610"/>
                      <a:pt x="8913" y="45497"/>
                      <a:pt x="8913" y="514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3" name="Freihandform: Form 262">
                <a:extLst>
                  <a:ext uri="{FF2B5EF4-FFF2-40B4-BE49-F238E27FC236}">
                    <a16:creationId xmlns:a16="http://schemas.microsoft.com/office/drawing/2014/main" id="{2058B0F8-DA0F-DEB1-10A6-E61832ACB774}"/>
                  </a:ext>
                </a:extLst>
              </p:cNvPr>
              <p:cNvSpPr/>
              <p:nvPr/>
            </p:nvSpPr>
            <p:spPr>
              <a:xfrm>
                <a:off x="8214317" y="2923533"/>
                <a:ext cx="49188" cy="70829"/>
              </a:xfrm>
              <a:custGeom>
                <a:avLst/>
                <a:gdLst>
                  <a:gd name="connsiteX0" fmla="*/ 25402 w 49188"/>
                  <a:gd name="connsiteY0" fmla="*/ 71004 h 70829"/>
                  <a:gd name="connsiteX1" fmla="*/ 29215 w 49188"/>
                  <a:gd name="connsiteY1" fmla="*/ 52907 h 70829"/>
                  <a:gd name="connsiteX2" fmla="*/ 325 w 49188"/>
                  <a:gd name="connsiteY2" fmla="*/ 52907 h 70829"/>
                  <a:gd name="connsiteX3" fmla="*/ 2151 w 49188"/>
                  <a:gd name="connsiteY3" fmla="*/ 44261 h 70829"/>
                  <a:gd name="connsiteX4" fmla="*/ 41834 w 49188"/>
                  <a:gd name="connsiteY4" fmla="*/ 174 h 70829"/>
                  <a:gd name="connsiteX5" fmla="*/ 48976 w 49188"/>
                  <a:gd name="connsiteY5" fmla="*/ 174 h 70829"/>
                  <a:gd name="connsiteX6" fmla="*/ 39525 w 49188"/>
                  <a:gd name="connsiteY6" fmla="*/ 45174 h 70829"/>
                  <a:gd name="connsiteX7" fmla="*/ 49513 w 49188"/>
                  <a:gd name="connsiteY7" fmla="*/ 45174 h 70829"/>
                  <a:gd name="connsiteX8" fmla="*/ 47902 w 49188"/>
                  <a:gd name="connsiteY8" fmla="*/ 52907 h 70829"/>
                  <a:gd name="connsiteX9" fmla="*/ 37968 w 49188"/>
                  <a:gd name="connsiteY9" fmla="*/ 52907 h 70829"/>
                  <a:gd name="connsiteX10" fmla="*/ 34155 w 49188"/>
                  <a:gd name="connsiteY10" fmla="*/ 71004 h 70829"/>
                  <a:gd name="connsiteX11" fmla="*/ 25402 w 49188"/>
                  <a:gd name="connsiteY11" fmla="*/ 71004 h 70829"/>
                  <a:gd name="connsiteX12" fmla="*/ 30826 w 49188"/>
                  <a:gd name="connsiteY12" fmla="*/ 45174 h 70829"/>
                  <a:gd name="connsiteX13" fmla="*/ 37001 w 49188"/>
                  <a:gd name="connsiteY13" fmla="*/ 15640 h 70829"/>
                  <a:gd name="connsiteX14" fmla="*/ 10581 w 49188"/>
                  <a:gd name="connsiteY14" fmla="*/ 45174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02" y="71004"/>
                    </a:moveTo>
                    <a:lnTo>
                      <a:pt x="29215" y="52907"/>
                    </a:lnTo>
                    <a:lnTo>
                      <a:pt x="325" y="52907"/>
                    </a:lnTo>
                    <a:lnTo>
                      <a:pt x="2151" y="44261"/>
                    </a:lnTo>
                    <a:lnTo>
                      <a:pt x="41834" y="174"/>
                    </a:lnTo>
                    <a:lnTo>
                      <a:pt x="48976" y="174"/>
                    </a:lnTo>
                    <a:lnTo>
                      <a:pt x="39525" y="45174"/>
                    </a:lnTo>
                    <a:lnTo>
                      <a:pt x="49513" y="45174"/>
                    </a:lnTo>
                    <a:lnTo>
                      <a:pt x="47902" y="52907"/>
                    </a:lnTo>
                    <a:lnTo>
                      <a:pt x="37968" y="52907"/>
                    </a:lnTo>
                    <a:lnTo>
                      <a:pt x="34155" y="71004"/>
                    </a:lnTo>
                    <a:lnTo>
                      <a:pt x="25402" y="71004"/>
                    </a:lnTo>
                    <a:moveTo>
                      <a:pt x="30826" y="45174"/>
                    </a:moveTo>
                    <a:lnTo>
                      <a:pt x="37001" y="15640"/>
                    </a:lnTo>
                    <a:lnTo>
                      <a:pt x="10581" y="4517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4" name="Freihandform: Form 263">
                <a:extLst>
                  <a:ext uri="{FF2B5EF4-FFF2-40B4-BE49-F238E27FC236}">
                    <a16:creationId xmlns:a16="http://schemas.microsoft.com/office/drawing/2014/main" id="{0FF6A17A-202A-43C8-0956-6159EC5BBCB9}"/>
                  </a:ext>
                </a:extLst>
              </p:cNvPr>
              <p:cNvSpPr/>
              <p:nvPr/>
            </p:nvSpPr>
            <p:spPr>
              <a:xfrm>
                <a:off x="8270663" y="2923211"/>
                <a:ext cx="49833" cy="71151"/>
              </a:xfrm>
              <a:custGeom>
                <a:avLst/>
                <a:gdLst>
                  <a:gd name="connsiteX0" fmla="*/ 329 w 49833"/>
                  <a:gd name="connsiteY0" fmla="*/ 71326 h 71151"/>
                  <a:gd name="connsiteX1" fmla="*/ 4088 w 49833"/>
                  <a:gd name="connsiteY1" fmla="*/ 60693 h 71151"/>
                  <a:gd name="connsiteX2" fmla="*/ 10424 w 49833"/>
                  <a:gd name="connsiteY2" fmla="*/ 52585 h 71151"/>
                  <a:gd name="connsiteX3" fmla="*/ 25675 w 49833"/>
                  <a:gd name="connsiteY3" fmla="*/ 39697 h 71151"/>
                  <a:gd name="connsiteX4" fmla="*/ 35072 w 49833"/>
                  <a:gd name="connsiteY4" fmla="*/ 31642 h 71151"/>
                  <a:gd name="connsiteX5" fmla="*/ 40335 w 49833"/>
                  <a:gd name="connsiteY5" fmla="*/ 24232 h 71151"/>
                  <a:gd name="connsiteX6" fmla="*/ 41462 w 49833"/>
                  <a:gd name="connsiteY6" fmla="*/ 18915 h 71151"/>
                  <a:gd name="connsiteX7" fmla="*/ 38026 w 49833"/>
                  <a:gd name="connsiteY7" fmla="*/ 10592 h 71151"/>
                  <a:gd name="connsiteX8" fmla="*/ 29541 w 49833"/>
                  <a:gd name="connsiteY8" fmla="*/ 7209 h 71151"/>
                  <a:gd name="connsiteX9" fmla="*/ 20842 w 49833"/>
                  <a:gd name="connsiteY9" fmla="*/ 10646 h 71151"/>
                  <a:gd name="connsiteX10" fmla="*/ 15526 w 49833"/>
                  <a:gd name="connsiteY10" fmla="*/ 21761 h 71151"/>
                  <a:gd name="connsiteX11" fmla="*/ 6934 w 49833"/>
                  <a:gd name="connsiteY11" fmla="*/ 20473 h 71151"/>
                  <a:gd name="connsiteX12" fmla="*/ 14291 w 49833"/>
                  <a:gd name="connsiteY12" fmla="*/ 5598 h 71151"/>
                  <a:gd name="connsiteX13" fmla="*/ 29380 w 49833"/>
                  <a:gd name="connsiteY13" fmla="*/ 174 h 71151"/>
                  <a:gd name="connsiteX14" fmla="*/ 40335 w 49833"/>
                  <a:gd name="connsiteY14" fmla="*/ 2698 h 71151"/>
                  <a:gd name="connsiteX15" fmla="*/ 47692 w 49833"/>
                  <a:gd name="connsiteY15" fmla="*/ 9733 h 71151"/>
                  <a:gd name="connsiteX16" fmla="*/ 50162 w 49833"/>
                  <a:gd name="connsiteY16" fmla="*/ 19130 h 71151"/>
                  <a:gd name="connsiteX17" fmla="*/ 45114 w 49833"/>
                  <a:gd name="connsiteY17" fmla="*/ 32716 h 71151"/>
                  <a:gd name="connsiteX18" fmla="*/ 26964 w 49833"/>
                  <a:gd name="connsiteY18" fmla="*/ 48719 h 71151"/>
                  <a:gd name="connsiteX19" fmla="*/ 17298 w 49833"/>
                  <a:gd name="connsiteY19" fmla="*/ 57096 h 71151"/>
                  <a:gd name="connsiteX20" fmla="*/ 12572 w 49833"/>
                  <a:gd name="connsiteY20" fmla="*/ 63325 h 71151"/>
                  <a:gd name="connsiteX21" fmla="*/ 44255 w 49833"/>
                  <a:gd name="connsiteY21" fmla="*/ 63325 h 71151"/>
                  <a:gd name="connsiteX22" fmla="*/ 42590 w 49833"/>
                  <a:gd name="connsiteY22" fmla="*/ 71326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29" y="71326"/>
                    </a:moveTo>
                    <a:cubicBezTo>
                      <a:pt x="1242" y="67084"/>
                      <a:pt x="2477" y="63593"/>
                      <a:pt x="4088" y="60693"/>
                    </a:cubicBezTo>
                    <a:cubicBezTo>
                      <a:pt x="5645" y="57847"/>
                      <a:pt x="7793" y="55162"/>
                      <a:pt x="10424" y="52585"/>
                    </a:cubicBezTo>
                    <a:cubicBezTo>
                      <a:pt x="13056" y="50061"/>
                      <a:pt x="18157" y="45765"/>
                      <a:pt x="25675" y="39697"/>
                    </a:cubicBezTo>
                    <a:cubicBezTo>
                      <a:pt x="30293" y="36099"/>
                      <a:pt x="33408" y="33414"/>
                      <a:pt x="35072" y="31642"/>
                    </a:cubicBezTo>
                    <a:cubicBezTo>
                      <a:pt x="37489" y="29118"/>
                      <a:pt x="39261" y="26648"/>
                      <a:pt x="40335" y="24232"/>
                    </a:cubicBezTo>
                    <a:cubicBezTo>
                      <a:pt x="41087" y="22621"/>
                      <a:pt x="41462" y="20849"/>
                      <a:pt x="41462" y="18915"/>
                    </a:cubicBezTo>
                    <a:cubicBezTo>
                      <a:pt x="41462" y="15640"/>
                      <a:pt x="40281" y="12847"/>
                      <a:pt x="38026" y="10592"/>
                    </a:cubicBezTo>
                    <a:cubicBezTo>
                      <a:pt x="35717" y="8337"/>
                      <a:pt x="32871" y="7209"/>
                      <a:pt x="29541" y="7209"/>
                    </a:cubicBezTo>
                    <a:cubicBezTo>
                      <a:pt x="26212" y="7209"/>
                      <a:pt x="23312" y="8337"/>
                      <a:pt x="20842" y="10646"/>
                    </a:cubicBezTo>
                    <a:cubicBezTo>
                      <a:pt x="18318" y="12955"/>
                      <a:pt x="16546" y="16660"/>
                      <a:pt x="15526" y="21761"/>
                    </a:cubicBezTo>
                    <a:lnTo>
                      <a:pt x="6934" y="20473"/>
                    </a:lnTo>
                    <a:cubicBezTo>
                      <a:pt x="7793" y="14190"/>
                      <a:pt x="10209" y="9250"/>
                      <a:pt x="14291" y="5598"/>
                    </a:cubicBezTo>
                    <a:cubicBezTo>
                      <a:pt x="18318" y="2000"/>
                      <a:pt x="23366" y="174"/>
                      <a:pt x="29380" y="174"/>
                    </a:cubicBezTo>
                    <a:cubicBezTo>
                      <a:pt x="33408" y="174"/>
                      <a:pt x="37059" y="1034"/>
                      <a:pt x="40335" y="2698"/>
                    </a:cubicBezTo>
                    <a:cubicBezTo>
                      <a:pt x="43610" y="4363"/>
                      <a:pt x="46027" y="6726"/>
                      <a:pt x="47692" y="9733"/>
                    </a:cubicBezTo>
                    <a:cubicBezTo>
                      <a:pt x="49356" y="12794"/>
                      <a:pt x="50162" y="15908"/>
                      <a:pt x="50162" y="19130"/>
                    </a:cubicBezTo>
                    <a:cubicBezTo>
                      <a:pt x="50162" y="23856"/>
                      <a:pt x="48497" y="28367"/>
                      <a:pt x="45114" y="32716"/>
                    </a:cubicBezTo>
                    <a:cubicBezTo>
                      <a:pt x="43074" y="35401"/>
                      <a:pt x="37005" y="40771"/>
                      <a:pt x="26964" y="48719"/>
                    </a:cubicBezTo>
                    <a:cubicBezTo>
                      <a:pt x="22614" y="52102"/>
                      <a:pt x="19446" y="54948"/>
                      <a:pt x="17298" y="57096"/>
                    </a:cubicBezTo>
                    <a:cubicBezTo>
                      <a:pt x="15204" y="59297"/>
                      <a:pt x="13593" y="61392"/>
                      <a:pt x="12572" y="63325"/>
                    </a:cubicBezTo>
                    <a:lnTo>
                      <a:pt x="44255" y="63325"/>
                    </a:lnTo>
                    <a:lnTo>
                      <a:pt x="42590" y="7132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5" name="Freihandform: Form 264">
                <a:extLst>
                  <a:ext uri="{FF2B5EF4-FFF2-40B4-BE49-F238E27FC236}">
                    <a16:creationId xmlns:a16="http://schemas.microsoft.com/office/drawing/2014/main" id="{F0CE26E7-8558-CEF5-2E1F-22D5DEA021BF}"/>
                  </a:ext>
                </a:extLst>
              </p:cNvPr>
              <p:cNvSpPr/>
              <p:nvPr/>
            </p:nvSpPr>
            <p:spPr>
              <a:xfrm>
                <a:off x="8326565" y="2923211"/>
                <a:ext cx="47899" cy="72332"/>
              </a:xfrm>
              <a:custGeom>
                <a:avLst/>
                <a:gdLst>
                  <a:gd name="connsiteX0" fmla="*/ 333 w 47899"/>
                  <a:gd name="connsiteY0" fmla="*/ 55109 h 72332"/>
                  <a:gd name="connsiteX1" fmla="*/ 8549 w 47899"/>
                  <a:gd name="connsiteY1" fmla="*/ 54250 h 72332"/>
                  <a:gd name="connsiteX2" fmla="*/ 11932 w 47899"/>
                  <a:gd name="connsiteY2" fmla="*/ 62734 h 72332"/>
                  <a:gd name="connsiteX3" fmla="*/ 18054 w 47899"/>
                  <a:gd name="connsiteY3" fmla="*/ 65258 h 72332"/>
                  <a:gd name="connsiteX4" fmla="*/ 27344 w 47899"/>
                  <a:gd name="connsiteY4" fmla="*/ 60908 h 72332"/>
                  <a:gd name="connsiteX5" fmla="*/ 36687 w 47899"/>
                  <a:gd name="connsiteY5" fmla="*/ 42543 h 72332"/>
                  <a:gd name="connsiteX6" fmla="*/ 28901 w 47899"/>
                  <a:gd name="connsiteY6" fmla="*/ 47269 h 72332"/>
                  <a:gd name="connsiteX7" fmla="*/ 21920 w 47899"/>
                  <a:gd name="connsiteY7" fmla="*/ 48665 h 72332"/>
                  <a:gd name="connsiteX8" fmla="*/ 10321 w 47899"/>
                  <a:gd name="connsiteY8" fmla="*/ 44315 h 72332"/>
                  <a:gd name="connsiteX9" fmla="*/ 3555 w 47899"/>
                  <a:gd name="connsiteY9" fmla="*/ 28098 h 72332"/>
                  <a:gd name="connsiteX10" fmla="*/ 11341 w 47899"/>
                  <a:gd name="connsiteY10" fmla="*/ 7531 h 72332"/>
                  <a:gd name="connsiteX11" fmla="*/ 27827 w 47899"/>
                  <a:gd name="connsiteY11" fmla="*/ 174 h 72332"/>
                  <a:gd name="connsiteX12" fmla="*/ 42433 w 47899"/>
                  <a:gd name="connsiteY12" fmla="*/ 6672 h 72332"/>
                  <a:gd name="connsiteX13" fmla="*/ 48233 w 47899"/>
                  <a:gd name="connsiteY13" fmla="*/ 25091 h 72332"/>
                  <a:gd name="connsiteX14" fmla="*/ 44366 w 47899"/>
                  <a:gd name="connsiteY14" fmla="*/ 47913 h 72332"/>
                  <a:gd name="connsiteX15" fmla="*/ 31962 w 47899"/>
                  <a:gd name="connsiteY15" fmla="*/ 67406 h 72332"/>
                  <a:gd name="connsiteX16" fmla="*/ 17570 w 47899"/>
                  <a:gd name="connsiteY16" fmla="*/ 72507 h 72332"/>
                  <a:gd name="connsiteX17" fmla="*/ 5595 w 47899"/>
                  <a:gd name="connsiteY17" fmla="*/ 67943 h 72332"/>
                  <a:gd name="connsiteX18" fmla="*/ 333 w 47899"/>
                  <a:gd name="connsiteY18" fmla="*/ 55109 h 72332"/>
                  <a:gd name="connsiteX19" fmla="*/ 11986 w 47899"/>
                  <a:gd name="connsiteY19" fmla="*/ 27078 h 72332"/>
                  <a:gd name="connsiteX20" fmla="*/ 15530 w 47899"/>
                  <a:gd name="connsiteY20" fmla="*/ 37710 h 72332"/>
                  <a:gd name="connsiteX21" fmla="*/ 23960 w 47899"/>
                  <a:gd name="connsiteY21" fmla="*/ 41630 h 72332"/>
                  <a:gd name="connsiteX22" fmla="*/ 31156 w 47899"/>
                  <a:gd name="connsiteY22" fmla="*/ 39214 h 72332"/>
                  <a:gd name="connsiteX23" fmla="*/ 37332 w 47899"/>
                  <a:gd name="connsiteY23" fmla="*/ 31803 h 72332"/>
                  <a:gd name="connsiteX24" fmla="*/ 39856 w 47899"/>
                  <a:gd name="connsiteY24" fmla="*/ 21761 h 72332"/>
                  <a:gd name="connsiteX25" fmla="*/ 38191 w 47899"/>
                  <a:gd name="connsiteY25" fmla="*/ 14190 h 72332"/>
                  <a:gd name="connsiteX26" fmla="*/ 33573 w 47899"/>
                  <a:gd name="connsiteY26" fmla="*/ 8981 h 72332"/>
                  <a:gd name="connsiteX27" fmla="*/ 27666 w 47899"/>
                  <a:gd name="connsiteY27" fmla="*/ 7209 h 72332"/>
                  <a:gd name="connsiteX28" fmla="*/ 21920 w 47899"/>
                  <a:gd name="connsiteY28" fmla="*/ 8766 h 72332"/>
                  <a:gd name="connsiteX29" fmla="*/ 16765 w 47899"/>
                  <a:gd name="connsiteY29" fmla="*/ 13277 h 72332"/>
                  <a:gd name="connsiteX30" fmla="*/ 13167 w 47899"/>
                  <a:gd name="connsiteY30" fmla="*/ 20150 h 72332"/>
                  <a:gd name="connsiteX31" fmla="*/ 11986 w 47899"/>
                  <a:gd name="connsiteY31" fmla="*/ 27078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33" y="55109"/>
                    </a:moveTo>
                    <a:lnTo>
                      <a:pt x="8549" y="54250"/>
                    </a:lnTo>
                    <a:cubicBezTo>
                      <a:pt x="9086" y="58223"/>
                      <a:pt x="10213" y="61069"/>
                      <a:pt x="11932" y="62734"/>
                    </a:cubicBezTo>
                    <a:cubicBezTo>
                      <a:pt x="13650" y="64399"/>
                      <a:pt x="15691" y="65258"/>
                      <a:pt x="18054" y="65258"/>
                    </a:cubicBezTo>
                    <a:cubicBezTo>
                      <a:pt x="21383" y="65258"/>
                      <a:pt x="24498" y="63808"/>
                      <a:pt x="27344" y="60908"/>
                    </a:cubicBezTo>
                    <a:cubicBezTo>
                      <a:pt x="31586" y="56612"/>
                      <a:pt x="34700" y="50544"/>
                      <a:pt x="36687" y="42543"/>
                    </a:cubicBezTo>
                    <a:cubicBezTo>
                      <a:pt x="33734" y="44745"/>
                      <a:pt x="31156" y="46302"/>
                      <a:pt x="28901" y="47269"/>
                    </a:cubicBezTo>
                    <a:cubicBezTo>
                      <a:pt x="26592" y="48182"/>
                      <a:pt x="24283" y="48665"/>
                      <a:pt x="21920" y="48665"/>
                    </a:cubicBezTo>
                    <a:cubicBezTo>
                      <a:pt x="17570" y="48665"/>
                      <a:pt x="13704" y="47215"/>
                      <a:pt x="10321" y="44315"/>
                    </a:cubicBezTo>
                    <a:cubicBezTo>
                      <a:pt x="5810" y="40556"/>
                      <a:pt x="3555" y="35133"/>
                      <a:pt x="3555" y="28098"/>
                    </a:cubicBezTo>
                    <a:cubicBezTo>
                      <a:pt x="3555" y="20097"/>
                      <a:pt x="6132" y="13223"/>
                      <a:pt x="11341" y="7531"/>
                    </a:cubicBezTo>
                    <a:cubicBezTo>
                      <a:pt x="15852" y="2645"/>
                      <a:pt x="21329" y="174"/>
                      <a:pt x="27827" y="174"/>
                    </a:cubicBezTo>
                    <a:cubicBezTo>
                      <a:pt x="33680" y="174"/>
                      <a:pt x="38567" y="2376"/>
                      <a:pt x="42433" y="6672"/>
                    </a:cubicBezTo>
                    <a:cubicBezTo>
                      <a:pt x="46299" y="11022"/>
                      <a:pt x="48233" y="17143"/>
                      <a:pt x="48233" y="25091"/>
                    </a:cubicBezTo>
                    <a:cubicBezTo>
                      <a:pt x="48233" y="32770"/>
                      <a:pt x="46944" y="40395"/>
                      <a:pt x="44366" y="47913"/>
                    </a:cubicBezTo>
                    <a:cubicBezTo>
                      <a:pt x="41305" y="56720"/>
                      <a:pt x="37171" y="63217"/>
                      <a:pt x="31962" y="67406"/>
                    </a:cubicBezTo>
                    <a:cubicBezTo>
                      <a:pt x="27719" y="70843"/>
                      <a:pt x="22887" y="72507"/>
                      <a:pt x="17570" y="72507"/>
                    </a:cubicBezTo>
                    <a:cubicBezTo>
                      <a:pt x="12684" y="72507"/>
                      <a:pt x="8710" y="71004"/>
                      <a:pt x="5595" y="67943"/>
                    </a:cubicBezTo>
                    <a:cubicBezTo>
                      <a:pt x="2481" y="64936"/>
                      <a:pt x="709" y="60640"/>
                      <a:pt x="333" y="55109"/>
                    </a:cubicBezTo>
                    <a:moveTo>
                      <a:pt x="11986" y="27078"/>
                    </a:moveTo>
                    <a:cubicBezTo>
                      <a:pt x="11986" y="31481"/>
                      <a:pt x="13167" y="35025"/>
                      <a:pt x="15530" y="37710"/>
                    </a:cubicBezTo>
                    <a:cubicBezTo>
                      <a:pt x="17893" y="40341"/>
                      <a:pt x="20739" y="41630"/>
                      <a:pt x="23960" y="41630"/>
                    </a:cubicBezTo>
                    <a:cubicBezTo>
                      <a:pt x="26377" y="41630"/>
                      <a:pt x="28794" y="40825"/>
                      <a:pt x="31156" y="39214"/>
                    </a:cubicBezTo>
                    <a:cubicBezTo>
                      <a:pt x="33573" y="37549"/>
                      <a:pt x="35613" y="35079"/>
                      <a:pt x="37332" y="31803"/>
                    </a:cubicBezTo>
                    <a:cubicBezTo>
                      <a:pt x="38996" y="28528"/>
                      <a:pt x="39856" y="25198"/>
                      <a:pt x="39856" y="21761"/>
                    </a:cubicBezTo>
                    <a:cubicBezTo>
                      <a:pt x="39856" y="19023"/>
                      <a:pt x="39319" y="16499"/>
                      <a:pt x="38191" y="14190"/>
                    </a:cubicBezTo>
                    <a:cubicBezTo>
                      <a:pt x="37063" y="11881"/>
                      <a:pt x="35506" y="10109"/>
                      <a:pt x="33573" y="8981"/>
                    </a:cubicBezTo>
                    <a:cubicBezTo>
                      <a:pt x="31640" y="7800"/>
                      <a:pt x="29653" y="7209"/>
                      <a:pt x="27666" y="7209"/>
                    </a:cubicBezTo>
                    <a:cubicBezTo>
                      <a:pt x="25733" y="7209"/>
                      <a:pt x="23800" y="7692"/>
                      <a:pt x="21920" y="8766"/>
                    </a:cubicBezTo>
                    <a:cubicBezTo>
                      <a:pt x="20094" y="9787"/>
                      <a:pt x="18322" y="11290"/>
                      <a:pt x="16765" y="13277"/>
                    </a:cubicBezTo>
                    <a:cubicBezTo>
                      <a:pt x="15154" y="15264"/>
                      <a:pt x="13972" y="17573"/>
                      <a:pt x="13167" y="20150"/>
                    </a:cubicBezTo>
                    <a:cubicBezTo>
                      <a:pt x="12362" y="22782"/>
                      <a:pt x="11986" y="25037"/>
                      <a:pt x="11986" y="270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6" name="Freihandform: Form 265">
                <a:extLst>
                  <a:ext uri="{FF2B5EF4-FFF2-40B4-BE49-F238E27FC236}">
                    <a16:creationId xmlns:a16="http://schemas.microsoft.com/office/drawing/2014/main" id="{72870E1F-B2D0-00F4-825E-12C0315C28DC}"/>
                  </a:ext>
                </a:extLst>
              </p:cNvPr>
              <p:cNvSpPr/>
              <p:nvPr/>
            </p:nvSpPr>
            <p:spPr>
              <a:xfrm>
                <a:off x="8380749" y="2923211"/>
                <a:ext cx="49833" cy="71151"/>
              </a:xfrm>
              <a:custGeom>
                <a:avLst/>
                <a:gdLst>
                  <a:gd name="connsiteX0" fmla="*/ 337 w 49833"/>
                  <a:gd name="connsiteY0" fmla="*/ 71326 h 71151"/>
                  <a:gd name="connsiteX1" fmla="*/ 4096 w 49833"/>
                  <a:gd name="connsiteY1" fmla="*/ 60693 h 71151"/>
                  <a:gd name="connsiteX2" fmla="*/ 10432 w 49833"/>
                  <a:gd name="connsiteY2" fmla="*/ 52585 h 71151"/>
                  <a:gd name="connsiteX3" fmla="*/ 25683 w 49833"/>
                  <a:gd name="connsiteY3" fmla="*/ 39697 h 71151"/>
                  <a:gd name="connsiteX4" fmla="*/ 35080 w 49833"/>
                  <a:gd name="connsiteY4" fmla="*/ 31642 h 71151"/>
                  <a:gd name="connsiteX5" fmla="*/ 40343 w 49833"/>
                  <a:gd name="connsiteY5" fmla="*/ 24232 h 71151"/>
                  <a:gd name="connsiteX6" fmla="*/ 41470 w 49833"/>
                  <a:gd name="connsiteY6" fmla="*/ 18915 h 71151"/>
                  <a:gd name="connsiteX7" fmla="*/ 38034 w 49833"/>
                  <a:gd name="connsiteY7" fmla="*/ 10592 h 71151"/>
                  <a:gd name="connsiteX8" fmla="*/ 29549 w 49833"/>
                  <a:gd name="connsiteY8" fmla="*/ 7209 h 71151"/>
                  <a:gd name="connsiteX9" fmla="*/ 20850 w 49833"/>
                  <a:gd name="connsiteY9" fmla="*/ 10646 h 71151"/>
                  <a:gd name="connsiteX10" fmla="*/ 15534 w 49833"/>
                  <a:gd name="connsiteY10" fmla="*/ 21761 h 71151"/>
                  <a:gd name="connsiteX11" fmla="*/ 6942 w 49833"/>
                  <a:gd name="connsiteY11" fmla="*/ 20473 h 71151"/>
                  <a:gd name="connsiteX12" fmla="*/ 14299 w 49833"/>
                  <a:gd name="connsiteY12" fmla="*/ 5598 h 71151"/>
                  <a:gd name="connsiteX13" fmla="*/ 29388 w 49833"/>
                  <a:gd name="connsiteY13" fmla="*/ 174 h 71151"/>
                  <a:gd name="connsiteX14" fmla="*/ 40343 w 49833"/>
                  <a:gd name="connsiteY14" fmla="*/ 2698 h 71151"/>
                  <a:gd name="connsiteX15" fmla="*/ 47700 w 49833"/>
                  <a:gd name="connsiteY15" fmla="*/ 9733 h 71151"/>
                  <a:gd name="connsiteX16" fmla="*/ 50170 w 49833"/>
                  <a:gd name="connsiteY16" fmla="*/ 19130 h 71151"/>
                  <a:gd name="connsiteX17" fmla="*/ 45122 w 49833"/>
                  <a:gd name="connsiteY17" fmla="*/ 32716 h 71151"/>
                  <a:gd name="connsiteX18" fmla="*/ 26972 w 49833"/>
                  <a:gd name="connsiteY18" fmla="*/ 48719 h 71151"/>
                  <a:gd name="connsiteX19" fmla="*/ 17306 w 49833"/>
                  <a:gd name="connsiteY19" fmla="*/ 57096 h 71151"/>
                  <a:gd name="connsiteX20" fmla="*/ 12580 w 49833"/>
                  <a:gd name="connsiteY20" fmla="*/ 63325 h 71151"/>
                  <a:gd name="connsiteX21" fmla="*/ 44263 w 49833"/>
                  <a:gd name="connsiteY21" fmla="*/ 63325 h 71151"/>
                  <a:gd name="connsiteX22" fmla="*/ 42598 w 49833"/>
                  <a:gd name="connsiteY22" fmla="*/ 71326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37" y="71326"/>
                    </a:moveTo>
                    <a:cubicBezTo>
                      <a:pt x="1250" y="67084"/>
                      <a:pt x="2485" y="63593"/>
                      <a:pt x="4096" y="60693"/>
                    </a:cubicBezTo>
                    <a:cubicBezTo>
                      <a:pt x="5653" y="57847"/>
                      <a:pt x="7801" y="55162"/>
                      <a:pt x="10432" y="52585"/>
                    </a:cubicBezTo>
                    <a:cubicBezTo>
                      <a:pt x="13064" y="50061"/>
                      <a:pt x="18165" y="45765"/>
                      <a:pt x="25683" y="39697"/>
                    </a:cubicBezTo>
                    <a:cubicBezTo>
                      <a:pt x="30301" y="36099"/>
                      <a:pt x="33416" y="33414"/>
                      <a:pt x="35080" y="31642"/>
                    </a:cubicBezTo>
                    <a:cubicBezTo>
                      <a:pt x="37497" y="29118"/>
                      <a:pt x="39269" y="26648"/>
                      <a:pt x="40343" y="24232"/>
                    </a:cubicBezTo>
                    <a:cubicBezTo>
                      <a:pt x="41095" y="22621"/>
                      <a:pt x="41470" y="20849"/>
                      <a:pt x="41470" y="18915"/>
                    </a:cubicBezTo>
                    <a:cubicBezTo>
                      <a:pt x="41470" y="15640"/>
                      <a:pt x="40289" y="12847"/>
                      <a:pt x="38034" y="10592"/>
                    </a:cubicBezTo>
                    <a:cubicBezTo>
                      <a:pt x="35725" y="8337"/>
                      <a:pt x="32879" y="7209"/>
                      <a:pt x="29549" y="7209"/>
                    </a:cubicBezTo>
                    <a:cubicBezTo>
                      <a:pt x="26220" y="7209"/>
                      <a:pt x="23320" y="8337"/>
                      <a:pt x="20850" y="10646"/>
                    </a:cubicBezTo>
                    <a:cubicBezTo>
                      <a:pt x="18326" y="12955"/>
                      <a:pt x="16554" y="16660"/>
                      <a:pt x="15534" y="21761"/>
                    </a:cubicBezTo>
                    <a:lnTo>
                      <a:pt x="6942" y="20473"/>
                    </a:lnTo>
                    <a:cubicBezTo>
                      <a:pt x="7801" y="14190"/>
                      <a:pt x="10217" y="9250"/>
                      <a:pt x="14299" y="5598"/>
                    </a:cubicBezTo>
                    <a:cubicBezTo>
                      <a:pt x="18326" y="2000"/>
                      <a:pt x="23374" y="174"/>
                      <a:pt x="29388" y="174"/>
                    </a:cubicBezTo>
                    <a:cubicBezTo>
                      <a:pt x="33416" y="174"/>
                      <a:pt x="37067" y="1034"/>
                      <a:pt x="40343" y="2698"/>
                    </a:cubicBezTo>
                    <a:cubicBezTo>
                      <a:pt x="43618" y="4363"/>
                      <a:pt x="46035" y="6726"/>
                      <a:pt x="47700" y="9733"/>
                    </a:cubicBezTo>
                    <a:cubicBezTo>
                      <a:pt x="49364" y="12794"/>
                      <a:pt x="50170" y="15908"/>
                      <a:pt x="50170" y="19130"/>
                    </a:cubicBezTo>
                    <a:cubicBezTo>
                      <a:pt x="50170" y="23856"/>
                      <a:pt x="48505" y="28367"/>
                      <a:pt x="45122" y="32716"/>
                    </a:cubicBezTo>
                    <a:cubicBezTo>
                      <a:pt x="43082" y="35401"/>
                      <a:pt x="37013" y="40771"/>
                      <a:pt x="26972" y="48719"/>
                    </a:cubicBezTo>
                    <a:cubicBezTo>
                      <a:pt x="22622" y="52102"/>
                      <a:pt x="19454" y="54948"/>
                      <a:pt x="17306" y="57096"/>
                    </a:cubicBezTo>
                    <a:cubicBezTo>
                      <a:pt x="15212" y="59297"/>
                      <a:pt x="13601" y="61392"/>
                      <a:pt x="12580" y="63325"/>
                    </a:cubicBezTo>
                    <a:lnTo>
                      <a:pt x="44263" y="63325"/>
                    </a:lnTo>
                    <a:lnTo>
                      <a:pt x="42598" y="7132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67" name="Freihandform: Form 266">
                <a:extLst>
                  <a:ext uri="{FF2B5EF4-FFF2-40B4-BE49-F238E27FC236}">
                    <a16:creationId xmlns:a16="http://schemas.microsoft.com/office/drawing/2014/main" id="{00F6D24E-7338-06B6-E69C-2619A1805E3F}"/>
                  </a:ext>
                </a:extLst>
              </p:cNvPr>
              <p:cNvSpPr/>
              <p:nvPr/>
            </p:nvSpPr>
            <p:spPr>
              <a:xfrm>
                <a:off x="8438276" y="2923211"/>
                <a:ext cx="47953" cy="72332"/>
              </a:xfrm>
              <a:custGeom>
                <a:avLst/>
                <a:gdLst>
                  <a:gd name="connsiteX0" fmla="*/ 11994 w 47953"/>
                  <a:gd name="connsiteY0" fmla="*/ 30246 h 72332"/>
                  <a:gd name="connsiteX1" fmla="*/ 19297 w 47953"/>
                  <a:gd name="connsiteY1" fmla="*/ 25682 h 72332"/>
                  <a:gd name="connsiteX2" fmla="*/ 26546 w 47953"/>
                  <a:gd name="connsiteY2" fmla="*/ 24178 h 72332"/>
                  <a:gd name="connsiteX3" fmla="*/ 39864 w 47953"/>
                  <a:gd name="connsiteY3" fmla="*/ 29655 h 72332"/>
                  <a:gd name="connsiteX4" fmla="*/ 45126 w 47953"/>
                  <a:gd name="connsiteY4" fmla="*/ 44530 h 72332"/>
                  <a:gd name="connsiteX5" fmla="*/ 37286 w 47953"/>
                  <a:gd name="connsiteY5" fmla="*/ 65151 h 72332"/>
                  <a:gd name="connsiteX6" fmla="*/ 20854 w 47953"/>
                  <a:gd name="connsiteY6" fmla="*/ 72507 h 72332"/>
                  <a:gd name="connsiteX7" fmla="*/ 6194 w 47953"/>
                  <a:gd name="connsiteY7" fmla="*/ 66063 h 72332"/>
                  <a:gd name="connsiteX8" fmla="*/ 341 w 47953"/>
                  <a:gd name="connsiteY8" fmla="*/ 47698 h 72332"/>
                  <a:gd name="connsiteX9" fmla="*/ 4100 w 47953"/>
                  <a:gd name="connsiteY9" fmla="*/ 25628 h 72332"/>
                  <a:gd name="connsiteX10" fmla="*/ 11296 w 47953"/>
                  <a:gd name="connsiteY10" fmla="*/ 11183 h 72332"/>
                  <a:gd name="connsiteX11" fmla="*/ 20371 w 47953"/>
                  <a:gd name="connsiteY11" fmla="*/ 2859 h 72332"/>
                  <a:gd name="connsiteX12" fmla="*/ 31218 w 47953"/>
                  <a:gd name="connsiteY12" fmla="*/ 174 h 72332"/>
                  <a:gd name="connsiteX13" fmla="*/ 43032 w 47953"/>
                  <a:gd name="connsiteY13" fmla="*/ 4685 h 72332"/>
                  <a:gd name="connsiteX14" fmla="*/ 48294 w 47953"/>
                  <a:gd name="connsiteY14" fmla="*/ 17627 h 72332"/>
                  <a:gd name="connsiteX15" fmla="*/ 40132 w 47953"/>
                  <a:gd name="connsiteY15" fmla="*/ 18432 h 72332"/>
                  <a:gd name="connsiteX16" fmla="*/ 36910 w 47953"/>
                  <a:gd name="connsiteY16" fmla="*/ 10109 h 72332"/>
                  <a:gd name="connsiteX17" fmla="*/ 30574 w 47953"/>
                  <a:gd name="connsiteY17" fmla="*/ 7531 h 72332"/>
                  <a:gd name="connsiteX18" fmla="*/ 22734 w 47953"/>
                  <a:gd name="connsiteY18" fmla="*/ 10592 h 72332"/>
                  <a:gd name="connsiteX19" fmla="*/ 15914 w 47953"/>
                  <a:gd name="connsiteY19" fmla="*/ 19614 h 72332"/>
                  <a:gd name="connsiteX20" fmla="*/ 11994 w 47953"/>
                  <a:gd name="connsiteY20" fmla="*/ 30246 h 72332"/>
                  <a:gd name="connsiteX21" fmla="*/ 8933 w 47953"/>
                  <a:gd name="connsiteY21" fmla="*/ 51403 h 72332"/>
                  <a:gd name="connsiteX22" fmla="*/ 12638 w 47953"/>
                  <a:gd name="connsiteY22" fmla="*/ 61499 h 72332"/>
                  <a:gd name="connsiteX23" fmla="*/ 21069 w 47953"/>
                  <a:gd name="connsiteY23" fmla="*/ 65580 h 72332"/>
                  <a:gd name="connsiteX24" fmla="*/ 28050 w 47953"/>
                  <a:gd name="connsiteY24" fmla="*/ 63110 h 72332"/>
                  <a:gd name="connsiteX25" fmla="*/ 34279 w 47953"/>
                  <a:gd name="connsiteY25" fmla="*/ 55538 h 72332"/>
                  <a:gd name="connsiteX26" fmla="*/ 36803 w 47953"/>
                  <a:gd name="connsiteY26" fmla="*/ 45443 h 72332"/>
                  <a:gd name="connsiteX27" fmla="*/ 33258 w 47953"/>
                  <a:gd name="connsiteY27" fmla="*/ 35079 h 72332"/>
                  <a:gd name="connsiteX28" fmla="*/ 24667 w 47953"/>
                  <a:gd name="connsiteY28" fmla="*/ 31159 h 72332"/>
                  <a:gd name="connsiteX29" fmla="*/ 13927 w 47953"/>
                  <a:gd name="connsiteY29" fmla="*/ 36851 h 72332"/>
                  <a:gd name="connsiteX30" fmla="*/ 8933 w 47953"/>
                  <a:gd name="connsiteY30" fmla="*/ 5140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94" y="30246"/>
                    </a:moveTo>
                    <a:cubicBezTo>
                      <a:pt x="14410" y="28205"/>
                      <a:pt x="16880" y="26702"/>
                      <a:pt x="19297" y="25682"/>
                    </a:cubicBezTo>
                    <a:cubicBezTo>
                      <a:pt x="21713" y="24661"/>
                      <a:pt x="24130" y="24178"/>
                      <a:pt x="26546" y="24178"/>
                    </a:cubicBezTo>
                    <a:cubicBezTo>
                      <a:pt x="31916" y="24178"/>
                      <a:pt x="36373" y="26004"/>
                      <a:pt x="39864" y="29655"/>
                    </a:cubicBezTo>
                    <a:cubicBezTo>
                      <a:pt x="43354" y="33361"/>
                      <a:pt x="45126" y="38301"/>
                      <a:pt x="45126" y="44530"/>
                    </a:cubicBezTo>
                    <a:cubicBezTo>
                      <a:pt x="45126" y="52531"/>
                      <a:pt x="42549" y="59405"/>
                      <a:pt x="37286" y="65151"/>
                    </a:cubicBezTo>
                    <a:cubicBezTo>
                      <a:pt x="32775" y="70091"/>
                      <a:pt x="27298" y="72507"/>
                      <a:pt x="20854" y="72507"/>
                    </a:cubicBezTo>
                    <a:cubicBezTo>
                      <a:pt x="15001" y="72507"/>
                      <a:pt x="10114" y="70359"/>
                      <a:pt x="6194" y="66063"/>
                    </a:cubicBezTo>
                    <a:cubicBezTo>
                      <a:pt x="2274" y="61767"/>
                      <a:pt x="341" y="55646"/>
                      <a:pt x="341" y="47698"/>
                    </a:cubicBezTo>
                    <a:cubicBezTo>
                      <a:pt x="341" y="40556"/>
                      <a:pt x="1576" y="33199"/>
                      <a:pt x="4100" y="25628"/>
                    </a:cubicBezTo>
                    <a:cubicBezTo>
                      <a:pt x="6033" y="19775"/>
                      <a:pt x="8450" y="14942"/>
                      <a:pt x="11296" y="11183"/>
                    </a:cubicBezTo>
                    <a:cubicBezTo>
                      <a:pt x="14142" y="7370"/>
                      <a:pt x="17149" y="4631"/>
                      <a:pt x="20371" y="2859"/>
                    </a:cubicBezTo>
                    <a:cubicBezTo>
                      <a:pt x="23593" y="1087"/>
                      <a:pt x="27191" y="174"/>
                      <a:pt x="31218" y="174"/>
                    </a:cubicBezTo>
                    <a:cubicBezTo>
                      <a:pt x="36051" y="174"/>
                      <a:pt x="39971" y="1678"/>
                      <a:pt x="43032" y="4685"/>
                    </a:cubicBezTo>
                    <a:cubicBezTo>
                      <a:pt x="46093" y="7692"/>
                      <a:pt x="47865" y="12042"/>
                      <a:pt x="48294" y="17627"/>
                    </a:cubicBezTo>
                    <a:lnTo>
                      <a:pt x="40132" y="18432"/>
                    </a:lnTo>
                    <a:cubicBezTo>
                      <a:pt x="39702" y="14566"/>
                      <a:pt x="38628" y="11827"/>
                      <a:pt x="36910" y="10109"/>
                    </a:cubicBezTo>
                    <a:cubicBezTo>
                      <a:pt x="35192" y="8390"/>
                      <a:pt x="33044" y="7531"/>
                      <a:pt x="30574" y="7531"/>
                    </a:cubicBezTo>
                    <a:cubicBezTo>
                      <a:pt x="27996" y="7531"/>
                      <a:pt x="25365" y="8551"/>
                      <a:pt x="22734" y="10592"/>
                    </a:cubicBezTo>
                    <a:cubicBezTo>
                      <a:pt x="20049" y="12579"/>
                      <a:pt x="17793" y="15586"/>
                      <a:pt x="15914" y="19614"/>
                    </a:cubicBezTo>
                    <a:cubicBezTo>
                      <a:pt x="13981" y="23587"/>
                      <a:pt x="12692" y="27131"/>
                      <a:pt x="11994" y="30246"/>
                    </a:cubicBezTo>
                    <a:moveTo>
                      <a:pt x="8933" y="51403"/>
                    </a:moveTo>
                    <a:cubicBezTo>
                      <a:pt x="8933" y="55431"/>
                      <a:pt x="10168" y="58760"/>
                      <a:pt x="12638" y="61499"/>
                    </a:cubicBezTo>
                    <a:cubicBezTo>
                      <a:pt x="15162" y="64238"/>
                      <a:pt x="17954" y="65580"/>
                      <a:pt x="21069" y="65580"/>
                    </a:cubicBezTo>
                    <a:cubicBezTo>
                      <a:pt x="23270" y="65580"/>
                      <a:pt x="25580" y="64721"/>
                      <a:pt x="28050" y="63110"/>
                    </a:cubicBezTo>
                    <a:cubicBezTo>
                      <a:pt x="30466" y="61445"/>
                      <a:pt x="32560" y="58921"/>
                      <a:pt x="34279" y="55538"/>
                    </a:cubicBezTo>
                    <a:cubicBezTo>
                      <a:pt x="35944" y="52155"/>
                      <a:pt x="36803" y="48772"/>
                      <a:pt x="36803" y="45443"/>
                    </a:cubicBezTo>
                    <a:cubicBezTo>
                      <a:pt x="36803" y="41093"/>
                      <a:pt x="35621" y="37656"/>
                      <a:pt x="33258" y="35079"/>
                    </a:cubicBezTo>
                    <a:cubicBezTo>
                      <a:pt x="30896" y="32448"/>
                      <a:pt x="28050" y="31159"/>
                      <a:pt x="24667" y="31159"/>
                    </a:cubicBezTo>
                    <a:cubicBezTo>
                      <a:pt x="20854" y="31159"/>
                      <a:pt x="17256" y="33038"/>
                      <a:pt x="13927" y="36851"/>
                    </a:cubicBezTo>
                    <a:cubicBezTo>
                      <a:pt x="10598" y="40610"/>
                      <a:pt x="8933" y="45497"/>
                      <a:pt x="8933" y="514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268" name="Grafik 4">
              <a:extLst>
                <a:ext uri="{FF2B5EF4-FFF2-40B4-BE49-F238E27FC236}">
                  <a16:creationId xmlns:a16="http://schemas.microsoft.com/office/drawing/2014/main" id="{9AE3D6E1-3EFF-8B88-D740-FDE89F148ED3}"/>
                </a:ext>
              </a:extLst>
            </p:cNvPr>
            <p:cNvGrpSpPr/>
            <p:nvPr/>
          </p:nvGrpSpPr>
          <p:grpSpPr>
            <a:xfrm>
              <a:off x="7632094" y="3681015"/>
              <a:ext cx="697849" cy="72332"/>
              <a:chOff x="7632094" y="3681015"/>
              <a:chExt cx="697849" cy="72332"/>
            </a:xfrm>
            <a:solidFill>
              <a:srgbClr val="000000"/>
            </a:solidFill>
          </p:grpSpPr>
          <p:sp>
            <p:nvSpPr>
              <p:cNvPr id="269" name="Freihandform: Form 268">
                <a:extLst>
                  <a:ext uri="{FF2B5EF4-FFF2-40B4-BE49-F238E27FC236}">
                    <a16:creationId xmlns:a16="http://schemas.microsoft.com/office/drawing/2014/main" id="{3AEB87AB-E448-84BA-40AC-0EDDBEEC423E}"/>
                  </a:ext>
                </a:extLst>
              </p:cNvPr>
              <p:cNvSpPr/>
              <p:nvPr/>
            </p:nvSpPr>
            <p:spPr>
              <a:xfrm>
                <a:off x="7632094" y="3681337"/>
                <a:ext cx="81945" cy="70829"/>
              </a:xfrm>
              <a:custGeom>
                <a:avLst/>
                <a:gdLst>
                  <a:gd name="connsiteX0" fmla="*/ 283 w 81945"/>
                  <a:gd name="connsiteY0" fmla="*/ 71059 h 70829"/>
                  <a:gd name="connsiteX1" fmla="*/ 15050 w 81945"/>
                  <a:gd name="connsiteY1" fmla="*/ 230 h 70829"/>
                  <a:gd name="connsiteX2" fmla="*/ 26703 w 81945"/>
                  <a:gd name="connsiteY2" fmla="*/ 230 h 70829"/>
                  <a:gd name="connsiteX3" fmla="*/ 33845 w 81945"/>
                  <a:gd name="connsiteY3" fmla="*/ 46142 h 70829"/>
                  <a:gd name="connsiteX4" fmla="*/ 35724 w 81945"/>
                  <a:gd name="connsiteY4" fmla="*/ 63487 h 70829"/>
                  <a:gd name="connsiteX5" fmla="*/ 45551 w 81945"/>
                  <a:gd name="connsiteY5" fmla="*/ 44102 h 70829"/>
                  <a:gd name="connsiteX6" fmla="*/ 70414 w 81945"/>
                  <a:gd name="connsiteY6" fmla="*/ 230 h 70829"/>
                  <a:gd name="connsiteX7" fmla="*/ 82228 w 81945"/>
                  <a:gd name="connsiteY7" fmla="*/ 230 h 70829"/>
                  <a:gd name="connsiteX8" fmla="*/ 67460 w 81945"/>
                  <a:gd name="connsiteY8" fmla="*/ 71059 h 70829"/>
                  <a:gd name="connsiteX9" fmla="*/ 58117 w 81945"/>
                  <a:gd name="connsiteY9" fmla="*/ 71059 h 70829"/>
                  <a:gd name="connsiteX10" fmla="*/ 65527 w 81945"/>
                  <a:gd name="connsiteY10" fmla="*/ 36584 h 70829"/>
                  <a:gd name="connsiteX11" fmla="*/ 72884 w 81945"/>
                  <a:gd name="connsiteY11" fmla="*/ 9842 h 70829"/>
                  <a:gd name="connsiteX12" fmla="*/ 65312 w 81945"/>
                  <a:gd name="connsiteY12" fmla="*/ 24716 h 70829"/>
                  <a:gd name="connsiteX13" fmla="*/ 38946 w 81945"/>
                  <a:gd name="connsiteY13" fmla="*/ 71059 h 70829"/>
                  <a:gd name="connsiteX14" fmla="*/ 29817 w 81945"/>
                  <a:gd name="connsiteY14" fmla="*/ 71059 h 70829"/>
                  <a:gd name="connsiteX15" fmla="*/ 22729 w 81945"/>
                  <a:gd name="connsiteY15" fmla="*/ 25629 h 70829"/>
                  <a:gd name="connsiteX16" fmla="*/ 21279 w 81945"/>
                  <a:gd name="connsiteY16" fmla="*/ 11077 h 70829"/>
                  <a:gd name="connsiteX17" fmla="*/ 18916 w 81945"/>
                  <a:gd name="connsiteY17" fmla="*/ 25898 h 70829"/>
                  <a:gd name="connsiteX18" fmla="*/ 9519 w 81945"/>
                  <a:gd name="connsiteY18" fmla="*/ 7105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1945" h="70829">
                    <a:moveTo>
                      <a:pt x="283" y="71059"/>
                    </a:moveTo>
                    <a:lnTo>
                      <a:pt x="15050" y="230"/>
                    </a:lnTo>
                    <a:lnTo>
                      <a:pt x="26703" y="230"/>
                    </a:lnTo>
                    <a:lnTo>
                      <a:pt x="33845" y="46142"/>
                    </a:lnTo>
                    <a:cubicBezTo>
                      <a:pt x="34811" y="52157"/>
                      <a:pt x="35402" y="57956"/>
                      <a:pt x="35724" y="63487"/>
                    </a:cubicBezTo>
                    <a:cubicBezTo>
                      <a:pt x="37657" y="58708"/>
                      <a:pt x="40933" y="52264"/>
                      <a:pt x="45551" y="44102"/>
                    </a:cubicBezTo>
                    <a:lnTo>
                      <a:pt x="70414" y="230"/>
                    </a:lnTo>
                    <a:lnTo>
                      <a:pt x="82228" y="230"/>
                    </a:lnTo>
                    <a:lnTo>
                      <a:pt x="67460" y="71059"/>
                    </a:lnTo>
                    <a:lnTo>
                      <a:pt x="58117" y="71059"/>
                    </a:lnTo>
                    <a:lnTo>
                      <a:pt x="65527" y="36584"/>
                    </a:lnTo>
                    <a:cubicBezTo>
                      <a:pt x="67246" y="28636"/>
                      <a:pt x="69662" y="19722"/>
                      <a:pt x="72884" y="9842"/>
                    </a:cubicBezTo>
                    <a:cubicBezTo>
                      <a:pt x="70843" y="14460"/>
                      <a:pt x="68319" y="19400"/>
                      <a:pt x="65312" y="24716"/>
                    </a:cubicBezTo>
                    <a:lnTo>
                      <a:pt x="38946" y="71059"/>
                    </a:lnTo>
                    <a:lnTo>
                      <a:pt x="29817" y="71059"/>
                    </a:lnTo>
                    <a:lnTo>
                      <a:pt x="22729" y="25629"/>
                    </a:lnTo>
                    <a:cubicBezTo>
                      <a:pt x="22084" y="21494"/>
                      <a:pt x="21601" y="16608"/>
                      <a:pt x="21279" y="11077"/>
                    </a:cubicBezTo>
                    <a:cubicBezTo>
                      <a:pt x="20474" y="17306"/>
                      <a:pt x="19722" y="22246"/>
                      <a:pt x="18916" y="25898"/>
                    </a:cubicBezTo>
                    <a:lnTo>
                      <a:pt x="9519" y="7105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0" name="Freihandform: Form 269">
                <a:extLst>
                  <a:ext uri="{FF2B5EF4-FFF2-40B4-BE49-F238E27FC236}">
                    <a16:creationId xmlns:a16="http://schemas.microsoft.com/office/drawing/2014/main" id="{5E2D8BA8-F797-1840-93BF-C147B9AAB86B}"/>
                  </a:ext>
                </a:extLst>
              </p:cNvPr>
              <p:cNvSpPr/>
              <p:nvPr/>
            </p:nvSpPr>
            <p:spPr>
              <a:xfrm>
                <a:off x="7714656" y="3681337"/>
                <a:ext cx="65942" cy="70829"/>
              </a:xfrm>
              <a:custGeom>
                <a:avLst/>
                <a:gdLst>
                  <a:gd name="connsiteX0" fmla="*/ 289 w 65942"/>
                  <a:gd name="connsiteY0" fmla="*/ 71059 h 70829"/>
                  <a:gd name="connsiteX1" fmla="*/ 15109 w 65942"/>
                  <a:gd name="connsiteY1" fmla="*/ 230 h 70829"/>
                  <a:gd name="connsiteX2" fmla="*/ 66231 w 65942"/>
                  <a:gd name="connsiteY2" fmla="*/ 230 h 70829"/>
                  <a:gd name="connsiteX3" fmla="*/ 64567 w 65942"/>
                  <a:gd name="connsiteY3" fmla="*/ 8284 h 70829"/>
                  <a:gd name="connsiteX4" fmla="*/ 22896 w 65942"/>
                  <a:gd name="connsiteY4" fmla="*/ 8284 h 70829"/>
                  <a:gd name="connsiteX5" fmla="*/ 18278 w 65942"/>
                  <a:gd name="connsiteY5" fmla="*/ 30301 h 70829"/>
                  <a:gd name="connsiteX6" fmla="*/ 58874 w 65942"/>
                  <a:gd name="connsiteY6" fmla="*/ 30301 h 70829"/>
                  <a:gd name="connsiteX7" fmla="*/ 57156 w 65942"/>
                  <a:gd name="connsiteY7" fmla="*/ 38410 h 70829"/>
                  <a:gd name="connsiteX8" fmla="*/ 16559 w 65942"/>
                  <a:gd name="connsiteY8" fmla="*/ 38410 h 70829"/>
                  <a:gd name="connsiteX9" fmla="*/ 11458 w 65942"/>
                  <a:gd name="connsiteY9" fmla="*/ 63058 h 70829"/>
                  <a:gd name="connsiteX10" fmla="*/ 56028 w 65942"/>
                  <a:gd name="connsiteY10" fmla="*/ 63058 h 70829"/>
                  <a:gd name="connsiteX11" fmla="*/ 54364 w 65942"/>
                  <a:gd name="connsiteY11" fmla="*/ 7105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942" h="70829">
                    <a:moveTo>
                      <a:pt x="289" y="71059"/>
                    </a:moveTo>
                    <a:lnTo>
                      <a:pt x="15109" y="230"/>
                    </a:lnTo>
                    <a:lnTo>
                      <a:pt x="66231" y="230"/>
                    </a:lnTo>
                    <a:lnTo>
                      <a:pt x="64567" y="8284"/>
                    </a:lnTo>
                    <a:lnTo>
                      <a:pt x="22896" y="8284"/>
                    </a:lnTo>
                    <a:lnTo>
                      <a:pt x="18278" y="30301"/>
                    </a:lnTo>
                    <a:lnTo>
                      <a:pt x="58874" y="30301"/>
                    </a:lnTo>
                    <a:lnTo>
                      <a:pt x="57156" y="38410"/>
                    </a:lnTo>
                    <a:lnTo>
                      <a:pt x="16559" y="38410"/>
                    </a:lnTo>
                    <a:lnTo>
                      <a:pt x="11458" y="63058"/>
                    </a:lnTo>
                    <a:lnTo>
                      <a:pt x="56028" y="63058"/>
                    </a:lnTo>
                    <a:lnTo>
                      <a:pt x="54364" y="7105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1" name="Freihandform: Form 270">
                <a:extLst>
                  <a:ext uri="{FF2B5EF4-FFF2-40B4-BE49-F238E27FC236}">
                    <a16:creationId xmlns:a16="http://schemas.microsoft.com/office/drawing/2014/main" id="{73D750AA-90B8-7D70-DFF5-F15CB4524081}"/>
                  </a:ext>
                </a:extLst>
              </p:cNvPr>
              <p:cNvSpPr/>
              <p:nvPr/>
            </p:nvSpPr>
            <p:spPr>
              <a:xfrm>
                <a:off x="7788563" y="3681337"/>
                <a:ext cx="92738" cy="70829"/>
              </a:xfrm>
              <a:custGeom>
                <a:avLst/>
                <a:gdLst>
                  <a:gd name="connsiteX0" fmla="*/ 4643 w 92738"/>
                  <a:gd name="connsiteY0" fmla="*/ 71059 h 70829"/>
                  <a:gd name="connsiteX1" fmla="*/ 293 w 92738"/>
                  <a:gd name="connsiteY1" fmla="*/ 230 h 70829"/>
                  <a:gd name="connsiteX2" fmla="*/ 9906 w 92738"/>
                  <a:gd name="connsiteY2" fmla="*/ 230 h 70829"/>
                  <a:gd name="connsiteX3" fmla="*/ 11570 w 92738"/>
                  <a:gd name="connsiteY3" fmla="*/ 35241 h 70829"/>
                  <a:gd name="connsiteX4" fmla="*/ 12054 w 92738"/>
                  <a:gd name="connsiteY4" fmla="*/ 48881 h 70829"/>
                  <a:gd name="connsiteX5" fmla="*/ 12161 w 92738"/>
                  <a:gd name="connsiteY5" fmla="*/ 53231 h 70829"/>
                  <a:gd name="connsiteX6" fmla="*/ 12107 w 92738"/>
                  <a:gd name="connsiteY6" fmla="*/ 58010 h 70829"/>
                  <a:gd name="connsiteX7" fmla="*/ 20592 w 92738"/>
                  <a:gd name="connsiteY7" fmla="*/ 40987 h 70829"/>
                  <a:gd name="connsiteX8" fmla="*/ 42179 w 92738"/>
                  <a:gd name="connsiteY8" fmla="*/ 230 h 70829"/>
                  <a:gd name="connsiteX9" fmla="*/ 51952 w 92738"/>
                  <a:gd name="connsiteY9" fmla="*/ 230 h 70829"/>
                  <a:gd name="connsiteX10" fmla="*/ 54315 w 92738"/>
                  <a:gd name="connsiteY10" fmla="*/ 41632 h 70829"/>
                  <a:gd name="connsiteX11" fmla="*/ 54852 w 92738"/>
                  <a:gd name="connsiteY11" fmla="*/ 58762 h 70829"/>
                  <a:gd name="connsiteX12" fmla="*/ 57913 w 92738"/>
                  <a:gd name="connsiteY12" fmla="*/ 51405 h 70829"/>
                  <a:gd name="connsiteX13" fmla="*/ 63121 w 92738"/>
                  <a:gd name="connsiteY13" fmla="*/ 40128 h 70829"/>
                  <a:gd name="connsiteX14" fmla="*/ 83366 w 92738"/>
                  <a:gd name="connsiteY14" fmla="*/ 230 h 70829"/>
                  <a:gd name="connsiteX15" fmla="*/ 93032 w 92738"/>
                  <a:gd name="connsiteY15" fmla="*/ 230 h 70829"/>
                  <a:gd name="connsiteX16" fmla="*/ 56946 w 92738"/>
                  <a:gd name="connsiteY16" fmla="*/ 71059 h 70829"/>
                  <a:gd name="connsiteX17" fmla="*/ 46797 w 92738"/>
                  <a:gd name="connsiteY17" fmla="*/ 71059 h 70829"/>
                  <a:gd name="connsiteX18" fmla="*/ 44434 w 92738"/>
                  <a:gd name="connsiteY18" fmla="*/ 28153 h 70829"/>
                  <a:gd name="connsiteX19" fmla="*/ 43897 w 92738"/>
                  <a:gd name="connsiteY19" fmla="*/ 14621 h 70829"/>
                  <a:gd name="connsiteX20" fmla="*/ 38957 w 92738"/>
                  <a:gd name="connsiteY20" fmla="*/ 25038 h 70829"/>
                  <a:gd name="connsiteX21" fmla="*/ 14416 w 92738"/>
                  <a:gd name="connsiteY21" fmla="*/ 7105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738" h="70829">
                    <a:moveTo>
                      <a:pt x="4643" y="71059"/>
                    </a:moveTo>
                    <a:lnTo>
                      <a:pt x="293" y="230"/>
                    </a:lnTo>
                    <a:lnTo>
                      <a:pt x="9906" y="230"/>
                    </a:lnTo>
                    <a:lnTo>
                      <a:pt x="11570" y="35241"/>
                    </a:lnTo>
                    <a:cubicBezTo>
                      <a:pt x="11678" y="36906"/>
                      <a:pt x="11839" y="41471"/>
                      <a:pt x="12054" y="48881"/>
                    </a:cubicBezTo>
                    <a:cubicBezTo>
                      <a:pt x="12107" y="50922"/>
                      <a:pt x="12161" y="52371"/>
                      <a:pt x="12161" y="53231"/>
                    </a:cubicBezTo>
                    <a:cubicBezTo>
                      <a:pt x="12161" y="53768"/>
                      <a:pt x="12161" y="55379"/>
                      <a:pt x="12107" y="58010"/>
                    </a:cubicBezTo>
                    <a:cubicBezTo>
                      <a:pt x="16027" y="49955"/>
                      <a:pt x="18873" y="44263"/>
                      <a:pt x="20592" y="40987"/>
                    </a:cubicBezTo>
                    <a:lnTo>
                      <a:pt x="42179" y="230"/>
                    </a:lnTo>
                    <a:lnTo>
                      <a:pt x="51952" y="230"/>
                    </a:lnTo>
                    <a:lnTo>
                      <a:pt x="54315" y="41632"/>
                    </a:lnTo>
                    <a:cubicBezTo>
                      <a:pt x="54530" y="46357"/>
                      <a:pt x="54744" y="52049"/>
                      <a:pt x="54852" y="58762"/>
                    </a:cubicBezTo>
                    <a:cubicBezTo>
                      <a:pt x="55389" y="57097"/>
                      <a:pt x="56463" y="54627"/>
                      <a:pt x="57913" y="51405"/>
                    </a:cubicBezTo>
                    <a:cubicBezTo>
                      <a:pt x="60275" y="46142"/>
                      <a:pt x="61994" y="42383"/>
                      <a:pt x="63121" y="40128"/>
                    </a:cubicBezTo>
                    <a:lnTo>
                      <a:pt x="83366" y="230"/>
                    </a:lnTo>
                    <a:lnTo>
                      <a:pt x="93032" y="230"/>
                    </a:lnTo>
                    <a:lnTo>
                      <a:pt x="56946" y="71059"/>
                    </a:lnTo>
                    <a:lnTo>
                      <a:pt x="46797" y="71059"/>
                    </a:lnTo>
                    <a:lnTo>
                      <a:pt x="44434" y="28153"/>
                    </a:lnTo>
                    <a:cubicBezTo>
                      <a:pt x="44219" y="24448"/>
                      <a:pt x="44058" y="19937"/>
                      <a:pt x="43897" y="14621"/>
                    </a:cubicBezTo>
                    <a:cubicBezTo>
                      <a:pt x="41964" y="19078"/>
                      <a:pt x="40299" y="22568"/>
                      <a:pt x="38957" y="25038"/>
                    </a:cubicBezTo>
                    <a:lnTo>
                      <a:pt x="14416" y="7105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2" name="Freihandform: Form 271">
                <a:extLst>
                  <a:ext uri="{FF2B5EF4-FFF2-40B4-BE49-F238E27FC236}">
                    <a16:creationId xmlns:a16="http://schemas.microsoft.com/office/drawing/2014/main" id="{0682CB39-E54D-7DA6-7208-F15800C8ADD1}"/>
                  </a:ext>
                </a:extLst>
              </p:cNvPr>
              <p:cNvSpPr/>
              <p:nvPr/>
            </p:nvSpPr>
            <p:spPr>
              <a:xfrm>
                <a:off x="7876510" y="3682304"/>
                <a:ext cx="49779" cy="71044"/>
              </a:xfrm>
              <a:custGeom>
                <a:avLst/>
                <a:gdLst>
                  <a:gd name="connsiteX0" fmla="*/ 354 w 49779"/>
                  <a:gd name="connsiteY0" fmla="*/ 49848 h 71044"/>
                  <a:gd name="connsiteX1" fmla="*/ 9214 w 49779"/>
                  <a:gd name="connsiteY1" fmla="*/ 48988 h 71044"/>
                  <a:gd name="connsiteX2" fmla="*/ 9107 w 49779"/>
                  <a:gd name="connsiteY2" fmla="*/ 51244 h 71044"/>
                  <a:gd name="connsiteX3" fmla="*/ 10771 w 49779"/>
                  <a:gd name="connsiteY3" fmla="*/ 57688 h 71044"/>
                  <a:gd name="connsiteX4" fmla="*/ 15175 w 49779"/>
                  <a:gd name="connsiteY4" fmla="*/ 62628 h 71044"/>
                  <a:gd name="connsiteX5" fmla="*/ 21028 w 49779"/>
                  <a:gd name="connsiteY5" fmla="*/ 64346 h 71044"/>
                  <a:gd name="connsiteX6" fmla="*/ 29298 w 49779"/>
                  <a:gd name="connsiteY6" fmla="*/ 61554 h 71044"/>
                  <a:gd name="connsiteX7" fmla="*/ 36118 w 49779"/>
                  <a:gd name="connsiteY7" fmla="*/ 53392 h 71044"/>
                  <a:gd name="connsiteX8" fmla="*/ 38695 w 49779"/>
                  <a:gd name="connsiteY8" fmla="*/ 42759 h 71044"/>
                  <a:gd name="connsiteX9" fmla="*/ 35205 w 49779"/>
                  <a:gd name="connsiteY9" fmla="*/ 33201 h 71044"/>
                  <a:gd name="connsiteX10" fmla="*/ 26022 w 49779"/>
                  <a:gd name="connsiteY10" fmla="*/ 29657 h 71044"/>
                  <a:gd name="connsiteX11" fmla="*/ 18773 w 49779"/>
                  <a:gd name="connsiteY11" fmla="*/ 31483 h 71044"/>
                  <a:gd name="connsiteX12" fmla="*/ 12436 w 49779"/>
                  <a:gd name="connsiteY12" fmla="*/ 37014 h 71044"/>
                  <a:gd name="connsiteX13" fmla="*/ 4757 w 49779"/>
                  <a:gd name="connsiteY13" fmla="*/ 36477 h 71044"/>
                  <a:gd name="connsiteX14" fmla="*/ 15443 w 49779"/>
                  <a:gd name="connsiteY14" fmla="*/ 230 h 71044"/>
                  <a:gd name="connsiteX15" fmla="*/ 50079 w 49779"/>
                  <a:gd name="connsiteY15" fmla="*/ 230 h 71044"/>
                  <a:gd name="connsiteX16" fmla="*/ 48361 w 49779"/>
                  <a:gd name="connsiteY16" fmla="*/ 8231 h 71044"/>
                  <a:gd name="connsiteX17" fmla="*/ 21458 w 49779"/>
                  <a:gd name="connsiteY17" fmla="*/ 8231 h 71044"/>
                  <a:gd name="connsiteX18" fmla="*/ 16141 w 49779"/>
                  <a:gd name="connsiteY18" fmla="*/ 26274 h 71044"/>
                  <a:gd name="connsiteX19" fmla="*/ 22317 w 49779"/>
                  <a:gd name="connsiteY19" fmla="*/ 22998 h 71044"/>
                  <a:gd name="connsiteX20" fmla="*/ 28814 w 49779"/>
                  <a:gd name="connsiteY20" fmla="*/ 21924 h 71044"/>
                  <a:gd name="connsiteX21" fmla="*/ 42132 w 49779"/>
                  <a:gd name="connsiteY21" fmla="*/ 27294 h 71044"/>
                  <a:gd name="connsiteX22" fmla="*/ 47341 w 49779"/>
                  <a:gd name="connsiteY22" fmla="*/ 41954 h 71044"/>
                  <a:gd name="connsiteX23" fmla="*/ 43797 w 49779"/>
                  <a:gd name="connsiteY23" fmla="*/ 57043 h 71044"/>
                  <a:gd name="connsiteX24" fmla="*/ 33970 w 49779"/>
                  <a:gd name="connsiteY24" fmla="*/ 67622 h 71044"/>
                  <a:gd name="connsiteX25" fmla="*/ 20437 w 49779"/>
                  <a:gd name="connsiteY25" fmla="*/ 71274 h 71044"/>
                  <a:gd name="connsiteX26" fmla="*/ 9644 w 49779"/>
                  <a:gd name="connsiteY26" fmla="*/ 68535 h 71044"/>
                  <a:gd name="connsiteX27" fmla="*/ 2609 w 49779"/>
                  <a:gd name="connsiteY27" fmla="*/ 60963 h 71044"/>
                  <a:gd name="connsiteX28" fmla="*/ 300 w 49779"/>
                  <a:gd name="connsiteY28" fmla="*/ 51297 h 71044"/>
                  <a:gd name="connsiteX29" fmla="*/ 354 w 49779"/>
                  <a:gd name="connsiteY29" fmla="*/ 49848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54" y="49848"/>
                    </a:moveTo>
                    <a:lnTo>
                      <a:pt x="9214" y="48988"/>
                    </a:lnTo>
                    <a:cubicBezTo>
                      <a:pt x="9160" y="50224"/>
                      <a:pt x="9107" y="50975"/>
                      <a:pt x="9107" y="51244"/>
                    </a:cubicBezTo>
                    <a:cubicBezTo>
                      <a:pt x="9107" y="53392"/>
                      <a:pt x="9697" y="55540"/>
                      <a:pt x="10771" y="57688"/>
                    </a:cubicBezTo>
                    <a:cubicBezTo>
                      <a:pt x="11845" y="59836"/>
                      <a:pt x="13295" y="61500"/>
                      <a:pt x="15175" y="62628"/>
                    </a:cubicBezTo>
                    <a:cubicBezTo>
                      <a:pt x="17001" y="63756"/>
                      <a:pt x="18934" y="64346"/>
                      <a:pt x="21028" y="64346"/>
                    </a:cubicBezTo>
                    <a:cubicBezTo>
                      <a:pt x="23713" y="64346"/>
                      <a:pt x="26505" y="63434"/>
                      <a:pt x="29298" y="61554"/>
                    </a:cubicBezTo>
                    <a:cubicBezTo>
                      <a:pt x="32090" y="59675"/>
                      <a:pt x="34345" y="56936"/>
                      <a:pt x="36118" y="53392"/>
                    </a:cubicBezTo>
                    <a:cubicBezTo>
                      <a:pt x="37836" y="49794"/>
                      <a:pt x="38695" y="46250"/>
                      <a:pt x="38695" y="42759"/>
                    </a:cubicBezTo>
                    <a:cubicBezTo>
                      <a:pt x="38695" y="38786"/>
                      <a:pt x="37567" y="35617"/>
                      <a:pt x="35205" y="33201"/>
                    </a:cubicBezTo>
                    <a:cubicBezTo>
                      <a:pt x="32896" y="30838"/>
                      <a:pt x="29781" y="29657"/>
                      <a:pt x="26022" y="29657"/>
                    </a:cubicBezTo>
                    <a:cubicBezTo>
                      <a:pt x="23444" y="29657"/>
                      <a:pt x="21028" y="30247"/>
                      <a:pt x="18773" y="31483"/>
                    </a:cubicBezTo>
                    <a:cubicBezTo>
                      <a:pt x="16517" y="32718"/>
                      <a:pt x="14369" y="34543"/>
                      <a:pt x="12436" y="37014"/>
                    </a:cubicBezTo>
                    <a:lnTo>
                      <a:pt x="4757" y="36477"/>
                    </a:lnTo>
                    <a:lnTo>
                      <a:pt x="15443" y="230"/>
                    </a:lnTo>
                    <a:lnTo>
                      <a:pt x="50079" y="230"/>
                    </a:lnTo>
                    <a:lnTo>
                      <a:pt x="48361" y="8231"/>
                    </a:lnTo>
                    <a:lnTo>
                      <a:pt x="21458" y="8231"/>
                    </a:lnTo>
                    <a:lnTo>
                      <a:pt x="16141" y="26274"/>
                    </a:lnTo>
                    <a:cubicBezTo>
                      <a:pt x="18128" y="24824"/>
                      <a:pt x="20169" y="23696"/>
                      <a:pt x="22317" y="22998"/>
                    </a:cubicBezTo>
                    <a:cubicBezTo>
                      <a:pt x="24411" y="22246"/>
                      <a:pt x="26559" y="21924"/>
                      <a:pt x="28814" y="21924"/>
                    </a:cubicBezTo>
                    <a:cubicBezTo>
                      <a:pt x="34238" y="21924"/>
                      <a:pt x="38641" y="23696"/>
                      <a:pt x="42132" y="27294"/>
                    </a:cubicBezTo>
                    <a:cubicBezTo>
                      <a:pt x="45622" y="30838"/>
                      <a:pt x="47341" y="35725"/>
                      <a:pt x="47341" y="41954"/>
                    </a:cubicBezTo>
                    <a:cubicBezTo>
                      <a:pt x="47341" y="47431"/>
                      <a:pt x="46159" y="52425"/>
                      <a:pt x="43797" y="57043"/>
                    </a:cubicBezTo>
                    <a:cubicBezTo>
                      <a:pt x="41380" y="61608"/>
                      <a:pt x="38104" y="65152"/>
                      <a:pt x="33970" y="67622"/>
                    </a:cubicBezTo>
                    <a:cubicBezTo>
                      <a:pt x="29781" y="70092"/>
                      <a:pt x="25270" y="71274"/>
                      <a:pt x="20437" y="71274"/>
                    </a:cubicBezTo>
                    <a:cubicBezTo>
                      <a:pt x="16356" y="71274"/>
                      <a:pt x="12812" y="70361"/>
                      <a:pt x="9644" y="68535"/>
                    </a:cubicBezTo>
                    <a:cubicBezTo>
                      <a:pt x="6529" y="66709"/>
                      <a:pt x="4220" y="64185"/>
                      <a:pt x="2609" y="60963"/>
                    </a:cubicBezTo>
                    <a:cubicBezTo>
                      <a:pt x="1052" y="57741"/>
                      <a:pt x="300" y="54520"/>
                      <a:pt x="300" y="51297"/>
                    </a:cubicBezTo>
                    <a:cubicBezTo>
                      <a:pt x="300" y="50975"/>
                      <a:pt x="300" y="50492"/>
                      <a:pt x="354" y="498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3" name="Freihandform: Form 272">
                <a:extLst>
                  <a:ext uri="{FF2B5EF4-FFF2-40B4-BE49-F238E27FC236}">
                    <a16:creationId xmlns:a16="http://schemas.microsoft.com/office/drawing/2014/main" id="{9B83753F-8AB3-25AA-350C-26E17CB91D98}"/>
                  </a:ext>
                </a:extLst>
              </p:cNvPr>
              <p:cNvSpPr/>
              <p:nvPr/>
            </p:nvSpPr>
            <p:spPr>
              <a:xfrm>
                <a:off x="7930479" y="3681015"/>
                <a:ext cx="49833" cy="71151"/>
              </a:xfrm>
              <a:custGeom>
                <a:avLst/>
                <a:gdLst>
                  <a:gd name="connsiteX0" fmla="*/ 304 w 49833"/>
                  <a:gd name="connsiteY0" fmla="*/ 71381 h 71151"/>
                  <a:gd name="connsiteX1" fmla="*/ 4063 w 49833"/>
                  <a:gd name="connsiteY1" fmla="*/ 60749 h 71151"/>
                  <a:gd name="connsiteX2" fmla="*/ 10400 w 49833"/>
                  <a:gd name="connsiteY2" fmla="*/ 52640 h 71151"/>
                  <a:gd name="connsiteX3" fmla="*/ 25650 w 49833"/>
                  <a:gd name="connsiteY3" fmla="*/ 39752 h 71151"/>
                  <a:gd name="connsiteX4" fmla="*/ 35048 w 49833"/>
                  <a:gd name="connsiteY4" fmla="*/ 31697 h 71151"/>
                  <a:gd name="connsiteX5" fmla="*/ 40310 w 49833"/>
                  <a:gd name="connsiteY5" fmla="*/ 24287 h 71151"/>
                  <a:gd name="connsiteX6" fmla="*/ 41438 w 49833"/>
                  <a:gd name="connsiteY6" fmla="*/ 18971 h 71151"/>
                  <a:gd name="connsiteX7" fmla="*/ 38001 w 49833"/>
                  <a:gd name="connsiteY7" fmla="*/ 10647 h 71151"/>
                  <a:gd name="connsiteX8" fmla="*/ 29517 w 49833"/>
                  <a:gd name="connsiteY8" fmla="*/ 7264 h 71151"/>
                  <a:gd name="connsiteX9" fmla="*/ 20817 w 49833"/>
                  <a:gd name="connsiteY9" fmla="*/ 10701 h 71151"/>
                  <a:gd name="connsiteX10" fmla="*/ 15501 w 49833"/>
                  <a:gd name="connsiteY10" fmla="*/ 21817 h 71151"/>
                  <a:gd name="connsiteX11" fmla="*/ 6909 w 49833"/>
                  <a:gd name="connsiteY11" fmla="*/ 20528 h 71151"/>
                  <a:gd name="connsiteX12" fmla="*/ 14266 w 49833"/>
                  <a:gd name="connsiteY12" fmla="*/ 5653 h 71151"/>
                  <a:gd name="connsiteX13" fmla="*/ 29355 w 49833"/>
                  <a:gd name="connsiteY13" fmla="*/ 230 h 71151"/>
                  <a:gd name="connsiteX14" fmla="*/ 40310 w 49833"/>
                  <a:gd name="connsiteY14" fmla="*/ 2753 h 71151"/>
                  <a:gd name="connsiteX15" fmla="*/ 47667 w 49833"/>
                  <a:gd name="connsiteY15" fmla="*/ 9788 h 71151"/>
                  <a:gd name="connsiteX16" fmla="*/ 50137 w 49833"/>
                  <a:gd name="connsiteY16" fmla="*/ 19185 h 71151"/>
                  <a:gd name="connsiteX17" fmla="*/ 45089 w 49833"/>
                  <a:gd name="connsiteY17" fmla="*/ 32771 h 71151"/>
                  <a:gd name="connsiteX18" fmla="*/ 26939 w 49833"/>
                  <a:gd name="connsiteY18" fmla="*/ 48774 h 71151"/>
                  <a:gd name="connsiteX19" fmla="*/ 17273 w 49833"/>
                  <a:gd name="connsiteY19" fmla="*/ 57151 h 71151"/>
                  <a:gd name="connsiteX20" fmla="*/ 12548 w 49833"/>
                  <a:gd name="connsiteY20" fmla="*/ 63380 h 71151"/>
                  <a:gd name="connsiteX21" fmla="*/ 44230 w 49833"/>
                  <a:gd name="connsiteY21" fmla="*/ 63380 h 71151"/>
                  <a:gd name="connsiteX22" fmla="*/ 42565 w 49833"/>
                  <a:gd name="connsiteY22" fmla="*/ 71381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04" y="71381"/>
                    </a:moveTo>
                    <a:cubicBezTo>
                      <a:pt x="1217" y="67139"/>
                      <a:pt x="2452" y="63648"/>
                      <a:pt x="4063" y="60749"/>
                    </a:cubicBezTo>
                    <a:cubicBezTo>
                      <a:pt x="5620" y="57903"/>
                      <a:pt x="7768" y="55218"/>
                      <a:pt x="10400" y="52640"/>
                    </a:cubicBezTo>
                    <a:cubicBezTo>
                      <a:pt x="13031" y="50116"/>
                      <a:pt x="18132" y="45820"/>
                      <a:pt x="25650" y="39752"/>
                    </a:cubicBezTo>
                    <a:cubicBezTo>
                      <a:pt x="30268" y="36154"/>
                      <a:pt x="33383" y="33469"/>
                      <a:pt x="35048" y="31697"/>
                    </a:cubicBezTo>
                    <a:cubicBezTo>
                      <a:pt x="37464" y="29173"/>
                      <a:pt x="39236" y="26703"/>
                      <a:pt x="40310" y="24287"/>
                    </a:cubicBezTo>
                    <a:cubicBezTo>
                      <a:pt x="41062" y="22676"/>
                      <a:pt x="41438" y="20904"/>
                      <a:pt x="41438" y="18971"/>
                    </a:cubicBezTo>
                    <a:cubicBezTo>
                      <a:pt x="41438" y="15695"/>
                      <a:pt x="40256" y="12902"/>
                      <a:pt x="38001" y="10647"/>
                    </a:cubicBezTo>
                    <a:cubicBezTo>
                      <a:pt x="35692" y="8392"/>
                      <a:pt x="32846" y="7264"/>
                      <a:pt x="29517" y="7264"/>
                    </a:cubicBezTo>
                    <a:cubicBezTo>
                      <a:pt x="26187" y="7264"/>
                      <a:pt x="23287" y="8392"/>
                      <a:pt x="20817" y="10701"/>
                    </a:cubicBezTo>
                    <a:cubicBezTo>
                      <a:pt x="18293" y="13010"/>
                      <a:pt x="16521" y="16715"/>
                      <a:pt x="15501" y="21817"/>
                    </a:cubicBezTo>
                    <a:lnTo>
                      <a:pt x="6909" y="20528"/>
                    </a:lnTo>
                    <a:cubicBezTo>
                      <a:pt x="7768" y="14245"/>
                      <a:pt x="10185" y="9305"/>
                      <a:pt x="14266" y="5653"/>
                    </a:cubicBezTo>
                    <a:cubicBezTo>
                      <a:pt x="18293" y="2055"/>
                      <a:pt x="23341" y="230"/>
                      <a:pt x="29355" y="230"/>
                    </a:cubicBezTo>
                    <a:cubicBezTo>
                      <a:pt x="33383" y="230"/>
                      <a:pt x="37034" y="1089"/>
                      <a:pt x="40310" y="2753"/>
                    </a:cubicBezTo>
                    <a:cubicBezTo>
                      <a:pt x="43586" y="4418"/>
                      <a:pt x="46002" y="6781"/>
                      <a:pt x="47667" y="9788"/>
                    </a:cubicBezTo>
                    <a:cubicBezTo>
                      <a:pt x="49332" y="12849"/>
                      <a:pt x="50137" y="15963"/>
                      <a:pt x="50137" y="19185"/>
                    </a:cubicBezTo>
                    <a:cubicBezTo>
                      <a:pt x="50137" y="23911"/>
                      <a:pt x="48472" y="28422"/>
                      <a:pt x="45089" y="32771"/>
                    </a:cubicBezTo>
                    <a:cubicBezTo>
                      <a:pt x="43049" y="35456"/>
                      <a:pt x="36981" y="40826"/>
                      <a:pt x="26939" y="48774"/>
                    </a:cubicBezTo>
                    <a:cubicBezTo>
                      <a:pt x="22589" y="52157"/>
                      <a:pt x="19421" y="55003"/>
                      <a:pt x="17273" y="57151"/>
                    </a:cubicBezTo>
                    <a:cubicBezTo>
                      <a:pt x="15179" y="59352"/>
                      <a:pt x="13568" y="61447"/>
                      <a:pt x="12548" y="63380"/>
                    </a:cubicBezTo>
                    <a:lnTo>
                      <a:pt x="44230" y="63380"/>
                    </a:lnTo>
                    <a:lnTo>
                      <a:pt x="42565" y="7138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4" name="Freihandform: Form 273">
                <a:extLst>
                  <a:ext uri="{FF2B5EF4-FFF2-40B4-BE49-F238E27FC236}">
                    <a16:creationId xmlns:a16="http://schemas.microsoft.com/office/drawing/2014/main" id="{EF948878-8FD9-998E-B257-32D51635E59A}"/>
                  </a:ext>
                </a:extLst>
              </p:cNvPr>
              <p:cNvSpPr/>
              <p:nvPr/>
            </p:nvSpPr>
            <p:spPr>
              <a:xfrm>
                <a:off x="7986395" y="3681015"/>
                <a:ext cx="47899" cy="72332"/>
              </a:xfrm>
              <a:custGeom>
                <a:avLst/>
                <a:gdLst>
                  <a:gd name="connsiteX0" fmla="*/ 308 w 47899"/>
                  <a:gd name="connsiteY0" fmla="*/ 55164 h 72332"/>
                  <a:gd name="connsiteX1" fmla="*/ 8524 w 47899"/>
                  <a:gd name="connsiteY1" fmla="*/ 54305 h 72332"/>
                  <a:gd name="connsiteX2" fmla="*/ 11907 w 47899"/>
                  <a:gd name="connsiteY2" fmla="*/ 62789 h 72332"/>
                  <a:gd name="connsiteX3" fmla="*/ 18029 w 47899"/>
                  <a:gd name="connsiteY3" fmla="*/ 65313 h 72332"/>
                  <a:gd name="connsiteX4" fmla="*/ 27319 w 47899"/>
                  <a:gd name="connsiteY4" fmla="*/ 60963 h 72332"/>
                  <a:gd name="connsiteX5" fmla="*/ 36663 w 47899"/>
                  <a:gd name="connsiteY5" fmla="*/ 42598 h 72332"/>
                  <a:gd name="connsiteX6" fmla="*/ 28876 w 47899"/>
                  <a:gd name="connsiteY6" fmla="*/ 47324 h 72332"/>
                  <a:gd name="connsiteX7" fmla="*/ 21895 w 47899"/>
                  <a:gd name="connsiteY7" fmla="*/ 48720 h 72332"/>
                  <a:gd name="connsiteX8" fmla="*/ 10296 w 47899"/>
                  <a:gd name="connsiteY8" fmla="*/ 44370 h 72332"/>
                  <a:gd name="connsiteX9" fmla="*/ 3530 w 47899"/>
                  <a:gd name="connsiteY9" fmla="*/ 28153 h 72332"/>
                  <a:gd name="connsiteX10" fmla="*/ 11317 w 47899"/>
                  <a:gd name="connsiteY10" fmla="*/ 7586 h 72332"/>
                  <a:gd name="connsiteX11" fmla="*/ 27802 w 47899"/>
                  <a:gd name="connsiteY11" fmla="*/ 230 h 72332"/>
                  <a:gd name="connsiteX12" fmla="*/ 42408 w 47899"/>
                  <a:gd name="connsiteY12" fmla="*/ 6727 h 72332"/>
                  <a:gd name="connsiteX13" fmla="*/ 48208 w 47899"/>
                  <a:gd name="connsiteY13" fmla="*/ 25146 h 72332"/>
                  <a:gd name="connsiteX14" fmla="*/ 44342 w 47899"/>
                  <a:gd name="connsiteY14" fmla="*/ 47968 h 72332"/>
                  <a:gd name="connsiteX15" fmla="*/ 31937 w 47899"/>
                  <a:gd name="connsiteY15" fmla="*/ 67461 h 72332"/>
                  <a:gd name="connsiteX16" fmla="*/ 17546 w 47899"/>
                  <a:gd name="connsiteY16" fmla="*/ 72562 h 72332"/>
                  <a:gd name="connsiteX17" fmla="*/ 5571 w 47899"/>
                  <a:gd name="connsiteY17" fmla="*/ 67998 h 72332"/>
                  <a:gd name="connsiteX18" fmla="*/ 308 w 47899"/>
                  <a:gd name="connsiteY18" fmla="*/ 55164 h 72332"/>
                  <a:gd name="connsiteX19" fmla="*/ 11961 w 47899"/>
                  <a:gd name="connsiteY19" fmla="*/ 27133 h 72332"/>
                  <a:gd name="connsiteX20" fmla="*/ 15505 w 47899"/>
                  <a:gd name="connsiteY20" fmla="*/ 37765 h 72332"/>
                  <a:gd name="connsiteX21" fmla="*/ 23936 w 47899"/>
                  <a:gd name="connsiteY21" fmla="*/ 41685 h 72332"/>
                  <a:gd name="connsiteX22" fmla="*/ 31131 w 47899"/>
                  <a:gd name="connsiteY22" fmla="*/ 39269 h 72332"/>
                  <a:gd name="connsiteX23" fmla="*/ 37307 w 47899"/>
                  <a:gd name="connsiteY23" fmla="*/ 31858 h 72332"/>
                  <a:gd name="connsiteX24" fmla="*/ 39831 w 47899"/>
                  <a:gd name="connsiteY24" fmla="*/ 21817 h 72332"/>
                  <a:gd name="connsiteX25" fmla="*/ 38166 w 47899"/>
                  <a:gd name="connsiteY25" fmla="*/ 14245 h 72332"/>
                  <a:gd name="connsiteX26" fmla="*/ 33548 w 47899"/>
                  <a:gd name="connsiteY26" fmla="*/ 9036 h 72332"/>
                  <a:gd name="connsiteX27" fmla="*/ 27641 w 47899"/>
                  <a:gd name="connsiteY27" fmla="*/ 7264 h 72332"/>
                  <a:gd name="connsiteX28" fmla="*/ 21895 w 47899"/>
                  <a:gd name="connsiteY28" fmla="*/ 8821 h 72332"/>
                  <a:gd name="connsiteX29" fmla="*/ 16740 w 47899"/>
                  <a:gd name="connsiteY29" fmla="*/ 13332 h 72332"/>
                  <a:gd name="connsiteX30" fmla="*/ 13142 w 47899"/>
                  <a:gd name="connsiteY30" fmla="*/ 20206 h 72332"/>
                  <a:gd name="connsiteX31" fmla="*/ 11961 w 47899"/>
                  <a:gd name="connsiteY31" fmla="*/ 2713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08" y="55164"/>
                    </a:moveTo>
                    <a:lnTo>
                      <a:pt x="8524" y="54305"/>
                    </a:lnTo>
                    <a:cubicBezTo>
                      <a:pt x="9061" y="58278"/>
                      <a:pt x="10189" y="61124"/>
                      <a:pt x="11907" y="62789"/>
                    </a:cubicBezTo>
                    <a:cubicBezTo>
                      <a:pt x="13625" y="64454"/>
                      <a:pt x="15666" y="65313"/>
                      <a:pt x="18029" y="65313"/>
                    </a:cubicBezTo>
                    <a:cubicBezTo>
                      <a:pt x="21358" y="65313"/>
                      <a:pt x="24473" y="63863"/>
                      <a:pt x="27319" y="60963"/>
                    </a:cubicBezTo>
                    <a:cubicBezTo>
                      <a:pt x="31561" y="56667"/>
                      <a:pt x="34676" y="50599"/>
                      <a:pt x="36663" y="42598"/>
                    </a:cubicBezTo>
                    <a:cubicBezTo>
                      <a:pt x="33709" y="44800"/>
                      <a:pt x="31131" y="46357"/>
                      <a:pt x="28876" y="47324"/>
                    </a:cubicBezTo>
                    <a:cubicBezTo>
                      <a:pt x="26567" y="48237"/>
                      <a:pt x="24258" y="48720"/>
                      <a:pt x="21895" y="48720"/>
                    </a:cubicBezTo>
                    <a:cubicBezTo>
                      <a:pt x="17546" y="48720"/>
                      <a:pt x="13679" y="47270"/>
                      <a:pt x="10296" y="44370"/>
                    </a:cubicBezTo>
                    <a:cubicBezTo>
                      <a:pt x="5785" y="40611"/>
                      <a:pt x="3530" y="35188"/>
                      <a:pt x="3530" y="28153"/>
                    </a:cubicBezTo>
                    <a:cubicBezTo>
                      <a:pt x="3530" y="20152"/>
                      <a:pt x="6108" y="13278"/>
                      <a:pt x="11317" y="7586"/>
                    </a:cubicBezTo>
                    <a:cubicBezTo>
                      <a:pt x="15827" y="2700"/>
                      <a:pt x="21305" y="230"/>
                      <a:pt x="27802" y="230"/>
                    </a:cubicBezTo>
                    <a:cubicBezTo>
                      <a:pt x="33655" y="230"/>
                      <a:pt x="38542" y="2431"/>
                      <a:pt x="42408" y="6727"/>
                    </a:cubicBezTo>
                    <a:cubicBezTo>
                      <a:pt x="46275" y="11077"/>
                      <a:pt x="48208" y="17198"/>
                      <a:pt x="48208" y="25146"/>
                    </a:cubicBezTo>
                    <a:cubicBezTo>
                      <a:pt x="48208" y="32825"/>
                      <a:pt x="46919" y="40450"/>
                      <a:pt x="44342" y="47968"/>
                    </a:cubicBezTo>
                    <a:cubicBezTo>
                      <a:pt x="41281" y="56775"/>
                      <a:pt x="37146" y="63272"/>
                      <a:pt x="31937" y="67461"/>
                    </a:cubicBezTo>
                    <a:cubicBezTo>
                      <a:pt x="27695" y="70898"/>
                      <a:pt x="22862" y="72562"/>
                      <a:pt x="17546" y="72562"/>
                    </a:cubicBezTo>
                    <a:cubicBezTo>
                      <a:pt x="12659" y="72562"/>
                      <a:pt x="8685" y="71059"/>
                      <a:pt x="5571" y="67998"/>
                    </a:cubicBezTo>
                    <a:cubicBezTo>
                      <a:pt x="2456" y="64991"/>
                      <a:pt x="684" y="60695"/>
                      <a:pt x="308" y="55164"/>
                    </a:cubicBezTo>
                    <a:moveTo>
                      <a:pt x="11961" y="27133"/>
                    </a:moveTo>
                    <a:cubicBezTo>
                      <a:pt x="11961" y="31536"/>
                      <a:pt x="13142" y="35080"/>
                      <a:pt x="15505" y="37765"/>
                    </a:cubicBezTo>
                    <a:cubicBezTo>
                      <a:pt x="17868" y="40397"/>
                      <a:pt x="20714" y="41685"/>
                      <a:pt x="23936" y="41685"/>
                    </a:cubicBezTo>
                    <a:cubicBezTo>
                      <a:pt x="26352" y="41685"/>
                      <a:pt x="28769" y="40880"/>
                      <a:pt x="31131" y="39269"/>
                    </a:cubicBezTo>
                    <a:cubicBezTo>
                      <a:pt x="33548" y="37604"/>
                      <a:pt x="35589" y="35134"/>
                      <a:pt x="37307" y="31858"/>
                    </a:cubicBezTo>
                    <a:cubicBezTo>
                      <a:pt x="38972" y="28583"/>
                      <a:pt x="39831" y="25253"/>
                      <a:pt x="39831" y="21817"/>
                    </a:cubicBezTo>
                    <a:cubicBezTo>
                      <a:pt x="39831" y="19078"/>
                      <a:pt x="39294" y="16554"/>
                      <a:pt x="38166" y="14245"/>
                    </a:cubicBezTo>
                    <a:cubicBezTo>
                      <a:pt x="37038" y="11936"/>
                      <a:pt x="35481" y="10164"/>
                      <a:pt x="33548" y="9036"/>
                    </a:cubicBezTo>
                    <a:cubicBezTo>
                      <a:pt x="31615" y="7855"/>
                      <a:pt x="29628" y="7264"/>
                      <a:pt x="27641" y="7264"/>
                    </a:cubicBezTo>
                    <a:cubicBezTo>
                      <a:pt x="25708" y="7264"/>
                      <a:pt x="23775" y="7747"/>
                      <a:pt x="21895" y="8821"/>
                    </a:cubicBezTo>
                    <a:cubicBezTo>
                      <a:pt x="20070" y="9842"/>
                      <a:pt x="18297" y="11345"/>
                      <a:pt x="16740" y="13332"/>
                    </a:cubicBezTo>
                    <a:cubicBezTo>
                      <a:pt x="15129" y="15319"/>
                      <a:pt x="13948" y="17628"/>
                      <a:pt x="13142" y="20206"/>
                    </a:cubicBezTo>
                    <a:cubicBezTo>
                      <a:pt x="12337" y="22837"/>
                      <a:pt x="11961" y="25092"/>
                      <a:pt x="11961" y="271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5" name="Freihandform: Form 274">
                <a:extLst>
                  <a:ext uri="{FF2B5EF4-FFF2-40B4-BE49-F238E27FC236}">
                    <a16:creationId xmlns:a16="http://schemas.microsoft.com/office/drawing/2014/main" id="{6F2B5900-7FB6-272C-F92F-74B14C61818F}"/>
                  </a:ext>
                </a:extLst>
              </p:cNvPr>
              <p:cNvSpPr/>
              <p:nvPr/>
            </p:nvSpPr>
            <p:spPr>
              <a:xfrm>
                <a:off x="8041438" y="3681015"/>
                <a:ext cx="47899" cy="72332"/>
              </a:xfrm>
              <a:custGeom>
                <a:avLst/>
                <a:gdLst>
                  <a:gd name="connsiteX0" fmla="*/ 312 w 47899"/>
                  <a:gd name="connsiteY0" fmla="*/ 55164 h 72332"/>
                  <a:gd name="connsiteX1" fmla="*/ 8528 w 47899"/>
                  <a:gd name="connsiteY1" fmla="*/ 54305 h 72332"/>
                  <a:gd name="connsiteX2" fmla="*/ 11911 w 47899"/>
                  <a:gd name="connsiteY2" fmla="*/ 62789 h 72332"/>
                  <a:gd name="connsiteX3" fmla="*/ 18033 w 47899"/>
                  <a:gd name="connsiteY3" fmla="*/ 65313 h 72332"/>
                  <a:gd name="connsiteX4" fmla="*/ 27323 w 47899"/>
                  <a:gd name="connsiteY4" fmla="*/ 60963 h 72332"/>
                  <a:gd name="connsiteX5" fmla="*/ 36667 w 47899"/>
                  <a:gd name="connsiteY5" fmla="*/ 42598 h 72332"/>
                  <a:gd name="connsiteX6" fmla="*/ 28880 w 47899"/>
                  <a:gd name="connsiteY6" fmla="*/ 47324 h 72332"/>
                  <a:gd name="connsiteX7" fmla="*/ 21899 w 47899"/>
                  <a:gd name="connsiteY7" fmla="*/ 48720 h 72332"/>
                  <a:gd name="connsiteX8" fmla="*/ 10300 w 47899"/>
                  <a:gd name="connsiteY8" fmla="*/ 44370 h 72332"/>
                  <a:gd name="connsiteX9" fmla="*/ 3534 w 47899"/>
                  <a:gd name="connsiteY9" fmla="*/ 28153 h 72332"/>
                  <a:gd name="connsiteX10" fmla="*/ 11321 w 47899"/>
                  <a:gd name="connsiteY10" fmla="*/ 7586 h 72332"/>
                  <a:gd name="connsiteX11" fmla="*/ 27806 w 47899"/>
                  <a:gd name="connsiteY11" fmla="*/ 230 h 72332"/>
                  <a:gd name="connsiteX12" fmla="*/ 42412 w 47899"/>
                  <a:gd name="connsiteY12" fmla="*/ 6727 h 72332"/>
                  <a:gd name="connsiteX13" fmla="*/ 48212 w 47899"/>
                  <a:gd name="connsiteY13" fmla="*/ 25146 h 72332"/>
                  <a:gd name="connsiteX14" fmla="*/ 44346 w 47899"/>
                  <a:gd name="connsiteY14" fmla="*/ 47968 h 72332"/>
                  <a:gd name="connsiteX15" fmla="*/ 31941 w 47899"/>
                  <a:gd name="connsiteY15" fmla="*/ 67461 h 72332"/>
                  <a:gd name="connsiteX16" fmla="*/ 17550 w 47899"/>
                  <a:gd name="connsiteY16" fmla="*/ 72562 h 72332"/>
                  <a:gd name="connsiteX17" fmla="*/ 5575 w 47899"/>
                  <a:gd name="connsiteY17" fmla="*/ 67998 h 72332"/>
                  <a:gd name="connsiteX18" fmla="*/ 312 w 47899"/>
                  <a:gd name="connsiteY18" fmla="*/ 55164 h 72332"/>
                  <a:gd name="connsiteX19" fmla="*/ 11965 w 47899"/>
                  <a:gd name="connsiteY19" fmla="*/ 27133 h 72332"/>
                  <a:gd name="connsiteX20" fmla="*/ 15509 w 47899"/>
                  <a:gd name="connsiteY20" fmla="*/ 37765 h 72332"/>
                  <a:gd name="connsiteX21" fmla="*/ 23940 w 47899"/>
                  <a:gd name="connsiteY21" fmla="*/ 41685 h 72332"/>
                  <a:gd name="connsiteX22" fmla="*/ 31135 w 47899"/>
                  <a:gd name="connsiteY22" fmla="*/ 39269 h 72332"/>
                  <a:gd name="connsiteX23" fmla="*/ 37311 w 47899"/>
                  <a:gd name="connsiteY23" fmla="*/ 31858 h 72332"/>
                  <a:gd name="connsiteX24" fmla="*/ 39835 w 47899"/>
                  <a:gd name="connsiteY24" fmla="*/ 21817 h 72332"/>
                  <a:gd name="connsiteX25" fmla="*/ 38170 w 47899"/>
                  <a:gd name="connsiteY25" fmla="*/ 14245 h 72332"/>
                  <a:gd name="connsiteX26" fmla="*/ 33552 w 47899"/>
                  <a:gd name="connsiteY26" fmla="*/ 9036 h 72332"/>
                  <a:gd name="connsiteX27" fmla="*/ 27645 w 47899"/>
                  <a:gd name="connsiteY27" fmla="*/ 7264 h 72332"/>
                  <a:gd name="connsiteX28" fmla="*/ 21899 w 47899"/>
                  <a:gd name="connsiteY28" fmla="*/ 8821 h 72332"/>
                  <a:gd name="connsiteX29" fmla="*/ 16744 w 47899"/>
                  <a:gd name="connsiteY29" fmla="*/ 13332 h 72332"/>
                  <a:gd name="connsiteX30" fmla="*/ 13146 w 47899"/>
                  <a:gd name="connsiteY30" fmla="*/ 20206 h 72332"/>
                  <a:gd name="connsiteX31" fmla="*/ 11965 w 47899"/>
                  <a:gd name="connsiteY31" fmla="*/ 2713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12" y="55164"/>
                    </a:moveTo>
                    <a:lnTo>
                      <a:pt x="8528" y="54305"/>
                    </a:lnTo>
                    <a:cubicBezTo>
                      <a:pt x="9065" y="58278"/>
                      <a:pt x="10193" y="61124"/>
                      <a:pt x="11911" y="62789"/>
                    </a:cubicBezTo>
                    <a:cubicBezTo>
                      <a:pt x="13629" y="64454"/>
                      <a:pt x="15670" y="65313"/>
                      <a:pt x="18033" y="65313"/>
                    </a:cubicBezTo>
                    <a:cubicBezTo>
                      <a:pt x="21362" y="65313"/>
                      <a:pt x="24477" y="63863"/>
                      <a:pt x="27323" y="60963"/>
                    </a:cubicBezTo>
                    <a:cubicBezTo>
                      <a:pt x="31565" y="56667"/>
                      <a:pt x="34680" y="50599"/>
                      <a:pt x="36667" y="42598"/>
                    </a:cubicBezTo>
                    <a:cubicBezTo>
                      <a:pt x="33713" y="44800"/>
                      <a:pt x="31135" y="46357"/>
                      <a:pt x="28880" y="47324"/>
                    </a:cubicBezTo>
                    <a:cubicBezTo>
                      <a:pt x="26571" y="48237"/>
                      <a:pt x="24262" y="48720"/>
                      <a:pt x="21899" y="48720"/>
                    </a:cubicBezTo>
                    <a:cubicBezTo>
                      <a:pt x="17550" y="48720"/>
                      <a:pt x="13683" y="47270"/>
                      <a:pt x="10300" y="44370"/>
                    </a:cubicBezTo>
                    <a:cubicBezTo>
                      <a:pt x="5789" y="40611"/>
                      <a:pt x="3534" y="35188"/>
                      <a:pt x="3534" y="28153"/>
                    </a:cubicBezTo>
                    <a:cubicBezTo>
                      <a:pt x="3534" y="20152"/>
                      <a:pt x="6112" y="13278"/>
                      <a:pt x="11321" y="7586"/>
                    </a:cubicBezTo>
                    <a:cubicBezTo>
                      <a:pt x="15831" y="2700"/>
                      <a:pt x="21309" y="230"/>
                      <a:pt x="27806" y="230"/>
                    </a:cubicBezTo>
                    <a:cubicBezTo>
                      <a:pt x="33659" y="230"/>
                      <a:pt x="38546" y="2431"/>
                      <a:pt x="42412" y="6727"/>
                    </a:cubicBezTo>
                    <a:cubicBezTo>
                      <a:pt x="46279" y="11077"/>
                      <a:pt x="48212" y="17198"/>
                      <a:pt x="48212" y="25146"/>
                    </a:cubicBezTo>
                    <a:cubicBezTo>
                      <a:pt x="48212" y="32825"/>
                      <a:pt x="46923" y="40450"/>
                      <a:pt x="44346" y="47968"/>
                    </a:cubicBezTo>
                    <a:cubicBezTo>
                      <a:pt x="41285" y="56775"/>
                      <a:pt x="37150" y="63272"/>
                      <a:pt x="31941" y="67461"/>
                    </a:cubicBezTo>
                    <a:cubicBezTo>
                      <a:pt x="27699" y="70898"/>
                      <a:pt x="22866" y="72562"/>
                      <a:pt x="17550" y="72562"/>
                    </a:cubicBezTo>
                    <a:cubicBezTo>
                      <a:pt x="12663" y="72562"/>
                      <a:pt x="8689" y="71059"/>
                      <a:pt x="5575" y="67998"/>
                    </a:cubicBezTo>
                    <a:cubicBezTo>
                      <a:pt x="2460" y="64991"/>
                      <a:pt x="688" y="60695"/>
                      <a:pt x="312" y="55164"/>
                    </a:cubicBezTo>
                    <a:moveTo>
                      <a:pt x="11965" y="27133"/>
                    </a:moveTo>
                    <a:cubicBezTo>
                      <a:pt x="11965" y="31536"/>
                      <a:pt x="13146" y="35080"/>
                      <a:pt x="15509" y="37765"/>
                    </a:cubicBezTo>
                    <a:cubicBezTo>
                      <a:pt x="17872" y="40397"/>
                      <a:pt x="20718" y="41685"/>
                      <a:pt x="23940" y="41685"/>
                    </a:cubicBezTo>
                    <a:cubicBezTo>
                      <a:pt x="26356" y="41685"/>
                      <a:pt x="28773" y="40880"/>
                      <a:pt x="31135" y="39269"/>
                    </a:cubicBezTo>
                    <a:cubicBezTo>
                      <a:pt x="33552" y="37604"/>
                      <a:pt x="35593" y="35134"/>
                      <a:pt x="37311" y="31858"/>
                    </a:cubicBezTo>
                    <a:cubicBezTo>
                      <a:pt x="38976" y="28583"/>
                      <a:pt x="39835" y="25253"/>
                      <a:pt x="39835" y="21817"/>
                    </a:cubicBezTo>
                    <a:cubicBezTo>
                      <a:pt x="39835" y="19078"/>
                      <a:pt x="39298" y="16554"/>
                      <a:pt x="38170" y="14245"/>
                    </a:cubicBezTo>
                    <a:cubicBezTo>
                      <a:pt x="37042" y="11936"/>
                      <a:pt x="35485" y="10164"/>
                      <a:pt x="33552" y="9036"/>
                    </a:cubicBezTo>
                    <a:cubicBezTo>
                      <a:pt x="31619" y="7855"/>
                      <a:pt x="29632" y="7264"/>
                      <a:pt x="27645" y="7264"/>
                    </a:cubicBezTo>
                    <a:cubicBezTo>
                      <a:pt x="25712" y="7264"/>
                      <a:pt x="23779" y="7747"/>
                      <a:pt x="21899" y="8821"/>
                    </a:cubicBezTo>
                    <a:cubicBezTo>
                      <a:pt x="20074" y="9842"/>
                      <a:pt x="18301" y="11345"/>
                      <a:pt x="16744" y="13332"/>
                    </a:cubicBezTo>
                    <a:cubicBezTo>
                      <a:pt x="15133" y="15319"/>
                      <a:pt x="13952" y="17628"/>
                      <a:pt x="13146" y="20206"/>
                    </a:cubicBezTo>
                    <a:cubicBezTo>
                      <a:pt x="12341" y="22837"/>
                      <a:pt x="11965" y="25092"/>
                      <a:pt x="11965" y="271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6" name="Freihandform: Form 275">
                <a:extLst>
                  <a:ext uri="{FF2B5EF4-FFF2-40B4-BE49-F238E27FC236}">
                    <a16:creationId xmlns:a16="http://schemas.microsoft.com/office/drawing/2014/main" id="{6EE568C2-B57D-137E-0BFE-26CE8389F244}"/>
                  </a:ext>
                </a:extLst>
              </p:cNvPr>
              <p:cNvSpPr/>
              <p:nvPr/>
            </p:nvSpPr>
            <p:spPr>
              <a:xfrm>
                <a:off x="8098092" y="3681015"/>
                <a:ext cx="47953" cy="72332"/>
              </a:xfrm>
              <a:custGeom>
                <a:avLst/>
                <a:gdLst>
                  <a:gd name="connsiteX0" fmla="*/ 11969 w 47953"/>
                  <a:gd name="connsiteY0" fmla="*/ 30301 h 72332"/>
                  <a:gd name="connsiteX1" fmla="*/ 19272 w 47953"/>
                  <a:gd name="connsiteY1" fmla="*/ 25737 h 72332"/>
                  <a:gd name="connsiteX2" fmla="*/ 26521 w 47953"/>
                  <a:gd name="connsiteY2" fmla="*/ 24233 h 72332"/>
                  <a:gd name="connsiteX3" fmla="*/ 39839 w 47953"/>
                  <a:gd name="connsiteY3" fmla="*/ 29710 h 72332"/>
                  <a:gd name="connsiteX4" fmla="*/ 45101 w 47953"/>
                  <a:gd name="connsiteY4" fmla="*/ 44585 h 72332"/>
                  <a:gd name="connsiteX5" fmla="*/ 37261 w 47953"/>
                  <a:gd name="connsiteY5" fmla="*/ 65206 h 72332"/>
                  <a:gd name="connsiteX6" fmla="*/ 20829 w 47953"/>
                  <a:gd name="connsiteY6" fmla="*/ 72562 h 72332"/>
                  <a:gd name="connsiteX7" fmla="*/ 6169 w 47953"/>
                  <a:gd name="connsiteY7" fmla="*/ 66119 h 72332"/>
                  <a:gd name="connsiteX8" fmla="*/ 316 w 47953"/>
                  <a:gd name="connsiteY8" fmla="*/ 47753 h 72332"/>
                  <a:gd name="connsiteX9" fmla="*/ 4075 w 47953"/>
                  <a:gd name="connsiteY9" fmla="*/ 25683 h 72332"/>
                  <a:gd name="connsiteX10" fmla="*/ 11271 w 47953"/>
                  <a:gd name="connsiteY10" fmla="*/ 11238 h 72332"/>
                  <a:gd name="connsiteX11" fmla="*/ 20346 w 47953"/>
                  <a:gd name="connsiteY11" fmla="*/ 2914 h 72332"/>
                  <a:gd name="connsiteX12" fmla="*/ 31193 w 47953"/>
                  <a:gd name="connsiteY12" fmla="*/ 230 h 72332"/>
                  <a:gd name="connsiteX13" fmla="*/ 43007 w 47953"/>
                  <a:gd name="connsiteY13" fmla="*/ 4740 h 72332"/>
                  <a:gd name="connsiteX14" fmla="*/ 48270 w 47953"/>
                  <a:gd name="connsiteY14" fmla="*/ 17682 h 72332"/>
                  <a:gd name="connsiteX15" fmla="*/ 40107 w 47953"/>
                  <a:gd name="connsiteY15" fmla="*/ 18487 h 72332"/>
                  <a:gd name="connsiteX16" fmla="*/ 36885 w 47953"/>
                  <a:gd name="connsiteY16" fmla="*/ 10164 h 72332"/>
                  <a:gd name="connsiteX17" fmla="*/ 30549 w 47953"/>
                  <a:gd name="connsiteY17" fmla="*/ 7586 h 72332"/>
                  <a:gd name="connsiteX18" fmla="*/ 22709 w 47953"/>
                  <a:gd name="connsiteY18" fmla="*/ 10647 h 72332"/>
                  <a:gd name="connsiteX19" fmla="*/ 15889 w 47953"/>
                  <a:gd name="connsiteY19" fmla="*/ 19669 h 72332"/>
                  <a:gd name="connsiteX20" fmla="*/ 11969 w 47953"/>
                  <a:gd name="connsiteY20" fmla="*/ 30301 h 72332"/>
                  <a:gd name="connsiteX21" fmla="*/ 8908 w 47953"/>
                  <a:gd name="connsiteY21" fmla="*/ 51459 h 72332"/>
                  <a:gd name="connsiteX22" fmla="*/ 12613 w 47953"/>
                  <a:gd name="connsiteY22" fmla="*/ 61554 h 72332"/>
                  <a:gd name="connsiteX23" fmla="*/ 21044 w 47953"/>
                  <a:gd name="connsiteY23" fmla="*/ 65635 h 72332"/>
                  <a:gd name="connsiteX24" fmla="*/ 28025 w 47953"/>
                  <a:gd name="connsiteY24" fmla="*/ 63165 h 72332"/>
                  <a:gd name="connsiteX25" fmla="*/ 34254 w 47953"/>
                  <a:gd name="connsiteY25" fmla="*/ 55593 h 72332"/>
                  <a:gd name="connsiteX26" fmla="*/ 36778 w 47953"/>
                  <a:gd name="connsiteY26" fmla="*/ 45498 h 72332"/>
                  <a:gd name="connsiteX27" fmla="*/ 33234 w 47953"/>
                  <a:gd name="connsiteY27" fmla="*/ 35134 h 72332"/>
                  <a:gd name="connsiteX28" fmla="*/ 24642 w 47953"/>
                  <a:gd name="connsiteY28" fmla="*/ 31214 h 72332"/>
                  <a:gd name="connsiteX29" fmla="*/ 13902 w 47953"/>
                  <a:gd name="connsiteY29" fmla="*/ 36906 h 72332"/>
                  <a:gd name="connsiteX30" fmla="*/ 8908 w 47953"/>
                  <a:gd name="connsiteY30" fmla="*/ 5145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69" y="30301"/>
                    </a:moveTo>
                    <a:cubicBezTo>
                      <a:pt x="14385" y="28261"/>
                      <a:pt x="16856" y="26757"/>
                      <a:pt x="19272" y="25737"/>
                    </a:cubicBezTo>
                    <a:cubicBezTo>
                      <a:pt x="21688" y="24716"/>
                      <a:pt x="24105" y="24233"/>
                      <a:pt x="26521" y="24233"/>
                    </a:cubicBezTo>
                    <a:cubicBezTo>
                      <a:pt x="31891" y="24233"/>
                      <a:pt x="36348" y="26059"/>
                      <a:pt x="39839" y="29710"/>
                    </a:cubicBezTo>
                    <a:cubicBezTo>
                      <a:pt x="43329" y="33416"/>
                      <a:pt x="45101" y="38356"/>
                      <a:pt x="45101" y="44585"/>
                    </a:cubicBezTo>
                    <a:cubicBezTo>
                      <a:pt x="45101" y="52586"/>
                      <a:pt x="42524" y="59460"/>
                      <a:pt x="37261" y="65206"/>
                    </a:cubicBezTo>
                    <a:cubicBezTo>
                      <a:pt x="32751" y="70146"/>
                      <a:pt x="27273" y="72562"/>
                      <a:pt x="20829" y="72562"/>
                    </a:cubicBezTo>
                    <a:cubicBezTo>
                      <a:pt x="14976" y="72562"/>
                      <a:pt x="10089" y="70414"/>
                      <a:pt x="6169" y="66119"/>
                    </a:cubicBezTo>
                    <a:cubicBezTo>
                      <a:pt x="2249" y="61823"/>
                      <a:pt x="316" y="55701"/>
                      <a:pt x="316" y="47753"/>
                    </a:cubicBezTo>
                    <a:cubicBezTo>
                      <a:pt x="316" y="40611"/>
                      <a:pt x="1551" y="33255"/>
                      <a:pt x="4075" y="25683"/>
                    </a:cubicBezTo>
                    <a:cubicBezTo>
                      <a:pt x="6008" y="19830"/>
                      <a:pt x="8425" y="14997"/>
                      <a:pt x="11271" y="11238"/>
                    </a:cubicBezTo>
                    <a:cubicBezTo>
                      <a:pt x="14117" y="7425"/>
                      <a:pt x="17124" y="4687"/>
                      <a:pt x="20346" y="2914"/>
                    </a:cubicBezTo>
                    <a:cubicBezTo>
                      <a:pt x="23568" y="1142"/>
                      <a:pt x="27166" y="230"/>
                      <a:pt x="31193" y="230"/>
                    </a:cubicBezTo>
                    <a:cubicBezTo>
                      <a:pt x="36026" y="230"/>
                      <a:pt x="39946" y="1733"/>
                      <a:pt x="43007" y="4740"/>
                    </a:cubicBezTo>
                    <a:cubicBezTo>
                      <a:pt x="46068" y="7747"/>
                      <a:pt x="47840" y="12097"/>
                      <a:pt x="48270" y="17682"/>
                    </a:cubicBezTo>
                    <a:lnTo>
                      <a:pt x="40107" y="18487"/>
                    </a:lnTo>
                    <a:cubicBezTo>
                      <a:pt x="39678" y="14621"/>
                      <a:pt x="38604" y="11882"/>
                      <a:pt x="36885" y="10164"/>
                    </a:cubicBezTo>
                    <a:cubicBezTo>
                      <a:pt x="35167" y="8446"/>
                      <a:pt x="33019" y="7586"/>
                      <a:pt x="30549" y="7586"/>
                    </a:cubicBezTo>
                    <a:cubicBezTo>
                      <a:pt x="27971" y="7586"/>
                      <a:pt x="25340" y="8607"/>
                      <a:pt x="22709" y="10647"/>
                    </a:cubicBezTo>
                    <a:cubicBezTo>
                      <a:pt x="20024" y="12634"/>
                      <a:pt x="17768" y="15641"/>
                      <a:pt x="15889" y="19669"/>
                    </a:cubicBezTo>
                    <a:cubicBezTo>
                      <a:pt x="13956" y="23642"/>
                      <a:pt x="12667" y="27187"/>
                      <a:pt x="11969" y="30301"/>
                    </a:cubicBezTo>
                    <a:moveTo>
                      <a:pt x="8908" y="51459"/>
                    </a:moveTo>
                    <a:cubicBezTo>
                      <a:pt x="8908" y="55486"/>
                      <a:pt x="10143" y="58815"/>
                      <a:pt x="12613" y="61554"/>
                    </a:cubicBezTo>
                    <a:cubicBezTo>
                      <a:pt x="15137" y="64293"/>
                      <a:pt x="17929" y="65635"/>
                      <a:pt x="21044" y="65635"/>
                    </a:cubicBezTo>
                    <a:cubicBezTo>
                      <a:pt x="23246" y="65635"/>
                      <a:pt x="25555" y="64776"/>
                      <a:pt x="28025" y="63165"/>
                    </a:cubicBezTo>
                    <a:cubicBezTo>
                      <a:pt x="30441" y="61500"/>
                      <a:pt x="32536" y="58977"/>
                      <a:pt x="34254" y="55593"/>
                    </a:cubicBezTo>
                    <a:cubicBezTo>
                      <a:pt x="35919" y="52210"/>
                      <a:pt x="36778" y="48827"/>
                      <a:pt x="36778" y="45498"/>
                    </a:cubicBezTo>
                    <a:cubicBezTo>
                      <a:pt x="36778" y="41148"/>
                      <a:pt x="35597" y="37712"/>
                      <a:pt x="33234" y="35134"/>
                    </a:cubicBezTo>
                    <a:cubicBezTo>
                      <a:pt x="30871" y="32503"/>
                      <a:pt x="28025" y="31214"/>
                      <a:pt x="24642" y="31214"/>
                    </a:cubicBezTo>
                    <a:cubicBezTo>
                      <a:pt x="20829" y="31214"/>
                      <a:pt x="17231" y="33093"/>
                      <a:pt x="13902" y="36906"/>
                    </a:cubicBezTo>
                    <a:cubicBezTo>
                      <a:pt x="10573" y="40665"/>
                      <a:pt x="8908" y="45552"/>
                      <a:pt x="8908" y="5145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7" name="Freihandform: Form 276">
                <a:extLst>
                  <a:ext uri="{FF2B5EF4-FFF2-40B4-BE49-F238E27FC236}">
                    <a16:creationId xmlns:a16="http://schemas.microsoft.com/office/drawing/2014/main" id="{5241F17D-0621-EA7A-1E78-D1C76E3EDAE3}"/>
                  </a:ext>
                </a:extLst>
              </p:cNvPr>
              <p:cNvSpPr/>
              <p:nvPr/>
            </p:nvSpPr>
            <p:spPr>
              <a:xfrm>
                <a:off x="8159539" y="3681015"/>
                <a:ext cx="32810" cy="71151"/>
              </a:xfrm>
              <a:custGeom>
                <a:avLst/>
                <a:gdLst>
                  <a:gd name="connsiteX0" fmla="*/ 9503 w 32810"/>
                  <a:gd name="connsiteY0" fmla="*/ 71381 h 71151"/>
                  <a:gd name="connsiteX1" fmla="*/ 20672 w 32810"/>
                  <a:gd name="connsiteY1" fmla="*/ 17897 h 71151"/>
                  <a:gd name="connsiteX2" fmla="*/ 320 w 32810"/>
                  <a:gd name="connsiteY2" fmla="*/ 27025 h 71151"/>
                  <a:gd name="connsiteX3" fmla="*/ 1931 w 32810"/>
                  <a:gd name="connsiteY3" fmla="*/ 19078 h 71151"/>
                  <a:gd name="connsiteX4" fmla="*/ 14819 w 32810"/>
                  <a:gd name="connsiteY4" fmla="*/ 12258 h 71151"/>
                  <a:gd name="connsiteX5" fmla="*/ 24377 w 32810"/>
                  <a:gd name="connsiteY5" fmla="*/ 4955 h 71151"/>
                  <a:gd name="connsiteX6" fmla="*/ 28029 w 32810"/>
                  <a:gd name="connsiteY6" fmla="*/ 230 h 71151"/>
                  <a:gd name="connsiteX7" fmla="*/ 33130 w 32810"/>
                  <a:gd name="connsiteY7" fmla="*/ 230 h 71151"/>
                  <a:gd name="connsiteX8" fmla="*/ 18256 w 32810"/>
                  <a:gd name="connsiteY8" fmla="*/ 71381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03" y="71381"/>
                    </a:moveTo>
                    <a:lnTo>
                      <a:pt x="20672" y="17897"/>
                    </a:lnTo>
                    <a:cubicBezTo>
                      <a:pt x="15839" y="21709"/>
                      <a:pt x="9073" y="24716"/>
                      <a:pt x="320" y="27025"/>
                    </a:cubicBezTo>
                    <a:lnTo>
                      <a:pt x="1931" y="19078"/>
                    </a:lnTo>
                    <a:cubicBezTo>
                      <a:pt x="6281" y="17360"/>
                      <a:pt x="10577" y="15104"/>
                      <a:pt x="14819" y="12258"/>
                    </a:cubicBezTo>
                    <a:cubicBezTo>
                      <a:pt x="19061" y="9466"/>
                      <a:pt x="22229" y="7049"/>
                      <a:pt x="24377" y="4955"/>
                    </a:cubicBezTo>
                    <a:cubicBezTo>
                      <a:pt x="25666" y="3666"/>
                      <a:pt x="26901" y="2055"/>
                      <a:pt x="28029" y="230"/>
                    </a:cubicBezTo>
                    <a:lnTo>
                      <a:pt x="33130" y="230"/>
                    </a:lnTo>
                    <a:lnTo>
                      <a:pt x="18256" y="7138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8" name="Freihandform: Form 277">
                <a:extLst>
                  <a:ext uri="{FF2B5EF4-FFF2-40B4-BE49-F238E27FC236}">
                    <a16:creationId xmlns:a16="http://schemas.microsoft.com/office/drawing/2014/main" id="{BA925FA4-1C50-0680-D8F8-C26B86720D49}"/>
                  </a:ext>
                </a:extLst>
              </p:cNvPr>
              <p:cNvSpPr/>
              <p:nvPr/>
            </p:nvSpPr>
            <p:spPr>
              <a:xfrm>
                <a:off x="8211897" y="3682304"/>
                <a:ext cx="46933" cy="69862"/>
              </a:xfrm>
              <a:custGeom>
                <a:avLst/>
                <a:gdLst>
                  <a:gd name="connsiteX0" fmla="*/ 2687 w 46933"/>
                  <a:gd name="connsiteY0" fmla="*/ 70092 h 69862"/>
                  <a:gd name="connsiteX1" fmla="*/ 7627 w 46933"/>
                  <a:gd name="connsiteY1" fmla="*/ 52909 h 69862"/>
                  <a:gd name="connsiteX2" fmla="*/ 19441 w 46933"/>
                  <a:gd name="connsiteY2" fmla="*/ 28797 h 69862"/>
                  <a:gd name="connsiteX3" fmla="*/ 35658 w 46933"/>
                  <a:gd name="connsiteY3" fmla="*/ 8231 h 69862"/>
                  <a:gd name="connsiteX4" fmla="*/ 324 w 46933"/>
                  <a:gd name="connsiteY4" fmla="*/ 8231 h 69862"/>
                  <a:gd name="connsiteX5" fmla="*/ 2043 w 46933"/>
                  <a:gd name="connsiteY5" fmla="*/ 230 h 69862"/>
                  <a:gd name="connsiteX6" fmla="*/ 47257 w 46933"/>
                  <a:gd name="connsiteY6" fmla="*/ 230 h 69862"/>
                  <a:gd name="connsiteX7" fmla="*/ 45593 w 46933"/>
                  <a:gd name="connsiteY7" fmla="*/ 8231 h 69862"/>
                  <a:gd name="connsiteX8" fmla="*/ 25509 w 46933"/>
                  <a:gd name="connsiteY8" fmla="*/ 34275 h 69862"/>
                  <a:gd name="connsiteX9" fmla="*/ 11816 w 46933"/>
                  <a:gd name="connsiteY9" fmla="*/ 70092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87" y="70092"/>
                    </a:moveTo>
                    <a:cubicBezTo>
                      <a:pt x="3492" y="65313"/>
                      <a:pt x="5103" y="59567"/>
                      <a:pt x="7627" y="52909"/>
                    </a:cubicBezTo>
                    <a:cubicBezTo>
                      <a:pt x="10634" y="44800"/>
                      <a:pt x="14554" y="36745"/>
                      <a:pt x="19441" y="28797"/>
                    </a:cubicBezTo>
                    <a:cubicBezTo>
                      <a:pt x="24274" y="20796"/>
                      <a:pt x="29698" y="13977"/>
                      <a:pt x="35658" y="8231"/>
                    </a:cubicBezTo>
                    <a:lnTo>
                      <a:pt x="324" y="8231"/>
                    </a:lnTo>
                    <a:lnTo>
                      <a:pt x="2043" y="230"/>
                    </a:lnTo>
                    <a:lnTo>
                      <a:pt x="47257" y="230"/>
                    </a:lnTo>
                    <a:lnTo>
                      <a:pt x="45593" y="8231"/>
                    </a:lnTo>
                    <a:cubicBezTo>
                      <a:pt x="37967" y="14943"/>
                      <a:pt x="31255" y="23642"/>
                      <a:pt x="25509" y="34275"/>
                    </a:cubicBezTo>
                    <a:cubicBezTo>
                      <a:pt x="18850" y="46572"/>
                      <a:pt x="14286" y="58493"/>
                      <a:pt x="11816" y="700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79" name="Freihandform: Form 278">
                <a:extLst>
                  <a:ext uri="{FF2B5EF4-FFF2-40B4-BE49-F238E27FC236}">
                    <a16:creationId xmlns:a16="http://schemas.microsoft.com/office/drawing/2014/main" id="{82B77D76-A7DA-C26E-A928-79F9908E1299}"/>
                  </a:ext>
                </a:extLst>
              </p:cNvPr>
              <p:cNvSpPr/>
              <p:nvPr/>
            </p:nvSpPr>
            <p:spPr>
              <a:xfrm>
                <a:off x="8260657" y="3742286"/>
                <a:ext cx="11974" cy="9880"/>
              </a:xfrm>
              <a:custGeom>
                <a:avLst/>
                <a:gdLst>
                  <a:gd name="connsiteX0" fmla="*/ 328 w 11974"/>
                  <a:gd name="connsiteY0" fmla="*/ 10110 h 9880"/>
                  <a:gd name="connsiteX1" fmla="*/ 2422 w 11974"/>
                  <a:gd name="connsiteY1" fmla="*/ 230 h 9880"/>
                  <a:gd name="connsiteX2" fmla="*/ 12303 w 11974"/>
                  <a:gd name="connsiteY2" fmla="*/ 230 h 9880"/>
                  <a:gd name="connsiteX3" fmla="*/ 10209 w 11974"/>
                  <a:gd name="connsiteY3" fmla="*/ 10110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28" y="10110"/>
                    </a:moveTo>
                    <a:lnTo>
                      <a:pt x="2422" y="230"/>
                    </a:lnTo>
                    <a:lnTo>
                      <a:pt x="12303" y="230"/>
                    </a:lnTo>
                    <a:lnTo>
                      <a:pt x="10209" y="1011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0" name="Freihandform: Form 279">
                <a:extLst>
                  <a:ext uri="{FF2B5EF4-FFF2-40B4-BE49-F238E27FC236}">
                    <a16:creationId xmlns:a16="http://schemas.microsoft.com/office/drawing/2014/main" id="{15EAFFA6-28B7-DBC3-0916-C9FE90CE9FD4}"/>
                  </a:ext>
                </a:extLst>
              </p:cNvPr>
              <p:cNvSpPr/>
              <p:nvPr/>
            </p:nvSpPr>
            <p:spPr>
              <a:xfrm>
                <a:off x="8297133" y="3681015"/>
                <a:ext cx="32810" cy="71151"/>
              </a:xfrm>
              <a:custGeom>
                <a:avLst/>
                <a:gdLst>
                  <a:gd name="connsiteX0" fmla="*/ 9513 w 32810"/>
                  <a:gd name="connsiteY0" fmla="*/ 71381 h 71151"/>
                  <a:gd name="connsiteX1" fmla="*/ 20682 w 32810"/>
                  <a:gd name="connsiteY1" fmla="*/ 17897 h 71151"/>
                  <a:gd name="connsiteX2" fmla="*/ 330 w 32810"/>
                  <a:gd name="connsiteY2" fmla="*/ 27025 h 71151"/>
                  <a:gd name="connsiteX3" fmla="*/ 1941 w 32810"/>
                  <a:gd name="connsiteY3" fmla="*/ 19078 h 71151"/>
                  <a:gd name="connsiteX4" fmla="*/ 14829 w 32810"/>
                  <a:gd name="connsiteY4" fmla="*/ 12258 h 71151"/>
                  <a:gd name="connsiteX5" fmla="*/ 24387 w 32810"/>
                  <a:gd name="connsiteY5" fmla="*/ 4955 h 71151"/>
                  <a:gd name="connsiteX6" fmla="*/ 28039 w 32810"/>
                  <a:gd name="connsiteY6" fmla="*/ 230 h 71151"/>
                  <a:gd name="connsiteX7" fmla="*/ 33140 w 32810"/>
                  <a:gd name="connsiteY7" fmla="*/ 230 h 71151"/>
                  <a:gd name="connsiteX8" fmla="*/ 18266 w 32810"/>
                  <a:gd name="connsiteY8" fmla="*/ 71381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13" y="71381"/>
                    </a:moveTo>
                    <a:lnTo>
                      <a:pt x="20682" y="17897"/>
                    </a:lnTo>
                    <a:cubicBezTo>
                      <a:pt x="15849" y="21709"/>
                      <a:pt x="9083" y="24716"/>
                      <a:pt x="330" y="27025"/>
                    </a:cubicBezTo>
                    <a:lnTo>
                      <a:pt x="1941" y="19078"/>
                    </a:lnTo>
                    <a:cubicBezTo>
                      <a:pt x="6291" y="17360"/>
                      <a:pt x="10587" y="15104"/>
                      <a:pt x="14829" y="12258"/>
                    </a:cubicBezTo>
                    <a:cubicBezTo>
                      <a:pt x="19071" y="9466"/>
                      <a:pt x="22239" y="7049"/>
                      <a:pt x="24387" y="4955"/>
                    </a:cubicBezTo>
                    <a:cubicBezTo>
                      <a:pt x="25676" y="3666"/>
                      <a:pt x="26911" y="2055"/>
                      <a:pt x="28039" y="230"/>
                    </a:cubicBezTo>
                    <a:lnTo>
                      <a:pt x="33140" y="230"/>
                    </a:lnTo>
                    <a:lnTo>
                      <a:pt x="18266" y="7138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281" name="Grafik 4">
              <a:extLst>
                <a:ext uri="{FF2B5EF4-FFF2-40B4-BE49-F238E27FC236}">
                  <a16:creationId xmlns:a16="http://schemas.microsoft.com/office/drawing/2014/main" id="{55D93964-58AC-7E7F-A58C-51B453AB7013}"/>
                </a:ext>
              </a:extLst>
            </p:cNvPr>
            <p:cNvGrpSpPr/>
            <p:nvPr/>
          </p:nvGrpSpPr>
          <p:grpSpPr>
            <a:xfrm>
              <a:off x="7632094" y="3807323"/>
              <a:ext cx="697849" cy="72332"/>
              <a:chOff x="7632094" y="3807323"/>
              <a:chExt cx="697849" cy="72332"/>
            </a:xfrm>
            <a:solidFill>
              <a:srgbClr val="000000"/>
            </a:solidFill>
          </p:grpSpPr>
          <p:sp>
            <p:nvSpPr>
              <p:cNvPr id="282" name="Freihandform: Form 281">
                <a:extLst>
                  <a:ext uri="{FF2B5EF4-FFF2-40B4-BE49-F238E27FC236}">
                    <a16:creationId xmlns:a16="http://schemas.microsoft.com/office/drawing/2014/main" id="{54CC6928-97E1-1D56-21D2-CFFCCF953B75}"/>
                  </a:ext>
                </a:extLst>
              </p:cNvPr>
              <p:cNvSpPr/>
              <p:nvPr/>
            </p:nvSpPr>
            <p:spPr>
              <a:xfrm>
                <a:off x="7632094" y="3807645"/>
                <a:ext cx="81945" cy="70829"/>
              </a:xfrm>
              <a:custGeom>
                <a:avLst/>
                <a:gdLst>
                  <a:gd name="connsiteX0" fmla="*/ 283 w 81945"/>
                  <a:gd name="connsiteY0" fmla="*/ 71068 h 70829"/>
                  <a:gd name="connsiteX1" fmla="*/ 15050 w 81945"/>
                  <a:gd name="connsiteY1" fmla="*/ 239 h 70829"/>
                  <a:gd name="connsiteX2" fmla="*/ 26703 w 81945"/>
                  <a:gd name="connsiteY2" fmla="*/ 239 h 70829"/>
                  <a:gd name="connsiteX3" fmla="*/ 33845 w 81945"/>
                  <a:gd name="connsiteY3" fmla="*/ 46152 h 70829"/>
                  <a:gd name="connsiteX4" fmla="*/ 35724 w 81945"/>
                  <a:gd name="connsiteY4" fmla="*/ 63496 h 70829"/>
                  <a:gd name="connsiteX5" fmla="*/ 45551 w 81945"/>
                  <a:gd name="connsiteY5" fmla="*/ 44111 h 70829"/>
                  <a:gd name="connsiteX6" fmla="*/ 70414 w 81945"/>
                  <a:gd name="connsiteY6" fmla="*/ 239 h 70829"/>
                  <a:gd name="connsiteX7" fmla="*/ 82228 w 81945"/>
                  <a:gd name="connsiteY7" fmla="*/ 239 h 70829"/>
                  <a:gd name="connsiteX8" fmla="*/ 67460 w 81945"/>
                  <a:gd name="connsiteY8" fmla="*/ 71068 h 70829"/>
                  <a:gd name="connsiteX9" fmla="*/ 58117 w 81945"/>
                  <a:gd name="connsiteY9" fmla="*/ 71068 h 70829"/>
                  <a:gd name="connsiteX10" fmla="*/ 65527 w 81945"/>
                  <a:gd name="connsiteY10" fmla="*/ 36593 h 70829"/>
                  <a:gd name="connsiteX11" fmla="*/ 72884 w 81945"/>
                  <a:gd name="connsiteY11" fmla="*/ 9851 h 70829"/>
                  <a:gd name="connsiteX12" fmla="*/ 65312 w 81945"/>
                  <a:gd name="connsiteY12" fmla="*/ 24726 h 70829"/>
                  <a:gd name="connsiteX13" fmla="*/ 38946 w 81945"/>
                  <a:gd name="connsiteY13" fmla="*/ 71068 h 70829"/>
                  <a:gd name="connsiteX14" fmla="*/ 29817 w 81945"/>
                  <a:gd name="connsiteY14" fmla="*/ 71068 h 70829"/>
                  <a:gd name="connsiteX15" fmla="*/ 22729 w 81945"/>
                  <a:gd name="connsiteY15" fmla="*/ 25638 h 70829"/>
                  <a:gd name="connsiteX16" fmla="*/ 21279 w 81945"/>
                  <a:gd name="connsiteY16" fmla="*/ 11086 h 70829"/>
                  <a:gd name="connsiteX17" fmla="*/ 18916 w 81945"/>
                  <a:gd name="connsiteY17" fmla="*/ 25907 h 70829"/>
                  <a:gd name="connsiteX18" fmla="*/ 9519 w 81945"/>
                  <a:gd name="connsiteY18" fmla="*/ 7106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1945" h="70829">
                    <a:moveTo>
                      <a:pt x="283" y="71068"/>
                    </a:moveTo>
                    <a:lnTo>
                      <a:pt x="15050" y="239"/>
                    </a:lnTo>
                    <a:lnTo>
                      <a:pt x="26703" y="239"/>
                    </a:lnTo>
                    <a:lnTo>
                      <a:pt x="33845" y="46152"/>
                    </a:lnTo>
                    <a:cubicBezTo>
                      <a:pt x="34811" y="52166"/>
                      <a:pt x="35402" y="57965"/>
                      <a:pt x="35724" y="63496"/>
                    </a:cubicBezTo>
                    <a:cubicBezTo>
                      <a:pt x="37657" y="58717"/>
                      <a:pt x="40933" y="52273"/>
                      <a:pt x="45551" y="44111"/>
                    </a:cubicBezTo>
                    <a:lnTo>
                      <a:pt x="70414" y="239"/>
                    </a:lnTo>
                    <a:lnTo>
                      <a:pt x="82228" y="239"/>
                    </a:lnTo>
                    <a:lnTo>
                      <a:pt x="67460" y="71068"/>
                    </a:lnTo>
                    <a:lnTo>
                      <a:pt x="58117" y="71068"/>
                    </a:lnTo>
                    <a:lnTo>
                      <a:pt x="65527" y="36593"/>
                    </a:lnTo>
                    <a:cubicBezTo>
                      <a:pt x="67246" y="28646"/>
                      <a:pt x="69662" y="19731"/>
                      <a:pt x="72884" y="9851"/>
                    </a:cubicBezTo>
                    <a:cubicBezTo>
                      <a:pt x="70843" y="14469"/>
                      <a:pt x="68319" y="19409"/>
                      <a:pt x="65312" y="24726"/>
                    </a:cubicBezTo>
                    <a:lnTo>
                      <a:pt x="38946" y="71068"/>
                    </a:lnTo>
                    <a:lnTo>
                      <a:pt x="29817" y="71068"/>
                    </a:lnTo>
                    <a:lnTo>
                      <a:pt x="22729" y="25638"/>
                    </a:lnTo>
                    <a:cubicBezTo>
                      <a:pt x="22084" y="21504"/>
                      <a:pt x="21601" y="16617"/>
                      <a:pt x="21279" y="11086"/>
                    </a:cubicBezTo>
                    <a:cubicBezTo>
                      <a:pt x="20474" y="17315"/>
                      <a:pt x="19722" y="22255"/>
                      <a:pt x="18916" y="25907"/>
                    </a:cubicBezTo>
                    <a:lnTo>
                      <a:pt x="9519" y="7106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3" name="Freihandform: Form 282">
                <a:extLst>
                  <a:ext uri="{FF2B5EF4-FFF2-40B4-BE49-F238E27FC236}">
                    <a16:creationId xmlns:a16="http://schemas.microsoft.com/office/drawing/2014/main" id="{D4D92936-A630-8BD8-6954-72221DB5221F}"/>
                  </a:ext>
                </a:extLst>
              </p:cNvPr>
              <p:cNvSpPr/>
              <p:nvPr/>
            </p:nvSpPr>
            <p:spPr>
              <a:xfrm>
                <a:off x="7714656" y="3807645"/>
                <a:ext cx="65942" cy="70829"/>
              </a:xfrm>
              <a:custGeom>
                <a:avLst/>
                <a:gdLst>
                  <a:gd name="connsiteX0" fmla="*/ 289 w 65942"/>
                  <a:gd name="connsiteY0" fmla="*/ 71068 h 70829"/>
                  <a:gd name="connsiteX1" fmla="*/ 15109 w 65942"/>
                  <a:gd name="connsiteY1" fmla="*/ 239 h 70829"/>
                  <a:gd name="connsiteX2" fmla="*/ 66231 w 65942"/>
                  <a:gd name="connsiteY2" fmla="*/ 239 h 70829"/>
                  <a:gd name="connsiteX3" fmla="*/ 64567 w 65942"/>
                  <a:gd name="connsiteY3" fmla="*/ 8294 h 70829"/>
                  <a:gd name="connsiteX4" fmla="*/ 22896 w 65942"/>
                  <a:gd name="connsiteY4" fmla="*/ 8294 h 70829"/>
                  <a:gd name="connsiteX5" fmla="*/ 18278 w 65942"/>
                  <a:gd name="connsiteY5" fmla="*/ 30310 h 70829"/>
                  <a:gd name="connsiteX6" fmla="*/ 58874 w 65942"/>
                  <a:gd name="connsiteY6" fmla="*/ 30310 h 70829"/>
                  <a:gd name="connsiteX7" fmla="*/ 57156 w 65942"/>
                  <a:gd name="connsiteY7" fmla="*/ 38419 h 70829"/>
                  <a:gd name="connsiteX8" fmla="*/ 16559 w 65942"/>
                  <a:gd name="connsiteY8" fmla="*/ 38419 h 70829"/>
                  <a:gd name="connsiteX9" fmla="*/ 11458 w 65942"/>
                  <a:gd name="connsiteY9" fmla="*/ 63067 h 70829"/>
                  <a:gd name="connsiteX10" fmla="*/ 56028 w 65942"/>
                  <a:gd name="connsiteY10" fmla="*/ 63067 h 70829"/>
                  <a:gd name="connsiteX11" fmla="*/ 54364 w 65942"/>
                  <a:gd name="connsiteY11" fmla="*/ 7106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942" h="70829">
                    <a:moveTo>
                      <a:pt x="289" y="71068"/>
                    </a:moveTo>
                    <a:lnTo>
                      <a:pt x="15109" y="239"/>
                    </a:lnTo>
                    <a:lnTo>
                      <a:pt x="66231" y="239"/>
                    </a:lnTo>
                    <a:lnTo>
                      <a:pt x="64567" y="8294"/>
                    </a:lnTo>
                    <a:lnTo>
                      <a:pt x="22896" y="8294"/>
                    </a:lnTo>
                    <a:lnTo>
                      <a:pt x="18278" y="30310"/>
                    </a:lnTo>
                    <a:lnTo>
                      <a:pt x="58874" y="30310"/>
                    </a:lnTo>
                    <a:lnTo>
                      <a:pt x="57156" y="38419"/>
                    </a:lnTo>
                    <a:lnTo>
                      <a:pt x="16559" y="38419"/>
                    </a:lnTo>
                    <a:lnTo>
                      <a:pt x="11458" y="63067"/>
                    </a:lnTo>
                    <a:lnTo>
                      <a:pt x="56028" y="63067"/>
                    </a:lnTo>
                    <a:lnTo>
                      <a:pt x="54364" y="7106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4" name="Freihandform: Form 283">
                <a:extLst>
                  <a:ext uri="{FF2B5EF4-FFF2-40B4-BE49-F238E27FC236}">
                    <a16:creationId xmlns:a16="http://schemas.microsoft.com/office/drawing/2014/main" id="{0B8F92A1-874F-B753-AEB7-B5D70D3996F1}"/>
                  </a:ext>
                </a:extLst>
              </p:cNvPr>
              <p:cNvSpPr/>
              <p:nvPr/>
            </p:nvSpPr>
            <p:spPr>
              <a:xfrm>
                <a:off x="7788563" y="3807645"/>
                <a:ext cx="92738" cy="70829"/>
              </a:xfrm>
              <a:custGeom>
                <a:avLst/>
                <a:gdLst>
                  <a:gd name="connsiteX0" fmla="*/ 4643 w 92738"/>
                  <a:gd name="connsiteY0" fmla="*/ 71068 h 70829"/>
                  <a:gd name="connsiteX1" fmla="*/ 293 w 92738"/>
                  <a:gd name="connsiteY1" fmla="*/ 239 h 70829"/>
                  <a:gd name="connsiteX2" fmla="*/ 9906 w 92738"/>
                  <a:gd name="connsiteY2" fmla="*/ 239 h 70829"/>
                  <a:gd name="connsiteX3" fmla="*/ 11570 w 92738"/>
                  <a:gd name="connsiteY3" fmla="*/ 35251 h 70829"/>
                  <a:gd name="connsiteX4" fmla="*/ 12054 w 92738"/>
                  <a:gd name="connsiteY4" fmla="*/ 48890 h 70829"/>
                  <a:gd name="connsiteX5" fmla="*/ 12161 w 92738"/>
                  <a:gd name="connsiteY5" fmla="*/ 53240 h 70829"/>
                  <a:gd name="connsiteX6" fmla="*/ 12107 w 92738"/>
                  <a:gd name="connsiteY6" fmla="*/ 58019 h 70829"/>
                  <a:gd name="connsiteX7" fmla="*/ 20592 w 92738"/>
                  <a:gd name="connsiteY7" fmla="*/ 40996 h 70829"/>
                  <a:gd name="connsiteX8" fmla="*/ 42179 w 92738"/>
                  <a:gd name="connsiteY8" fmla="*/ 239 h 70829"/>
                  <a:gd name="connsiteX9" fmla="*/ 51952 w 92738"/>
                  <a:gd name="connsiteY9" fmla="*/ 239 h 70829"/>
                  <a:gd name="connsiteX10" fmla="*/ 54315 w 92738"/>
                  <a:gd name="connsiteY10" fmla="*/ 41641 h 70829"/>
                  <a:gd name="connsiteX11" fmla="*/ 54852 w 92738"/>
                  <a:gd name="connsiteY11" fmla="*/ 58771 h 70829"/>
                  <a:gd name="connsiteX12" fmla="*/ 57913 w 92738"/>
                  <a:gd name="connsiteY12" fmla="*/ 51414 h 70829"/>
                  <a:gd name="connsiteX13" fmla="*/ 63121 w 92738"/>
                  <a:gd name="connsiteY13" fmla="*/ 40137 h 70829"/>
                  <a:gd name="connsiteX14" fmla="*/ 83366 w 92738"/>
                  <a:gd name="connsiteY14" fmla="*/ 239 h 70829"/>
                  <a:gd name="connsiteX15" fmla="*/ 93032 w 92738"/>
                  <a:gd name="connsiteY15" fmla="*/ 239 h 70829"/>
                  <a:gd name="connsiteX16" fmla="*/ 56946 w 92738"/>
                  <a:gd name="connsiteY16" fmla="*/ 71068 h 70829"/>
                  <a:gd name="connsiteX17" fmla="*/ 46797 w 92738"/>
                  <a:gd name="connsiteY17" fmla="*/ 71068 h 70829"/>
                  <a:gd name="connsiteX18" fmla="*/ 44434 w 92738"/>
                  <a:gd name="connsiteY18" fmla="*/ 28162 h 70829"/>
                  <a:gd name="connsiteX19" fmla="*/ 43897 w 92738"/>
                  <a:gd name="connsiteY19" fmla="*/ 14630 h 70829"/>
                  <a:gd name="connsiteX20" fmla="*/ 38957 w 92738"/>
                  <a:gd name="connsiteY20" fmla="*/ 25048 h 70829"/>
                  <a:gd name="connsiteX21" fmla="*/ 14416 w 92738"/>
                  <a:gd name="connsiteY21" fmla="*/ 7106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738" h="70829">
                    <a:moveTo>
                      <a:pt x="4643" y="71068"/>
                    </a:moveTo>
                    <a:lnTo>
                      <a:pt x="293" y="239"/>
                    </a:lnTo>
                    <a:lnTo>
                      <a:pt x="9906" y="239"/>
                    </a:lnTo>
                    <a:lnTo>
                      <a:pt x="11570" y="35251"/>
                    </a:lnTo>
                    <a:cubicBezTo>
                      <a:pt x="11678" y="36915"/>
                      <a:pt x="11839" y="41480"/>
                      <a:pt x="12054" y="48890"/>
                    </a:cubicBezTo>
                    <a:cubicBezTo>
                      <a:pt x="12107" y="50931"/>
                      <a:pt x="12161" y="52381"/>
                      <a:pt x="12161" y="53240"/>
                    </a:cubicBezTo>
                    <a:cubicBezTo>
                      <a:pt x="12161" y="53777"/>
                      <a:pt x="12161" y="55388"/>
                      <a:pt x="12107" y="58019"/>
                    </a:cubicBezTo>
                    <a:cubicBezTo>
                      <a:pt x="16027" y="49964"/>
                      <a:pt x="18873" y="44272"/>
                      <a:pt x="20592" y="40996"/>
                    </a:cubicBezTo>
                    <a:lnTo>
                      <a:pt x="42179" y="239"/>
                    </a:lnTo>
                    <a:lnTo>
                      <a:pt x="51952" y="239"/>
                    </a:lnTo>
                    <a:lnTo>
                      <a:pt x="54315" y="41641"/>
                    </a:lnTo>
                    <a:cubicBezTo>
                      <a:pt x="54530" y="46366"/>
                      <a:pt x="54744" y="52059"/>
                      <a:pt x="54852" y="58771"/>
                    </a:cubicBezTo>
                    <a:cubicBezTo>
                      <a:pt x="55389" y="57106"/>
                      <a:pt x="56463" y="54636"/>
                      <a:pt x="57913" y="51414"/>
                    </a:cubicBezTo>
                    <a:cubicBezTo>
                      <a:pt x="60275" y="46152"/>
                      <a:pt x="61994" y="42393"/>
                      <a:pt x="63121" y="40137"/>
                    </a:cubicBezTo>
                    <a:lnTo>
                      <a:pt x="83366" y="239"/>
                    </a:lnTo>
                    <a:lnTo>
                      <a:pt x="93032" y="239"/>
                    </a:lnTo>
                    <a:lnTo>
                      <a:pt x="56946" y="71068"/>
                    </a:lnTo>
                    <a:lnTo>
                      <a:pt x="46797" y="71068"/>
                    </a:lnTo>
                    <a:lnTo>
                      <a:pt x="44434" y="28162"/>
                    </a:lnTo>
                    <a:cubicBezTo>
                      <a:pt x="44219" y="24457"/>
                      <a:pt x="44058" y="19946"/>
                      <a:pt x="43897" y="14630"/>
                    </a:cubicBezTo>
                    <a:cubicBezTo>
                      <a:pt x="41964" y="19087"/>
                      <a:pt x="40299" y="22578"/>
                      <a:pt x="38957" y="25048"/>
                    </a:cubicBezTo>
                    <a:lnTo>
                      <a:pt x="14416" y="7106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5" name="Freihandform: Form 284">
                <a:extLst>
                  <a:ext uri="{FF2B5EF4-FFF2-40B4-BE49-F238E27FC236}">
                    <a16:creationId xmlns:a16="http://schemas.microsoft.com/office/drawing/2014/main" id="{92B6DE0F-91D5-546F-7953-F1C5ECBD6BA8}"/>
                  </a:ext>
                </a:extLst>
              </p:cNvPr>
              <p:cNvSpPr/>
              <p:nvPr/>
            </p:nvSpPr>
            <p:spPr>
              <a:xfrm>
                <a:off x="7876510" y="3808612"/>
                <a:ext cx="49779" cy="71044"/>
              </a:xfrm>
              <a:custGeom>
                <a:avLst/>
                <a:gdLst>
                  <a:gd name="connsiteX0" fmla="*/ 354 w 49779"/>
                  <a:gd name="connsiteY0" fmla="*/ 49857 h 71044"/>
                  <a:gd name="connsiteX1" fmla="*/ 9214 w 49779"/>
                  <a:gd name="connsiteY1" fmla="*/ 48998 h 71044"/>
                  <a:gd name="connsiteX2" fmla="*/ 9107 w 49779"/>
                  <a:gd name="connsiteY2" fmla="*/ 51253 h 71044"/>
                  <a:gd name="connsiteX3" fmla="*/ 10771 w 49779"/>
                  <a:gd name="connsiteY3" fmla="*/ 57697 h 71044"/>
                  <a:gd name="connsiteX4" fmla="*/ 15175 w 49779"/>
                  <a:gd name="connsiteY4" fmla="*/ 62637 h 71044"/>
                  <a:gd name="connsiteX5" fmla="*/ 21028 w 49779"/>
                  <a:gd name="connsiteY5" fmla="*/ 64356 h 71044"/>
                  <a:gd name="connsiteX6" fmla="*/ 29298 w 49779"/>
                  <a:gd name="connsiteY6" fmla="*/ 61563 h 71044"/>
                  <a:gd name="connsiteX7" fmla="*/ 36118 w 49779"/>
                  <a:gd name="connsiteY7" fmla="*/ 53401 h 71044"/>
                  <a:gd name="connsiteX8" fmla="*/ 38695 w 49779"/>
                  <a:gd name="connsiteY8" fmla="*/ 42769 h 71044"/>
                  <a:gd name="connsiteX9" fmla="*/ 35205 w 49779"/>
                  <a:gd name="connsiteY9" fmla="*/ 33210 h 71044"/>
                  <a:gd name="connsiteX10" fmla="*/ 26022 w 49779"/>
                  <a:gd name="connsiteY10" fmla="*/ 29666 h 71044"/>
                  <a:gd name="connsiteX11" fmla="*/ 18773 w 49779"/>
                  <a:gd name="connsiteY11" fmla="*/ 31492 h 71044"/>
                  <a:gd name="connsiteX12" fmla="*/ 12436 w 49779"/>
                  <a:gd name="connsiteY12" fmla="*/ 37023 h 71044"/>
                  <a:gd name="connsiteX13" fmla="*/ 4757 w 49779"/>
                  <a:gd name="connsiteY13" fmla="*/ 36486 h 71044"/>
                  <a:gd name="connsiteX14" fmla="*/ 15443 w 49779"/>
                  <a:gd name="connsiteY14" fmla="*/ 239 h 71044"/>
                  <a:gd name="connsiteX15" fmla="*/ 50079 w 49779"/>
                  <a:gd name="connsiteY15" fmla="*/ 239 h 71044"/>
                  <a:gd name="connsiteX16" fmla="*/ 48361 w 49779"/>
                  <a:gd name="connsiteY16" fmla="*/ 8240 h 71044"/>
                  <a:gd name="connsiteX17" fmla="*/ 21458 w 49779"/>
                  <a:gd name="connsiteY17" fmla="*/ 8240 h 71044"/>
                  <a:gd name="connsiteX18" fmla="*/ 16141 w 49779"/>
                  <a:gd name="connsiteY18" fmla="*/ 26283 h 71044"/>
                  <a:gd name="connsiteX19" fmla="*/ 22317 w 49779"/>
                  <a:gd name="connsiteY19" fmla="*/ 23007 h 71044"/>
                  <a:gd name="connsiteX20" fmla="*/ 28814 w 49779"/>
                  <a:gd name="connsiteY20" fmla="*/ 21933 h 71044"/>
                  <a:gd name="connsiteX21" fmla="*/ 42132 w 49779"/>
                  <a:gd name="connsiteY21" fmla="*/ 27303 h 71044"/>
                  <a:gd name="connsiteX22" fmla="*/ 47341 w 49779"/>
                  <a:gd name="connsiteY22" fmla="*/ 41963 h 71044"/>
                  <a:gd name="connsiteX23" fmla="*/ 43797 w 49779"/>
                  <a:gd name="connsiteY23" fmla="*/ 57053 h 71044"/>
                  <a:gd name="connsiteX24" fmla="*/ 33970 w 49779"/>
                  <a:gd name="connsiteY24" fmla="*/ 67631 h 71044"/>
                  <a:gd name="connsiteX25" fmla="*/ 20437 w 49779"/>
                  <a:gd name="connsiteY25" fmla="*/ 71283 h 71044"/>
                  <a:gd name="connsiteX26" fmla="*/ 9644 w 49779"/>
                  <a:gd name="connsiteY26" fmla="*/ 68544 h 71044"/>
                  <a:gd name="connsiteX27" fmla="*/ 2609 w 49779"/>
                  <a:gd name="connsiteY27" fmla="*/ 60973 h 71044"/>
                  <a:gd name="connsiteX28" fmla="*/ 300 w 49779"/>
                  <a:gd name="connsiteY28" fmla="*/ 51307 h 71044"/>
                  <a:gd name="connsiteX29" fmla="*/ 354 w 49779"/>
                  <a:gd name="connsiteY29" fmla="*/ 49857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54" y="49857"/>
                    </a:moveTo>
                    <a:lnTo>
                      <a:pt x="9214" y="48998"/>
                    </a:lnTo>
                    <a:cubicBezTo>
                      <a:pt x="9160" y="50233"/>
                      <a:pt x="9107" y="50985"/>
                      <a:pt x="9107" y="51253"/>
                    </a:cubicBezTo>
                    <a:cubicBezTo>
                      <a:pt x="9107" y="53401"/>
                      <a:pt x="9697" y="55549"/>
                      <a:pt x="10771" y="57697"/>
                    </a:cubicBezTo>
                    <a:cubicBezTo>
                      <a:pt x="11845" y="59845"/>
                      <a:pt x="13295" y="61510"/>
                      <a:pt x="15175" y="62637"/>
                    </a:cubicBezTo>
                    <a:cubicBezTo>
                      <a:pt x="17001" y="63765"/>
                      <a:pt x="18934" y="64356"/>
                      <a:pt x="21028" y="64356"/>
                    </a:cubicBezTo>
                    <a:cubicBezTo>
                      <a:pt x="23713" y="64356"/>
                      <a:pt x="26505" y="63443"/>
                      <a:pt x="29298" y="61563"/>
                    </a:cubicBezTo>
                    <a:cubicBezTo>
                      <a:pt x="32090" y="59684"/>
                      <a:pt x="34345" y="56945"/>
                      <a:pt x="36118" y="53401"/>
                    </a:cubicBezTo>
                    <a:cubicBezTo>
                      <a:pt x="37836" y="49803"/>
                      <a:pt x="38695" y="46259"/>
                      <a:pt x="38695" y="42769"/>
                    </a:cubicBezTo>
                    <a:cubicBezTo>
                      <a:pt x="38695" y="38795"/>
                      <a:pt x="37567" y="35627"/>
                      <a:pt x="35205" y="33210"/>
                    </a:cubicBezTo>
                    <a:cubicBezTo>
                      <a:pt x="32896" y="30847"/>
                      <a:pt x="29781" y="29666"/>
                      <a:pt x="26022" y="29666"/>
                    </a:cubicBezTo>
                    <a:cubicBezTo>
                      <a:pt x="23444" y="29666"/>
                      <a:pt x="21028" y="30257"/>
                      <a:pt x="18773" y="31492"/>
                    </a:cubicBezTo>
                    <a:cubicBezTo>
                      <a:pt x="16517" y="32727"/>
                      <a:pt x="14369" y="34553"/>
                      <a:pt x="12436" y="37023"/>
                    </a:cubicBezTo>
                    <a:lnTo>
                      <a:pt x="4757" y="36486"/>
                    </a:lnTo>
                    <a:lnTo>
                      <a:pt x="15443" y="239"/>
                    </a:lnTo>
                    <a:lnTo>
                      <a:pt x="50079" y="239"/>
                    </a:lnTo>
                    <a:lnTo>
                      <a:pt x="48361" y="8240"/>
                    </a:lnTo>
                    <a:lnTo>
                      <a:pt x="21458" y="8240"/>
                    </a:lnTo>
                    <a:lnTo>
                      <a:pt x="16141" y="26283"/>
                    </a:lnTo>
                    <a:cubicBezTo>
                      <a:pt x="18128" y="24833"/>
                      <a:pt x="20169" y="23705"/>
                      <a:pt x="22317" y="23007"/>
                    </a:cubicBezTo>
                    <a:cubicBezTo>
                      <a:pt x="24411" y="22255"/>
                      <a:pt x="26559" y="21933"/>
                      <a:pt x="28814" y="21933"/>
                    </a:cubicBezTo>
                    <a:cubicBezTo>
                      <a:pt x="34238" y="21933"/>
                      <a:pt x="38641" y="23705"/>
                      <a:pt x="42132" y="27303"/>
                    </a:cubicBezTo>
                    <a:cubicBezTo>
                      <a:pt x="45622" y="30847"/>
                      <a:pt x="47341" y="35734"/>
                      <a:pt x="47341" y="41963"/>
                    </a:cubicBezTo>
                    <a:cubicBezTo>
                      <a:pt x="47341" y="47440"/>
                      <a:pt x="46159" y="52434"/>
                      <a:pt x="43797" y="57053"/>
                    </a:cubicBezTo>
                    <a:cubicBezTo>
                      <a:pt x="41380" y="61617"/>
                      <a:pt x="38104" y="65161"/>
                      <a:pt x="33970" y="67631"/>
                    </a:cubicBezTo>
                    <a:cubicBezTo>
                      <a:pt x="29781" y="70101"/>
                      <a:pt x="25270" y="71283"/>
                      <a:pt x="20437" y="71283"/>
                    </a:cubicBezTo>
                    <a:cubicBezTo>
                      <a:pt x="16356" y="71283"/>
                      <a:pt x="12812" y="70370"/>
                      <a:pt x="9644" y="68544"/>
                    </a:cubicBezTo>
                    <a:cubicBezTo>
                      <a:pt x="6529" y="66718"/>
                      <a:pt x="4220" y="64195"/>
                      <a:pt x="2609" y="60973"/>
                    </a:cubicBezTo>
                    <a:cubicBezTo>
                      <a:pt x="1052" y="57751"/>
                      <a:pt x="300" y="54529"/>
                      <a:pt x="300" y="51307"/>
                    </a:cubicBezTo>
                    <a:cubicBezTo>
                      <a:pt x="300" y="50985"/>
                      <a:pt x="300" y="50501"/>
                      <a:pt x="354" y="498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6" name="Freihandform: Form 285">
                <a:extLst>
                  <a:ext uri="{FF2B5EF4-FFF2-40B4-BE49-F238E27FC236}">
                    <a16:creationId xmlns:a16="http://schemas.microsoft.com/office/drawing/2014/main" id="{4DA6D1D2-E338-D23E-D37A-9BEACD3144CD}"/>
                  </a:ext>
                </a:extLst>
              </p:cNvPr>
              <p:cNvSpPr/>
              <p:nvPr/>
            </p:nvSpPr>
            <p:spPr>
              <a:xfrm>
                <a:off x="7930103" y="3807323"/>
                <a:ext cx="49725" cy="72332"/>
              </a:xfrm>
              <a:custGeom>
                <a:avLst/>
                <a:gdLst>
                  <a:gd name="connsiteX0" fmla="*/ 304 w 49725"/>
                  <a:gd name="connsiteY0" fmla="*/ 52810 h 72332"/>
                  <a:gd name="connsiteX1" fmla="*/ 8789 w 49725"/>
                  <a:gd name="connsiteY1" fmla="*/ 51790 h 72332"/>
                  <a:gd name="connsiteX2" fmla="*/ 13085 w 49725"/>
                  <a:gd name="connsiteY2" fmla="*/ 62422 h 72332"/>
                  <a:gd name="connsiteX3" fmla="*/ 21730 w 49725"/>
                  <a:gd name="connsiteY3" fmla="*/ 65644 h 72332"/>
                  <a:gd name="connsiteX4" fmla="*/ 32953 w 49725"/>
                  <a:gd name="connsiteY4" fmla="*/ 61026 h 72332"/>
                  <a:gd name="connsiteX5" fmla="*/ 37625 w 49725"/>
                  <a:gd name="connsiteY5" fmla="*/ 50394 h 72332"/>
                  <a:gd name="connsiteX6" fmla="*/ 34135 w 49725"/>
                  <a:gd name="connsiteY6" fmla="*/ 41748 h 72332"/>
                  <a:gd name="connsiteX7" fmla="*/ 24630 w 49725"/>
                  <a:gd name="connsiteY7" fmla="*/ 38311 h 72332"/>
                  <a:gd name="connsiteX8" fmla="*/ 21838 w 49725"/>
                  <a:gd name="connsiteY8" fmla="*/ 38526 h 72332"/>
                  <a:gd name="connsiteX9" fmla="*/ 23341 w 49725"/>
                  <a:gd name="connsiteY9" fmla="*/ 31223 h 72332"/>
                  <a:gd name="connsiteX10" fmla="*/ 25758 w 49725"/>
                  <a:gd name="connsiteY10" fmla="*/ 31438 h 72332"/>
                  <a:gd name="connsiteX11" fmla="*/ 37303 w 49725"/>
                  <a:gd name="connsiteY11" fmla="*/ 27786 h 72332"/>
                  <a:gd name="connsiteX12" fmla="*/ 41330 w 49725"/>
                  <a:gd name="connsiteY12" fmla="*/ 18819 h 72332"/>
                  <a:gd name="connsiteX13" fmla="*/ 38001 w 49725"/>
                  <a:gd name="connsiteY13" fmla="*/ 10603 h 72332"/>
                  <a:gd name="connsiteX14" fmla="*/ 29893 w 49725"/>
                  <a:gd name="connsiteY14" fmla="*/ 7273 h 72332"/>
                  <a:gd name="connsiteX15" fmla="*/ 21462 w 49725"/>
                  <a:gd name="connsiteY15" fmla="*/ 10656 h 72332"/>
                  <a:gd name="connsiteX16" fmla="*/ 16682 w 49725"/>
                  <a:gd name="connsiteY16" fmla="*/ 20322 h 72332"/>
                  <a:gd name="connsiteX17" fmla="*/ 8091 w 49725"/>
                  <a:gd name="connsiteY17" fmla="*/ 18550 h 72332"/>
                  <a:gd name="connsiteX18" fmla="*/ 16253 w 49725"/>
                  <a:gd name="connsiteY18" fmla="*/ 5018 h 72332"/>
                  <a:gd name="connsiteX19" fmla="*/ 30537 w 49725"/>
                  <a:gd name="connsiteY19" fmla="*/ 239 h 72332"/>
                  <a:gd name="connsiteX20" fmla="*/ 44660 w 49725"/>
                  <a:gd name="connsiteY20" fmla="*/ 5501 h 72332"/>
                  <a:gd name="connsiteX21" fmla="*/ 50030 w 49725"/>
                  <a:gd name="connsiteY21" fmla="*/ 18496 h 72332"/>
                  <a:gd name="connsiteX22" fmla="*/ 47076 w 49725"/>
                  <a:gd name="connsiteY22" fmla="*/ 28270 h 72332"/>
                  <a:gd name="connsiteX23" fmla="*/ 38323 w 49725"/>
                  <a:gd name="connsiteY23" fmla="*/ 35197 h 72332"/>
                  <a:gd name="connsiteX24" fmla="*/ 44552 w 49725"/>
                  <a:gd name="connsiteY24" fmla="*/ 41158 h 72332"/>
                  <a:gd name="connsiteX25" fmla="*/ 46593 w 49725"/>
                  <a:gd name="connsiteY25" fmla="*/ 49105 h 72332"/>
                  <a:gd name="connsiteX26" fmla="*/ 39451 w 49725"/>
                  <a:gd name="connsiteY26" fmla="*/ 65591 h 72332"/>
                  <a:gd name="connsiteX27" fmla="*/ 22428 w 49725"/>
                  <a:gd name="connsiteY27" fmla="*/ 72572 h 72332"/>
                  <a:gd name="connsiteX28" fmla="*/ 6909 w 49725"/>
                  <a:gd name="connsiteY28" fmla="*/ 67202 h 72332"/>
                  <a:gd name="connsiteX29" fmla="*/ 304 w 49725"/>
                  <a:gd name="connsiteY29" fmla="*/ 52810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04" y="52810"/>
                    </a:moveTo>
                    <a:lnTo>
                      <a:pt x="8789" y="51790"/>
                    </a:lnTo>
                    <a:cubicBezTo>
                      <a:pt x="9433" y="56730"/>
                      <a:pt x="10883" y="60274"/>
                      <a:pt x="13085" y="62422"/>
                    </a:cubicBezTo>
                    <a:cubicBezTo>
                      <a:pt x="15286" y="64570"/>
                      <a:pt x="18186" y="65644"/>
                      <a:pt x="21730" y="65644"/>
                    </a:cubicBezTo>
                    <a:cubicBezTo>
                      <a:pt x="26080" y="65644"/>
                      <a:pt x="29785" y="64087"/>
                      <a:pt x="32953" y="61026"/>
                    </a:cubicBezTo>
                    <a:cubicBezTo>
                      <a:pt x="36068" y="57912"/>
                      <a:pt x="37625" y="54368"/>
                      <a:pt x="37625" y="50394"/>
                    </a:cubicBezTo>
                    <a:cubicBezTo>
                      <a:pt x="37625" y="46903"/>
                      <a:pt x="36497" y="44004"/>
                      <a:pt x="34135" y="41748"/>
                    </a:cubicBezTo>
                    <a:cubicBezTo>
                      <a:pt x="31772" y="39493"/>
                      <a:pt x="28604" y="38311"/>
                      <a:pt x="24630" y="38311"/>
                    </a:cubicBezTo>
                    <a:cubicBezTo>
                      <a:pt x="24200" y="38311"/>
                      <a:pt x="23287" y="38419"/>
                      <a:pt x="21838" y="38526"/>
                    </a:cubicBezTo>
                    <a:lnTo>
                      <a:pt x="23341" y="31223"/>
                    </a:lnTo>
                    <a:cubicBezTo>
                      <a:pt x="24200" y="31384"/>
                      <a:pt x="25006" y="31438"/>
                      <a:pt x="25758" y="31438"/>
                    </a:cubicBezTo>
                    <a:cubicBezTo>
                      <a:pt x="30752" y="31438"/>
                      <a:pt x="34618" y="30203"/>
                      <a:pt x="37303" y="27786"/>
                    </a:cubicBezTo>
                    <a:cubicBezTo>
                      <a:pt x="39988" y="25316"/>
                      <a:pt x="41330" y="22363"/>
                      <a:pt x="41330" y="18819"/>
                    </a:cubicBezTo>
                    <a:cubicBezTo>
                      <a:pt x="41330" y="15543"/>
                      <a:pt x="40203" y="12804"/>
                      <a:pt x="38001" y="10603"/>
                    </a:cubicBezTo>
                    <a:cubicBezTo>
                      <a:pt x="35799" y="8347"/>
                      <a:pt x="33114" y="7273"/>
                      <a:pt x="29893" y="7273"/>
                    </a:cubicBezTo>
                    <a:cubicBezTo>
                      <a:pt x="26778" y="7273"/>
                      <a:pt x="23986" y="8401"/>
                      <a:pt x="21462" y="10656"/>
                    </a:cubicBezTo>
                    <a:cubicBezTo>
                      <a:pt x="18992" y="12912"/>
                      <a:pt x="17381" y="16134"/>
                      <a:pt x="16682" y="20322"/>
                    </a:cubicBezTo>
                    <a:lnTo>
                      <a:pt x="8091" y="18550"/>
                    </a:lnTo>
                    <a:cubicBezTo>
                      <a:pt x="9487" y="12751"/>
                      <a:pt x="12225" y="8240"/>
                      <a:pt x="16253" y="5018"/>
                    </a:cubicBezTo>
                    <a:cubicBezTo>
                      <a:pt x="20280" y="1850"/>
                      <a:pt x="25059" y="239"/>
                      <a:pt x="30537" y="239"/>
                    </a:cubicBezTo>
                    <a:cubicBezTo>
                      <a:pt x="36336" y="239"/>
                      <a:pt x="41062" y="2011"/>
                      <a:pt x="44660" y="5501"/>
                    </a:cubicBezTo>
                    <a:cubicBezTo>
                      <a:pt x="48204" y="9045"/>
                      <a:pt x="50030" y="13341"/>
                      <a:pt x="50030" y="18496"/>
                    </a:cubicBezTo>
                    <a:cubicBezTo>
                      <a:pt x="50030" y="22202"/>
                      <a:pt x="49063" y="25477"/>
                      <a:pt x="47076" y="28270"/>
                    </a:cubicBezTo>
                    <a:cubicBezTo>
                      <a:pt x="45143" y="31062"/>
                      <a:pt x="42243" y="33371"/>
                      <a:pt x="38323" y="35197"/>
                    </a:cubicBezTo>
                    <a:cubicBezTo>
                      <a:pt x="41116" y="36862"/>
                      <a:pt x="43156" y="38795"/>
                      <a:pt x="44552" y="41158"/>
                    </a:cubicBezTo>
                    <a:cubicBezTo>
                      <a:pt x="45895" y="43467"/>
                      <a:pt x="46593" y="46098"/>
                      <a:pt x="46593" y="49105"/>
                    </a:cubicBezTo>
                    <a:cubicBezTo>
                      <a:pt x="46593" y="55442"/>
                      <a:pt x="44230" y="60973"/>
                      <a:pt x="39451" y="65591"/>
                    </a:cubicBezTo>
                    <a:cubicBezTo>
                      <a:pt x="34725" y="70263"/>
                      <a:pt x="29033" y="72572"/>
                      <a:pt x="22428" y="72572"/>
                    </a:cubicBezTo>
                    <a:cubicBezTo>
                      <a:pt x="16038" y="72572"/>
                      <a:pt x="10829" y="70800"/>
                      <a:pt x="6909" y="67202"/>
                    </a:cubicBezTo>
                    <a:cubicBezTo>
                      <a:pt x="2935" y="63604"/>
                      <a:pt x="734" y="58825"/>
                      <a:pt x="304" y="528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7" name="Freihandform: Form 286">
                <a:extLst>
                  <a:ext uri="{FF2B5EF4-FFF2-40B4-BE49-F238E27FC236}">
                    <a16:creationId xmlns:a16="http://schemas.microsoft.com/office/drawing/2014/main" id="{17279B28-6EEF-6917-21A6-BEBA5CC445DF}"/>
                  </a:ext>
                </a:extLst>
              </p:cNvPr>
              <p:cNvSpPr/>
              <p:nvPr/>
            </p:nvSpPr>
            <p:spPr>
              <a:xfrm>
                <a:off x="7994396" y="3807323"/>
                <a:ext cx="32810" cy="71151"/>
              </a:xfrm>
              <a:custGeom>
                <a:avLst/>
                <a:gdLst>
                  <a:gd name="connsiteX0" fmla="*/ 9491 w 32810"/>
                  <a:gd name="connsiteY0" fmla="*/ 71390 h 71151"/>
                  <a:gd name="connsiteX1" fmla="*/ 20660 w 32810"/>
                  <a:gd name="connsiteY1" fmla="*/ 17906 h 71151"/>
                  <a:gd name="connsiteX2" fmla="*/ 308 w 32810"/>
                  <a:gd name="connsiteY2" fmla="*/ 27035 h 71151"/>
                  <a:gd name="connsiteX3" fmla="*/ 1919 w 32810"/>
                  <a:gd name="connsiteY3" fmla="*/ 19087 h 71151"/>
                  <a:gd name="connsiteX4" fmla="*/ 14807 w 32810"/>
                  <a:gd name="connsiteY4" fmla="*/ 12267 h 71151"/>
                  <a:gd name="connsiteX5" fmla="*/ 24365 w 32810"/>
                  <a:gd name="connsiteY5" fmla="*/ 4964 h 71151"/>
                  <a:gd name="connsiteX6" fmla="*/ 28017 w 32810"/>
                  <a:gd name="connsiteY6" fmla="*/ 239 h 71151"/>
                  <a:gd name="connsiteX7" fmla="*/ 33118 w 32810"/>
                  <a:gd name="connsiteY7" fmla="*/ 239 h 71151"/>
                  <a:gd name="connsiteX8" fmla="*/ 18244 w 32810"/>
                  <a:gd name="connsiteY8" fmla="*/ 7139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91" y="71390"/>
                    </a:moveTo>
                    <a:lnTo>
                      <a:pt x="20660" y="17906"/>
                    </a:lnTo>
                    <a:cubicBezTo>
                      <a:pt x="15827" y="21718"/>
                      <a:pt x="9061" y="24726"/>
                      <a:pt x="308" y="27035"/>
                    </a:cubicBezTo>
                    <a:lnTo>
                      <a:pt x="1919" y="19087"/>
                    </a:lnTo>
                    <a:cubicBezTo>
                      <a:pt x="6269" y="17369"/>
                      <a:pt x="10565" y="15113"/>
                      <a:pt x="14807" y="12267"/>
                    </a:cubicBezTo>
                    <a:cubicBezTo>
                      <a:pt x="19049" y="9475"/>
                      <a:pt x="22217" y="7058"/>
                      <a:pt x="24365" y="4964"/>
                    </a:cubicBezTo>
                    <a:cubicBezTo>
                      <a:pt x="25654" y="3675"/>
                      <a:pt x="26889" y="2064"/>
                      <a:pt x="28017" y="239"/>
                    </a:cubicBezTo>
                    <a:lnTo>
                      <a:pt x="33118" y="239"/>
                    </a:lnTo>
                    <a:lnTo>
                      <a:pt x="18244" y="7139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8" name="Freihandform: Form 287">
                <a:extLst>
                  <a:ext uri="{FF2B5EF4-FFF2-40B4-BE49-F238E27FC236}">
                    <a16:creationId xmlns:a16="http://schemas.microsoft.com/office/drawing/2014/main" id="{45B85251-A2D1-BEBA-7E41-6A199E9EDB18}"/>
                  </a:ext>
                </a:extLst>
              </p:cNvPr>
              <p:cNvSpPr/>
              <p:nvPr/>
            </p:nvSpPr>
            <p:spPr>
              <a:xfrm>
                <a:off x="8040579" y="3807323"/>
                <a:ext cx="49833" cy="71151"/>
              </a:xfrm>
              <a:custGeom>
                <a:avLst/>
                <a:gdLst>
                  <a:gd name="connsiteX0" fmla="*/ 312 w 49833"/>
                  <a:gd name="connsiteY0" fmla="*/ 71390 h 71151"/>
                  <a:gd name="connsiteX1" fmla="*/ 4071 w 49833"/>
                  <a:gd name="connsiteY1" fmla="*/ 60758 h 71151"/>
                  <a:gd name="connsiteX2" fmla="*/ 10408 w 49833"/>
                  <a:gd name="connsiteY2" fmla="*/ 52649 h 71151"/>
                  <a:gd name="connsiteX3" fmla="*/ 25658 w 49833"/>
                  <a:gd name="connsiteY3" fmla="*/ 39761 h 71151"/>
                  <a:gd name="connsiteX4" fmla="*/ 35056 w 49833"/>
                  <a:gd name="connsiteY4" fmla="*/ 31706 h 71151"/>
                  <a:gd name="connsiteX5" fmla="*/ 40318 w 49833"/>
                  <a:gd name="connsiteY5" fmla="*/ 24296 h 71151"/>
                  <a:gd name="connsiteX6" fmla="*/ 41446 w 49833"/>
                  <a:gd name="connsiteY6" fmla="*/ 18980 h 71151"/>
                  <a:gd name="connsiteX7" fmla="*/ 38009 w 49833"/>
                  <a:gd name="connsiteY7" fmla="*/ 10656 h 71151"/>
                  <a:gd name="connsiteX8" fmla="*/ 29525 w 49833"/>
                  <a:gd name="connsiteY8" fmla="*/ 7273 h 71151"/>
                  <a:gd name="connsiteX9" fmla="*/ 20825 w 49833"/>
                  <a:gd name="connsiteY9" fmla="*/ 10710 h 71151"/>
                  <a:gd name="connsiteX10" fmla="*/ 15509 w 49833"/>
                  <a:gd name="connsiteY10" fmla="*/ 21826 h 71151"/>
                  <a:gd name="connsiteX11" fmla="*/ 6917 w 49833"/>
                  <a:gd name="connsiteY11" fmla="*/ 20537 h 71151"/>
                  <a:gd name="connsiteX12" fmla="*/ 14274 w 49833"/>
                  <a:gd name="connsiteY12" fmla="*/ 5662 h 71151"/>
                  <a:gd name="connsiteX13" fmla="*/ 29363 w 49833"/>
                  <a:gd name="connsiteY13" fmla="*/ 239 h 71151"/>
                  <a:gd name="connsiteX14" fmla="*/ 40318 w 49833"/>
                  <a:gd name="connsiteY14" fmla="*/ 2763 h 71151"/>
                  <a:gd name="connsiteX15" fmla="*/ 47675 w 49833"/>
                  <a:gd name="connsiteY15" fmla="*/ 9797 h 71151"/>
                  <a:gd name="connsiteX16" fmla="*/ 50145 w 49833"/>
                  <a:gd name="connsiteY16" fmla="*/ 19194 h 71151"/>
                  <a:gd name="connsiteX17" fmla="*/ 45097 w 49833"/>
                  <a:gd name="connsiteY17" fmla="*/ 32781 h 71151"/>
                  <a:gd name="connsiteX18" fmla="*/ 26947 w 49833"/>
                  <a:gd name="connsiteY18" fmla="*/ 48783 h 71151"/>
                  <a:gd name="connsiteX19" fmla="*/ 17281 w 49833"/>
                  <a:gd name="connsiteY19" fmla="*/ 57160 h 71151"/>
                  <a:gd name="connsiteX20" fmla="*/ 12556 w 49833"/>
                  <a:gd name="connsiteY20" fmla="*/ 63389 h 71151"/>
                  <a:gd name="connsiteX21" fmla="*/ 44238 w 49833"/>
                  <a:gd name="connsiteY21" fmla="*/ 63389 h 71151"/>
                  <a:gd name="connsiteX22" fmla="*/ 42573 w 49833"/>
                  <a:gd name="connsiteY22" fmla="*/ 7139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12" y="71390"/>
                    </a:moveTo>
                    <a:cubicBezTo>
                      <a:pt x="1225" y="67148"/>
                      <a:pt x="2460" y="63658"/>
                      <a:pt x="4071" y="60758"/>
                    </a:cubicBezTo>
                    <a:cubicBezTo>
                      <a:pt x="5628" y="57912"/>
                      <a:pt x="7776" y="55227"/>
                      <a:pt x="10408" y="52649"/>
                    </a:cubicBezTo>
                    <a:cubicBezTo>
                      <a:pt x="13039" y="50125"/>
                      <a:pt x="18140" y="45829"/>
                      <a:pt x="25658" y="39761"/>
                    </a:cubicBezTo>
                    <a:cubicBezTo>
                      <a:pt x="30276" y="36164"/>
                      <a:pt x="33391" y="33479"/>
                      <a:pt x="35056" y="31706"/>
                    </a:cubicBezTo>
                    <a:cubicBezTo>
                      <a:pt x="37472" y="29183"/>
                      <a:pt x="39244" y="26712"/>
                      <a:pt x="40318" y="24296"/>
                    </a:cubicBezTo>
                    <a:cubicBezTo>
                      <a:pt x="41070" y="22685"/>
                      <a:pt x="41446" y="20913"/>
                      <a:pt x="41446" y="18980"/>
                    </a:cubicBezTo>
                    <a:cubicBezTo>
                      <a:pt x="41446" y="15704"/>
                      <a:pt x="40264" y="12912"/>
                      <a:pt x="38009" y="10656"/>
                    </a:cubicBezTo>
                    <a:cubicBezTo>
                      <a:pt x="35700" y="8401"/>
                      <a:pt x="32854" y="7273"/>
                      <a:pt x="29525" y="7273"/>
                    </a:cubicBezTo>
                    <a:cubicBezTo>
                      <a:pt x="26195" y="7273"/>
                      <a:pt x="23295" y="8401"/>
                      <a:pt x="20825" y="10710"/>
                    </a:cubicBezTo>
                    <a:cubicBezTo>
                      <a:pt x="18301" y="13019"/>
                      <a:pt x="16529" y="16724"/>
                      <a:pt x="15509" y="21826"/>
                    </a:cubicBezTo>
                    <a:lnTo>
                      <a:pt x="6917" y="20537"/>
                    </a:lnTo>
                    <a:cubicBezTo>
                      <a:pt x="7776" y="14254"/>
                      <a:pt x="10193" y="9314"/>
                      <a:pt x="14274" y="5662"/>
                    </a:cubicBezTo>
                    <a:cubicBezTo>
                      <a:pt x="18301" y="2064"/>
                      <a:pt x="23349" y="239"/>
                      <a:pt x="29363" y="239"/>
                    </a:cubicBezTo>
                    <a:cubicBezTo>
                      <a:pt x="33391" y="239"/>
                      <a:pt x="37042" y="1098"/>
                      <a:pt x="40318" y="2763"/>
                    </a:cubicBezTo>
                    <a:cubicBezTo>
                      <a:pt x="43594" y="4427"/>
                      <a:pt x="46010" y="6790"/>
                      <a:pt x="47675" y="9797"/>
                    </a:cubicBezTo>
                    <a:cubicBezTo>
                      <a:pt x="49340" y="12858"/>
                      <a:pt x="50145" y="15973"/>
                      <a:pt x="50145" y="19194"/>
                    </a:cubicBezTo>
                    <a:cubicBezTo>
                      <a:pt x="50145" y="23920"/>
                      <a:pt x="48480" y="28431"/>
                      <a:pt x="45097" y="32781"/>
                    </a:cubicBezTo>
                    <a:cubicBezTo>
                      <a:pt x="43057" y="35465"/>
                      <a:pt x="36989" y="40835"/>
                      <a:pt x="26947" y="48783"/>
                    </a:cubicBezTo>
                    <a:cubicBezTo>
                      <a:pt x="22597" y="52166"/>
                      <a:pt x="19429" y="55012"/>
                      <a:pt x="17281" y="57160"/>
                    </a:cubicBezTo>
                    <a:cubicBezTo>
                      <a:pt x="15187" y="59362"/>
                      <a:pt x="13576" y="61456"/>
                      <a:pt x="12556" y="63389"/>
                    </a:cubicBezTo>
                    <a:lnTo>
                      <a:pt x="44238" y="63389"/>
                    </a:lnTo>
                    <a:lnTo>
                      <a:pt x="42573" y="7139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89" name="Freihandform: Form 288">
                <a:extLst>
                  <a:ext uri="{FF2B5EF4-FFF2-40B4-BE49-F238E27FC236}">
                    <a16:creationId xmlns:a16="http://schemas.microsoft.com/office/drawing/2014/main" id="{C038FA19-4AEC-FF7A-A6B8-8AA53CB56DDC}"/>
                  </a:ext>
                </a:extLst>
              </p:cNvPr>
              <p:cNvSpPr/>
              <p:nvPr/>
            </p:nvSpPr>
            <p:spPr>
              <a:xfrm>
                <a:off x="8101797" y="3808612"/>
                <a:ext cx="46933" cy="69862"/>
              </a:xfrm>
              <a:custGeom>
                <a:avLst/>
                <a:gdLst>
                  <a:gd name="connsiteX0" fmla="*/ 2679 w 46933"/>
                  <a:gd name="connsiteY0" fmla="*/ 70101 h 69862"/>
                  <a:gd name="connsiteX1" fmla="*/ 7619 w 46933"/>
                  <a:gd name="connsiteY1" fmla="*/ 52918 h 69862"/>
                  <a:gd name="connsiteX2" fmla="*/ 19433 w 46933"/>
                  <a:gd name="connsiteY2" fmla="*/ 28807 h 69862"/>
                  <a:gd name="connsiteX3" fmla="*/ 35650 w 46933"/>
                  <a:gd name="connsiteY3" fmla="*/ 8240 h 69862"/>
                  <a:gd name="connsiteX4" fmla="*/ 316 w 46933"/>
                  <a:gd name="connsiteY4" fmla="*/ 8240 h 69862"/>
                  <a:gd name="connsiteX5" fmla="*/ 2035 w 46933"/>
                  <a:gd name="connsiteY5" fmla="*/ 239 h 69862"/>
                  <a:gd name="connsiteX6" fmla="*/ 47249 w 46933"/>
                  <a:gd name="connsiteY6" fmla="*/ 239 h 69862"/>
                  <a:gd name="connsiteX7" fmla="*/ 45585 w 46933"/>
                  <a:gd name="connsiteY7" fmla="*/ 8240 h 69862"/>
                  <a:gd name="connsiteX8" fmla="*/ 25501 w 46933"/>
                  <a:gd name="connsiteY8" fmla="*/ 34284 h 69862"/>
                  <a:gd name="connsiteX9" fmla="*/ 11808 w 46933"/>
                  <a:gd name="connsiteY9" fmla="*/ 70101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79" y="70101"/>
                    </a:moveTo>
                    <a:cubicBezTo>
                      <a:pt x="3484" y="65322"/>
                      <a:pt x="5095" y="59576"/>
                      <a:pt x="7619" y="52918"/>
                    </a:cubicBezTo>
                    <a:cubicBezTo>
                      <a:pt x="10626" y="44809"/>
                      <a:pt x="14546" y="36754"/>
                      <a:pt x="19433" y="28807"/>
                    </a:cubicBezTo>
                    <a:cubicBezTo>
                      <a:pt x="24266" y="20805"/>
                      <a:pt x="29690" y="13986"/>
                      <a:pt x="35650" y="8240"/>
                    </a:cubicBezTo>
                    <a:lnTo>
                      <a:pt x="316" y="8240"/>
                    </a:lnTo>
                    <a:lnTo>
                      <a:pt x="2035" y="239"/>
                    </a:lnTo>
                    <a:lnTo>
                      <a:pt x="47249" y="239"/>
                    </a:lnTo>
                    <a:lnTo>
                      <a:pt x="45585" y="8240"/>
                    </a:lnTo>
                    <a:cubicBezTo>
                      <a:pt x="37959" y="14952"/>
                      <a:pt x="31247" y="23652"/>
                      <a:pt x="25501" y="34284"/>
                    </a:cubicBezTo>
                    <a:cubicBezTo>
                      <a:pt x="18842" y="46581"/>
                      <a:pt x="14278" y="58502"/>
                      <a:pt x="11808" y="7010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0" name="Freihandform: Form 289">
                <a:extLst>
                  <a:ext uri="{FF2B5EF4-FFF2-40B4-BE49-F238E27FC236}">
                    <a16:creationId xmlns:a16="http://schemas.microsoft.com/office/drawing/2014/main" id="{20587652-4E19-807F-B2E9-86D3ED2491B7}"/>
                  </a:ext>
                </a:extLst>
              </p:cNvPr>
              <p:cNvSpPr/>
              <p:nvPr/>
            </p:nvSpPr>
            <p:spPr>
              <a:xfrm>
                <a:off x="8150679" y="3807323"/>
                <a:ext cx="49833" cy="71151"/>
              </a:xfrm>
              <a:custGeom>
                <a:avLst/>
                <a:gdLst>
                  <a:gd name="connsiteX0" fmla="*/ 320 w 49833"/>
                  <a:gd name="connsiteY0" fmla="*/ 71390 h 71151"/>
                  <a:gd name="connsiteX1" fmla="*/ 4079 w 49833"/>
                  <a:gd name="connsiteY1" fmla="*/ 60758 h 71151"/>
                  <a:gd name="connsiteX2" fmla="*/ 10416 w 49833"/>
                  <a:gd name="connsiteY2" fmla="*/ 52649 h 71151"/>
                  <a:gd name="connsiteX3" fmla="*/ 25666 w 49833"/>
                  <a:gd name="connsiteY3" fmla="*/ 39761 h 71151"/>
                  <a:gd name="connsiteX4" fmla="*/ 35064 w 49833"/>
                  <a:gd name="connsiteY4" fmla="*/ 31706 h 71151"/>
                  <a:gd name="connsiteX5" fmla="*/ 40326 w 49833"/>
                  <a:gd name="connsiteY5" fmla="*/ 24296 h 71151"/>
                  <a:gd name="connsiteX6" fmla="*/ 41454 w 49833"/>
                  <a:gd name="connsiteY6" fmla="*/ 18980 h 71151"/>
                  <a:gd name="connsiteX7" fmla="*/ 38017 w 49833"/>
                  <a:gd name="connsiteY7" fmla="*/ 10656 h 71151"/>
                  <a:gd name="connsiteX8" fmla="*/ 29533 w 49833"/>
                  <a:gd name="connsiteY8" fmla="*/ 7273 h 71151"/>
                  <a:gd name="connsiteX9" fmla="*/ 20833 w 49833"/>
                  <a:gd name="connsiteY9" fmla="*/ 10710 h 71151"/>
                  <a:gd name="connsiteX10" fmla="*/ 15517 w 49833"/>
                  <a:gd name="connsiteY10" fmla="*/ 21826 h 71151"/>
                  <a:gd name="connsiteX11" fmla="*/ 6925 w 49833"/>
                  <a:gd name="connsiteY11" fmla="*/ 20537 h 71151"/>
                  <a:gd name="connsiteX12" fmla="*/ 14282 w 49833"/>
                  <a:gd name="connsiteY12" fmla="*/ 5662 h 71151"/>
                  <a:gd name="connsiteX13" fmla="*/ 29372 w 49833"/>
                  <a:gd name="connsiteY13" fmla="*/ 239 h 71151"/>
                  <a:gd name="connsiteX14" fmla="*/ 40326 w 49833"/>
                  <a:gd name="connsiteY14" fmla="*/ 2763 h 71151"/>
                  <a:gd name="connsiteX15" fmla="*/ 47683 w 49833"/>
                  <a:gd name="connsiteY15" fmla="*/ 9797 h 71151"/>
                  <a:gd name="connsiteX16" fmla="*/ 50153 w 49833"/>
                  <a:gd name="connsiteY16" fmla="*/ 19194 h 71151"/>
                  <a:gd name="connsiteX17" fmla="*/ 45105 w 49833"/>
                  <a:gd name="connsiteY17" fmla="*/ 32781 h 71151"/>
                  <a:gd name="connsiteX18" fmla="*/ 26955 w 49833"/>
                  <a:gd name="connsiteY18" fmla="*/ 48783 h 71151"/>
                  <a:gd name="connsiteX19" fmla="*/ 17289 w 49833"/>
                  <a:gd name="connsiteY19" fmla="*/ 57160 h 71151"/>
                  <a:gd name="connsiteX20" fmla="*/ 12564 w 49833"/>
                  <a:gd name="connsiteY20" fmla="*/ 63389 h 71151"/>
                  <a:gd name="connsiteX21" fmla="*/ 44246 w 49833"/>
                  <a:gd name="connsiteY21" fmla="*/ 63389 h 71151"/>
                  <a:gd name="connsiteX22" fmla="*/ 42581 w 49833"/>
                  <a:gd name="connsiteY22" fmla="*/ 7139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20" y="71390"/>
                    </a:moveTo>
                    <a:cubicBezTo>
                      <a:pt x="1233" y="67148"/>
                      <a:pt x="2468" y="63658"/>
                      <a:pt x="4079" y="60758"/>
                    </a:cubicBezTo>
                    <a:cubicBezTo>
                      <a:pt x="5636" y="57912"/>
                      <a:pt x="7784" y="55227"/>
                      <a:pt x="10416" y="52649"/>
                    </a:cubicBezTo>
                    <a:cubicBezTo>
                      <a:pt x="13047" y="50125"/>
                      <a:pt x="18148" y="45829"/>
                      <a:pt x="25666" y="39761"/>
                    </a:cubicBezTo>
                    <a:cubicBezTo>
                      <a:pt x="30284" y="36164"/>
                      <a:pt x="33399" y="33479"/>
                      <a:pt x="35064" y="31706"/>
                    </a:cubicBezTo>
                    <a:cubicBezTo>
                      <a:pt x="37480" y="29183"/>
                      <a:pt x="39252" y="26712"/>
                      <a:pt x="40326" y="24296"/>
                    </a:cubicBezTo>
                    <a:cubicBezTo>
                      <a:pt x="41078" y="22685"/>
                      <a:pt x="41454" y="20913"/>
                      <a:pt x="41454" y="18980"/>
                    </a:cubicBezTo>
                    <a:cubicBezTo>
                      <a:pt x="41454" y="15704"/>
                      <a:pt x="40272" y="12912"/>
                      <a:pt x="38017" y="10656"/>
                    </a:cubicBezTo>
                    <a:cubicBezTo>
                      <a:pt x="35708" y="8401"/>
                      <a:pt x="32862" y="7273"/>
                      <a:pt x="29533" y="7273"/>
                    </a:cubicBezTo>
                    <a:cubicBezTo>
                      <a:pt x="26203" y="7273"/>
                      <a:pt x="23303" y="8401"/>
                      <a:pt x="20833" y="10710"/>
                    </a:cubicBezTo>
                    <a:cubicBezTo>
                      <a:pt x="18309" y="13019"/>
                      <a:pt x="16537" y="16724"/>
                      <a:pt x="15517" y="21826"/>
                    </a:cubicBezTo>
                    <a:lnTo>
                      <a:pt x="6925" y="20537"/>
                    </a:lnTo>
                    <a:cubicBezTo>
                      <a:pt x="7784" y="14254"/>
                      <a:pt x="10201" y="9314"/>
                      <a:pt x="14282" y="5662"/>
                    </a:cubicBezTo>
                    <a:cubicBezTo>
                      <a:pt x="18309" y="2064"/>
                      <a:pt x="23357" y="239"/>
                      <a:pt x="29372" y="239"/>
                    </a:cubicBezTo>
                    <a:cubicBezTo>
                      <a:pt x="33399" y="239"/>
                      <a:pt x="37050" y="1098"/>
                      <a:pt x="40326" y="2763"/>
                    </a:cubicBezTo>
                    <a:cubicBezTo>
                      <a:pt x="43602" y="4427"/>
                      <a:pt x="46018" y="6790"/>
                      <a:pt x="47683" y="9797"/>
                    </a:cubicBezTo>
                    <a:cubicBezTo>
                      <a:pt x="49348" y="12858"/>
                      <a:pt x="50153" y="15973"/>
                      <a:pt x="50153" y="19194"/>
                    </a:cubicBezTo>
                    <a:cubicBezTo>
                      <a:pt x="50153" y="23920"/>
                      <a:pt x="48488" y="28431"/>
                      <a:pt x="45105" y="32781"/>
                    </a:cubicBezTo>
                    <a:cubicBezTo>
                      <a:pt x="43065" y="35465"/>
                      <a:pt x="36997" y="40835"/>
                      <a:pt x="26955" y="48783"/>
                    </a:cubicBezTo>
                    <a:cubicBezTo>
                      <a:pt x="22605" y="52166"/>
                      <a:pt x="19437" y="55012"/>
                      <a:pt x="17289" y="57160"/>
                    </a:cubicBezTo>
                    <a:cubicBezTo>
                      <a:pt x="15195" y="59362"/>
                      <a:pt x="13584" y="61456"/>
                      <a:pt x="12564" y="63389"/>
                    </a:cubicBezTo>
                    <a:lnTo>
                      <a:pt x="44246" y="63389"/>
                    </a:lnTo>
                    <a:lnTo>
                      <a:pt x="42581" y="7139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1" name="Freihandform: Form 290">
                <a:extLst>
                  <a:ext uri="{FF2B5EF4-FFF2-40B4-BE49-F238E27FC236}">
                    <a16:creationId xmlns:a16="http://schemas.microsoft.com/office/drawing/2014/main" id="{8021F90C-C584-BB4A-826B-B6BA7141EB59}"/>
                  </a:ext>
                </a:extLst>
              </p:cNvPr>
              <p:cNvSpPr/>
              <p:nvPr/>
            </p:nvSpPr>
            <p:spPr>
              <a:xfrm>
                <a:off x="8206796" y="3808612"/>
                <a:ext cx="49779" cy="71044"/>
              </a:xfrm>
              <a:custGeom>
                <a:avLst/>
                <a:gdLst>
                  <a:gd name="connsiteX0" fmla="*/ 378 w 49779"/>
                  <a:gd name="connsiteY0" fmla="*/ 49857 h 71044"/>
                  <a:gd name="connsiteX1" fmla="*/ 9238 w 49779"/>
                  <a:gd name="connsiteY1" fmla="*/ 48998 h 71044"/>
                  <a:gd name="connsiteX2" fmla="*/ 9131 w 49779"/>
                  <a:gd name="connsiteY2" fmla="*/ 51253 h 71044"/>
                  <a:gd name="connsiteX3" fmla="*/ 10796 w 49779"/>
                  <a:gd name="connsiteY3" fmla="*/ 57697 h 71044"/>
                  <a:gd name="connsiteX4" fmla="*/ 15199 w 49779"/>
                  <a:gd name="connsiteY4" fmla="*/ 62637 h 71044"/>
                  <a:gd name="connsiteX5" fmla="*/ 21052 w 49779"/>
                  <a:gd name="connsiteY5" fmla="*/ 64356 h 71044"/>
                  <a:gd name="connsiteX6" fmla="*/ 29322 w 49779"/>
                  <a:gd name="connsiteY6" fmla="*/ 61563 h 71044"/>
                  <a:gd name="connsiteX7" fmla="*/ 36142 w 49779"/>
                  <a:gd name="connsiteY7" fmla="*/ 53401 h 71044"/>
                  <a:gd name="connsiteX8" fmla="*/ 38719 w 49779"/>
                  <a:gd name="connsiteY8" fmla="*/ 42769 h 71044"/>
                  <a:gd name="connsiteX9" fmla="*/ 35229 w 49779"/>
                  <a:gd name="connsiteY9" fmla="*/ 33210 h 71044"/>
                  <a:gd name="connsiteX10" fmla="*/ 26046 w 49779"/>
                  <a:gd name="connsiteY10" fmla="*/ 29666 h 71044"/>
                  <a:gd name="connsiteX11" fmla="*/ 18797 w 49779"/>
                  <a:gd name="connsiteY11" fmla="*/ 31492 h 71044"/>
                  <a:gd name="connsiteX12" fmla="*/ 12460 w 49779"/>
                  <a:gd name="connsiteY12" fmla="*/ 37023 h 71044"/>
                  <a:gd name="connsiteX13" fmla="*/ 4781 w 49779"/>
                  <a:gd name="connsiteY13" fmla="*/ 36486 h 71044"/>
                  <a:gd name="connsiteX14" fmla="*/ 15467 w 49779"/>
                  <a:gd name="connsiteY14" fmla="*/ 239 h 71044"/>
                  <a:gd name="connsiteX15" fmla="*/ 50103 w 49779"/>
                  <a:gd name="connsiteY15" fmla="*/ 239 h 71044"/>
                  <a:gd name="connsiteX16" fmla="*/ 48385 w 49779"/>
                  <a:gd name="connsiteY16" fmla="*/ 8240 h 71044"/>
                  <a:gd name="connsiteX17" fmla="*/ 21482 w 49779"/>
                  <a:gd name="connsiteY17" fmla="*/ 8240 h 71044"/>
                  <a:gd name="connsiteX18" fmla="*/ 16165 w 49779"/>
                  <a:gd name="connsiteY18" fmla="*/ 26283 h 71044"/>
                  <a:gd name="connsiteX19" fmla="*/ 22341 w 49779"/>
                  <a:gd name="connsiteY19" fmla="*/ 23007 h 71044"/>
                  <a:gd name="connsiteX20" fmla="*/ 28838 w 49779"/>
                  <a:gd name="connsiteY20" fmla="*/ 21933 h 71044"/>
                  <a:gd name="connsiteX21" fmla="*/ 42156 w 49779"/>
                  <a:gd name="connsiteY21" fmla="*/ 27303 h 71044"/>
                  <a:gd name="connsiteX22" fmla="*/ 47365 w 49779"/>
                  <a:gd name="connsiteY22" fmla="*/ 41963 h 71044"/>
                  <a:gd name="connsiteX23" fmla="*/ 43821 w 49779"/>
                  <a:gd name="connsiteY23" fmla="*/ 57053 h 71044"/>
                  <a:gd name="connsiteX24" fmla="*/ 33994 w 49779"/>
                  <a:gd name="connsiteY24" fmla="*/ 67631 h 71044"/>
                  <a:gd name="connsiteX25" fmla="*/ 20461 w 49779"/>
                  <a:gd name="connsiteY25" fmla="*/ 71283 h 71044"/>
                  <a:gd name="connsiteX26" fmla="*/ 9668 w 49779"/>
                  <a:gd name="connsiteY26" fmla="*/ 68544 h 71044"/>
                  <a:gd name="connsiteX27" fmla="*/ 2633 w 49779"/>
                  <a:gd name="connsiteY27" fmla="*/ 60973 h 71044"/>
                  <a:gd name="connsiteX28" fmla="*/ 324 w 49779"/>
                  <a:gd name="connsiteY28" fmla="*/ 51307 h 71044"/>
                  <a:gd name="connsiteX29" fmla="*/ 378 w 49779"/>
                  <a:gd name="connsiteY29" fmla="*/ 49857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78" y="49857"/>
                    </a:moveTo>
                    <a:lnTo>
                      <a:pt x="9238" y="48998"/>
                    </a:lnTo>
                    <a:cubicBezTo>
                      <a:pt x="9185" y="50233"/>
                      <a:pt x="9131" y="50985"/>
                      <a:pt x="9131" y="51253"/>
                    </a:cubicBezTo>
                    <a:cubicBezTo>
                      <a:pt x="9131" y="53401"/>
                      <a:pt x="9721" y="55549"/>
                      <a:pt x="10796" y="57697"/>
                    </a:cubicBezTo>
                    <a:cubicBezTo>
                      <a:pt x="11869" y="59845"/>
                      <a:pt x="13319" y="61510"/>
                      <a:pt x="15199" y="62637"/>
                    </a:cubicBezTo>
                    <a:cubicBezTo>
                      <a:pt x="17025" y="63765"/>
                      <a:pt x="18958" y="64356"/>
                      <a:pt x="21052" y="64356"/>
                    </a:cubicBezTo>
                    <a:cubicBezTo>
                      <a:pt x="23737" y="64356"/>
                      <a:pt x="26529" y="63443"/>
                      <a:pt x="29322" y="61563"/>
                    </a:cubicBezTo>
                    <a:cubicBezTo>
                      <a:pt x="32114" y="59684"/>
                      <a:pt x="34369" y="56945"/>
                      <a:pt x="36142" y="53401"/>
                    </a:cubicBezTo>
                    <a:cubicBezTo>
                      <a:pt x="37860" y="49803"/>
                      <a:pt x="38719" y="46259"/>
                      <a:pt x="38719" y="42769"/>
                    </a:cubicBezTo>
                    <a:cubicBezTo>
                      <a:pt x="38719" y="38795"/>
                      <a:pt x="37591" y="35627"/>
                      <a:pt x="35229" y="33210"/>
                    </a:cubicBezTo>
                    <a:cubicBezTo>
                      <a:pt x="32920" y="30847"/>
                      <a:pt x="29805" y="29666"/>
                      <a:pt x="26046" y="29666"/>
                    </a:cubicBezTo>
                    <a:cubicBezTo>
                      <a:pt x="23468" y="29666"/>
                      <a:pt x="21052" y="30257"/>
                      <a:pt x="18797" y="31492"/>
                    </a:cubicBezTo>
                    <a:cubicBezTo>
                      <a:pt x="16541" y="32727"/>
                      <a:pt x="14393" y="34553"/>
                      <a:pt x="12460" y="37023"/>
                    </a:cubicBezTo>
                    <a:lnTo>
                      <a:pt x="4781" y="36486"/>
                    </a:lnTo>
                    <a:lnTo>
                      <a:pt x="15467" y="239"/>
                    </a:lnTo>
                    <a:lnTo>
                      <a:pt x="50103" y="239"/>
                    </a:lnTo>
                    <a:lnTo>
                      <a:pt x="48385" y="8240"/>
                    </a:lnTo>
                    <a:lnTo>
                      <a:pt x="21482" y="8240"/>
                    </a:lnTo>
                    <a:lnTo>
                      <a:pt x="16165" y="26283"/>
                    </a:lnTo>
                    <a:cubicBezTo>
                      <a:pt x="18152" y="24833"/>
                      <a:pt x="20193" y="23705"/>
                      <a:pt x="22341" y="23007"/>
                    </a:cubicBezTo>
                    <a:cubicBezTo>
                      <a:pt x="24435" y="22255"/>
                      <a:pt x="26583" y="21933"/>
                      <a:pt x="28838" y="21933"/>
                    </a:cubicBezTo>
                    <a:cubicBezTo>
                      <a:pt x="34262" y="21933"/>
                      <a:pt x="38665" y="23705"/>
                      <a:pt x="42156" y="27303"/>
                    </a:cubicBezTo>
                    <a:cubicBezTo>
                      <a:pt x="45646" y="30847"/>
                      <a:pt x="47365" y="35734"/>
                      <a:pt x="47365" y="41963"/>
                    </a:cubicBezTo>
                    <a:cubicBezTo>
                      <a:pt x="47365" y="47440"/>
                      <a:pt x="46183" y="52434"/>
                      <a:pt x="43821" y="57053"/>
                    </a:cubicBezTo>
                    <a:cubicBezTo>
                      <a:pt x="41404" y="61617"/>
                      <a:pt x="38128" y="65161"/>
                      <a:pt x="33994" y="67631"/>
                    </a:cubicBezTo>
                    <a:cubicBezTo>
                      <a:pt x="29805" y="70101"/>
                      <a:pt x="25294" y="71283"/>
                      <a:pt x="20461" y="71283"/>
                    </a:cubicBezTo>
                    <a:cubicBezTo>
                      <a:pt x="16380" y="71283"/>
                      <a:pt x="12836" y="70370"/>
                      <a:pt x="9668" y="68544"/>
                    </a:cubicBezTo>
                    <a:cubicBezTo>
                      <a:pt x="6553" y="66718"/>
                      <a:pt x="4244" y="64195"/>
                      <a:pt x="2633" y="60973"/>
                    </a:cubicBezTo>
                    <a:cubicBezTo>
                      <a:pt x="1076" y="57751"/>
                      <a:pt x="324" y="54529"/>
                      <a:pt x="324" y="51307"/>
                    </a:cubicBezTo>
                    <a:cubicBezTo>
                      <a:pt x="324" y="50985"/>
                      <a:pt x="324" y="50501"/>
                      <a:pt x="378" y="498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2" name="Freihandform: Form 291">
                <a:extLst>
                  <a:ext uri="{FF2B5EF4-FFF2-40B4-BE49-F238E27FC236}">
                    <a16:creationId xmlns:a16="http://schemas.microsoft.com/office/drawing/2014/main" id="{41EC3708-052F-DAC4-CF71-2D4F038675F3}"/>
                  </a:ext>
                </a:extLst>
              </p:cNvPr>
              <p:cNvSpPr/>
              <p:nvPr/>
            </p:nvSpPr>
            <p:spPr>
              <a:xfrm>
                <a:off x="8260657" y="3868594"/>
                <a:ext cx="11974" cy="9880"/>
              </a:xfrm>
              <a:custGeom>
                <a:avLst/>
                <a:gdLst>
                  <a:gd name="connsiteX0" fmla="*/ 328 w 11974"/>
                  <a:gd name="connsiteY0" fmla="*/ 10119 h 9880"/>
                  <a:gd name="connsiteX1" fmla="*/ 2422 w 11974"/>
                  <a:gd name="connsiteY1" fmla="*/ 239 h 9880"/>
                  <a:gd name="connsiteX2" fmla="*/ 12303 w 11974"/>
                  <a:gd name="connsiteY2" fmla="*/ 239 h 9880"/>
                  <a:gd name="connsiteX3" fmla="*/ 10209 w 11974"/>
                  <a:gd name="connsiteY3" fmla="*/ 10119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28" y="10119"/>
                    </a:moveTo>
                    <a:lnTo>
                      <a:pt x="2422" y="239"/>
                    </a:lnTo>
                    <a:lnTo>
                      <a:pt x="12303" y="239"/>
                    </a:lnTo>
                    <a:lnTo>
                      <a:pt x="10209" y="1011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3" name="Freihandform: Form 292">
                <a:extLst>
                  <a:ext uri="{FF2B5EF4-FFF2-40B4-BE49-F238E27FC236}">
                    <a16:creationId xmlns:a16="http://schemas.microsoft.com/office/drawing/2014/main" id="{CACCE8DF-1622-DC5A-8C1C-07DDE6C867D2}"/>
                  </a:ext>
                </a:extLst>
              </p:cNvPr>
              <p:cNvSpPr/>
              <p:nvPr/>
            </p:nvSpPr>
            <p:spPr>
              <a:xfrm>
                <a:off x="8297133" y="3807323"/>
                <a:ext cx="32810" cy="71151"/>
              </a:xfrm>
              <a:custGeom>
                <a:avLst/>
                <a:gdLst>
                  <a:gd name="connsiteX0" fmla="*/ 9513 w 32810"/>
                  <a:gd name="connsiteY0" fmla="*/ 71390 h 71151"/>
                  <a:gd name="connsiteX1" fmla="*/ 20682 w 32810"/>
                  <a:gd name="connsiteY1" fmla="*/ 17906 h 71151"/>
                  <a:gd name="connsiteX2" fmla="*/ 330 w 32810"/>
                  <a:gd name="connsiteY2" fmla="*/ 27035 h 71151"/>
                  <a:gd name="connsiteX3" fmla="*/ 1941 w 32810"/>
                  <a:gd name="connsiteY3" fmla="*/ 19087 h 71151"/>
                  <a:gd name="connsiteX4" fmla="*/ 14829 w 32810"/>
                  <a:gd name="connsiteY4" fmla="*/ 12267 h 71151"/>
                  <a:gd name="connsiteX5" fmla="*/ 24387 w 32810"/>
                  <a:gd name="connsiteY5" fmla="*/ 4964 h 71151"/>
                  <a:gd name="connsiteX6" fmla="*/ 28039 w 32810"/>
                  <a:gd name="connsiteY6" fmla="*/ 239 h 71151"/>
                  <a:gd name="connsiteX7" fmla="*/ 33140 w 32810"/>
                  <a:gd name="connsiteY7" fmla="*/ 239 h 71151"/>
                  <a:gd name="connsiteX8" fmla="*/ 18266 w 32810"/>
                  <a:gd name="connsiteY8" fmla="*/ 7139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13" y="71390"/>
                    </a:moveTo>
                    <a:lnTo>
                      <a:pt x="20682" y="17906"/>
                    </a:lnTo>
                    <a:cubicBezTo>
                      <a:pt x="15849" y="21718"/>
                      <a:pt x="9083" y="24726"/>
                      <a:pt x="330" y="27035"/>
                    </a:cubicBezTo>
                    <a:lnTo>
                      <a:pt x="1941" y="19087"/>
                    </a:lnTo>
                    <a:cubicBezTo>
                      <a:pt x="6291" y="17369"/>
                      <a:pt x="10587" y="15113"/>
                      <a:pt x="14829" y="12267"/>
                    </a:cubicBezTo>
                    <a:cubicBezTo>
                      <a:pt x="19071" y="9475"/>
                      <a:pt x="22239" y="7058"/>
                      <a:pt x="24387" y="4964"/>
                    </a:cubicBezTo>
                    <a:cubicBezTo>
                      <a:pt x="25676" y="3675"/>
                      <a:pt x="26911" y="2064"/>
                      <a:pt x="28039" y="239"/>
                    </a:cubicBezTo>
                    <a:lnTo>
                      <a:pt x="33140" y="239"/>
                    </a:lnTo>
                    <a:lnTo>
                      <a:pt x="18266" y="7139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294" name="Grafik 4">
              <a:extLst>
                <a:ext uri="{FF2B5EF4-FFF2-40B4-BE49-F238E27FC236}">
                  <a16:creationId xmlns:a16="http://schemas.microsoft.com/office/drawing/2014/main" id="{6E6AA272-FA37-F092-23A6-CE788857A18B}"/>
                </a:ext>
              </a:extLst>
            </p:cNvPr>
            <p:cNvGrpSpPr/>
            <p:nvPr/>
          </p:nvGrpSpPr>
          <p:grpSpPr>
            <a:xfrm>
              <a:off x="7779669" y="2796430"/>
              <a:ext cx="566674" cy="73299"/>
              <a:chOff x="7779669" y="2796430"/>
              <a:chExt cx="566674" cy="73299"/>
            </a:xfrm>
            <a:solidFill>
              <a:srgbClr val="000000"/>
            </a:solidFill>
          </p:grpSpPr>
          <p:sp>
            <p:nvSpPr>
              <p:cNvPr id="295" name="Freihandform: Form 294">
                <a:extLst>
                  <a:ext uri="{FF2B5EF4-FFF2-40B4-BE49-F238E27FC236}">
                    <a16:creationId xmlns:a16="http://schemas.microsoft.com/office/drawing/2014/main" id="{672267A2-7250-F2EF-14CF-29E92F14ADDF}"/>
                  </a:ext>
                </a:extLst>
              </p:cNvPr>
              <p:cNvSpPr/>
              <p:nvPr/>
            </p:nvSpPr>
            <p:spPr>
              <a:xfrm>
                <a:off x="7779669" y="2797666"/>
                <a:ext cx="63043" cy="70829"/>
              </a:xfrm>
              <a:custGeom>
                <a:avLst/>
                <a:gdLst>
                  <a:gd name="connsiteX0" fmla="*/ 294 w 63043"/>
                  <a:gd name="connsiteY0" fmla="*/ 70995 h 70829"/>
                  <a:gd name="connsiteX1" fmla="*/ 40461 w 63043"/>
                  <a:gd name="connsiteY1" fmla="*/ 165 h 70829"/>
                  <a:gd name="connsiteX2" fmla="*/ 51630 w 63043"/>
                  <a:gd name="connsiteY2" fmla="*/ 165 h 70829"/>
                  <a:gd name="connsiteX3" fmla="*/ 63337 w 63043"/>
                  <a:gd name="connsiteY3" fmla="*/ 70995 h 70829"/>
                  <a:gd name="connsiteX4" fmla="*/ 54154 w 63043"/>
                  <a:gd name="connsiteY4" fmla="*/ 70995 h 70829"/>
                  <a:gd name="connsiteX5" fmla="*/ 50717 w 63043"/>
                  <a:gd name="connsiteY5" fmla="*/ 50589 h 70829"/>
                  <a:gd name="connsiteX6" fmla="*/ 22042 w 63043"/>
                  <a:gd name="connsiteY6" fmla="*/ 50589 h 70829"/>
                  <a:gd name="connsiteX7" fmla="*/ 10711 w 63043"/>
                  <a:gd name="connsiteY7" fmla="*/ 70995 h 70829"/>
                  <a:gd name="connsiteX8" fmla="*/ 294 w 63043"/>
                  <a:gd name="connsiteY8" fmla="*/ 70995 h 70829"/>
                  <a:gd name="connsiteX9" fmla="*/ 26123 w 63043"/>
                  <a:gd name="connsiteY9" fmla="*/ 43286 h 70829"/>
                  <a:gd name="connsiteX10" fmla="*/ 49536 w 63043"/>
                  <a:gd name="connsiteY10" fmla="*/ 43286 h 70829"/>
                  <a:gd name="connsiteX11" fmla="*/ 46797 w 63043"/>
                  <a:gd name="connsiteY11" fmla="*/ 25511 h 70829"/>
                  <a:gd name="connsiteX12" fmla="*/ 44810 w 63043"/>
                  <a:gd name="connsiteY12" fmla="*/ 7898 h 70829"/>
                  <a:gd name="connsiteX13" fmla="*/ 37776 w 63043"/>
                  <a:gd name="connsiteY13" fmla="*/ 2234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294" y="70995"/>
                    </a:moveTo>
                    <a:lnTo>
                      <a:pt x="40461" y="165"/>
                    </a:lnTo>
                    <a:lnTo>
                      <a:pt x="51630" y="165"/>
                    </a:lnTo>
                    <a:lnTo>
                      <a:pt x="63337" y="70995"/>
                    </a:lnTo>
                    <a:lnTo>
                      <a:pt x="54154" y="70995"/>
                    </a:lnTo>
                    <a:lnTo>
                      <a:pt x="50717" y="50589"/>
                    </a:lnTo>
                    <a:lnTo>
                      <a:pt x="22042" y="50589"/>
                    </a:lnTo>
                    <a:lnTo>
                      <a:pt x="10711" y="70995"/>
                    </a:lnTo>
                    <a:lnTo>
                      <a:pt x="294" y="70995"/>
                    </a:lnTo>
                    <a:moveTo>
                      <a:pt x="26123" y="43286"/>
                    </a:moveTo>
                    <a:lnTo>
                      <a:pt x="49536" y="43286"/>
                    </a:lnTo>
                    <a:lnTo>
                      <a:pt x="46797" y="25511"/>
                    </a:lnTo>
                    <a:cubicBezTo>
                      <a:pt x="45723" y="18477"/>
                      <a:pt x="45079" y="12570"/>
                      <a:pt x="44810" y="7898"/>
                    </a:cubicBezTo>
                    <a:cubicBezTo>
                      <a:pt x="43199" y="11925"/>
                      <a:pt x="40837" y="16758"/>
                      <a:pt x="37776" y="2234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6" name="Freihandform: Form 295">
                <a:extLst>
                  <a:ext uri="{FF2B5EF4-FFF2-40B4-BE49-F238E27FC236}">
                    <a16:creationId xmlns:a16="http://schemas.microsoft.com/office/drawing/2014/main" id="{F0ECC43D-6632-E056-1DF6-BE722D7D78FA}"/>
                  </a:ext>
                </a:extLst>
              </p:cNvPr>
              <p:cNvSpPr/>
              <p:nvPr/>
            </p:nvSpPr>
            <p:spPr>
              <a:xfrm>
                <a:off x="7854650" y="2796430"/>
                <a:ext cx="59445" cy="73245"/>
              </a:xfrm>
              <a:custGeom>
                <a:avLst/>
                <a:gdLst>
                  <a:gd name="connsiteX0" fmla="*/ 299 w 59445"/>
                  <a:gd name="connsiteY0" fmla="*/ 49300 h 73245"/>
                  <a:gd name="connsiteX1" fmla="*/ 9535 w 59445"/>
                  <a:gd name="connsiteY1" fmla="*/ 48441 h 73245"/>
                  <a:gd name="connsiteX2" fmla="*/ 9481 w 59445"/>
                  <a:gd name="connsiteY2" fmla="*/ 50911 h 73245"/>
                  <a:gd name="connsiteX3" fmla="*/ 11361 w 59445"/>
                  <a:gd name="connsiteY3" fmla="*/ 58429 h 73245"/>
                  <a:gd name="connsiteX4" fmla="*/ 17590 w 59445"/>
                  <a:gd name="connsiteY4" fmla="*/ 63692 h 73245"/>
                  <a:gd name="connsiteX5" fmla="*/ 27900 w 59445"/>
                  <a:gd name="connsiteY5" fmla="*/ 65571 h 73245"/>
                  <a:gd name="connsiteX6" fmla="*/ 40895 w 59445"/>
                  <a:gd name="connsiteY6" fmla="*/ 61866 h 73245"/>
                  <a:gd name="connsiteX7" fmla="*/ 45352 w 59445"/>
                  <a:gd name="connsiteY7" fmla="*/ 53328 h 73245"/>
                  <a:gd name="connsiteX8" fmla="*/ 42989 w 59445"/>
                  <a:gd name="connsiteY8" fmla="*/ 47260 h 73245"/>
                  <a:gd name="connsiteX9" fmla="*/ 29779 w 59445"/>
                  <a:gd name="connsiteY9" fmla="*/ 39903 h 73245"/>
                  <a:gd name="connsiteX10" fmla="*/ 18395 w 59445"/>
                  <a:gd name="connsiteY10" fmla="*/ 34318 h 73245"/>
                  <a:gd name="connsiteX11" fmla="*/ 11361 w 59445"/>
                  <a:gd name="connsiteY11" fmla="*/ 27498 h 73245"/>
                  <a:gd name="connsiteX12" fmla="*/ 9051 w 59445"/>
                  <a:gd name="connsiteY12" fmla="*/ 19067 h 73245"/>
                  <a:gd name="connsiteX13" fmla="*/ 12059 w 59445"/>
                  <a:gd name="connsiteY13" fmla="*/ 9187 h 73245"/>
                  <a:gd name="connsiteX14" fmla="*/ 20865 w 59445"/>
                  <a:gd name="connsiteY14" fmla="*/ 2474 h 73245"/>
                  <a:gd name="connsiteX15" fmla="*/ 33861 w 59445"/>
                  <a:gd name="connsiteY15" fmla="*/ 165 h 73245"/>
                  <a:gd name="connsiteX16" fmla="*/ 48467 w 59445"/>
                  <a:gd name="connsiteY16" fmla="*/ 3065 h 73245"/>
                  <a:gd name="connsiteX17" fmla="*/ 57112 w 59445"/>
                  <a:gd name="connsiteY17" fmla="*/ 10798 h 73245"/>
                  <a:gd name="connsiteX18" fmla="*/ 59744 w 59445"/>
                  <a:gd name="connsiteY18" fmla="*/ 20034 h 73245"/>
                  <a:gd name="connsiteX19" fmla="*/ 59744 w 59445"/>
                  <a:gd name="connsiteY19" fmla="*/ 21484 h 73245"/>
                  <a:gd name="connsiteX20" fmla="*/ 50561 w 59445"/>
                  <a:gd name="connsiteY20" fmla="*/ 22236 h 73245"/>
                  <a:gd name="connsiteX21" fmla="*/ 50078 w 59445"/>
                  <a:gd name="connsiteY21" fmla="*/ 17510 h 73245"/>
                  <a:gd name="connsiteX22" fmla="*/ 47071 w 59445"/>
                  <a:gd name="connsiteY22" fmla="*/ 12516 h 73245"/>
                  <a:gd name="connsiteX23" fmla="*/ 41486 w 59445"/>
                  <a:gd name="connsiteY23" fmla="*/ 9294 h 73245"/>
                  <a:gd name="connsiteX24" fmla="*/ 33538 w 59445"/>
                  <a:gd name="connsiteY24" fmla="*/ 8059 h 73245"/>
                  <a:gd name="connsiteX25" fmla="*/ 21510 w 59445"/>
                  <a:gd name="connsiteY25" fmla="*/ 11550 h 73245"/>
                  <a:gd name="connsiteX26" fmla="*/ 18180 w 59445"/>
                  <a:gd name="connsiteY26" fmla="*/ 18584 h 73245"/>
                  <a:gd name="connsiteX27" fmla="*/ 19577 w 59445"/>
                  <a:gd name="connsiteY27" fmla="*/ 23256 h 73245"/>
                  <a:gd name="connsiteX28" fmla="*/ 24463 w 59445"/>
                  <a:gd name="connsiteY28" fmla="*/ 27283 h 73245"/>
                  <a:gd name="connsiteX29" fmla="*/ 36384 w 59445"/>
                  <a:gd name="connsiteY29" fmla="*/ 32868 h 73245"/>
                  <a:gd name="connsiteX30" fmla="*/ 46910 w 59445"/>
                  <a:gd name="connsiteY30" fmla="*/ 38184 h 73245"/>
                  <a:gd name="connsiteX31" fmla="*/ 52870 w 59445"/>
                  <a:gd name="connsiteY31" fmla="*/ 44360 h 73245"/>
                  <a:gd name="connsiteX32" fmla="*/ 54964 w 59445"/>
                  <a:gd name="connsiteY32" fmla="*/ 52683 h 73245"/>
                  <a:gd name="connsiteX33" fmla="*/ 51420 w 59445"/>
                  <a:gd name="connsiteY33" fmla="*/ 63262 h 73245"/>
                  <a:gd name="connsiteX34" fmla="*/ 41754 w 59445"/>
                  <a:gd name="connsiteY34" fmla="*/ 70780 h 73245"/>
                  <a:gd name="connsiteX35" fmla="*/ 27578 w 59445"/>
                  <a:gd name="connsiteY35" fmla="*/ 73411 h 73245"/>
                  <a:gd name="connsiteX36" fmla="*/ 7924 w 59445"/>
                  <a:gd name="connsiteY36" fmla="*/ 68202 h 73245"/>
                  <a:gd name="connsiteX37" fmla="*/ 299 w 59445"/>
                  <a:gd name="connsiteY37" fmla="*/ 49300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9445" h="73245">
                    <a:moveTo>
                      <a:pt x="299" y="49300"/>
                    </a:moveTo>
                    <a:lnTo>
                      <a:pt x="9535" y="48441"/>
                    </a:lnTo>
                    <a:lnTo>
                      <a:pt x="9481" y="50911"/>
                    </a:lnTo>
                    <a:cubicBezTo>
                      <a:pt x="9481" y="53650"/>
                      <a:pt x="10072" y="56174"/>
                      <a:pt x="11361" y="58429"/>
                    </a:cubicBezTo>
                    <a:cubicBezTo>
                      <a:pt x="12596" y="60684"/>
                      <a:pt x="14690" y="62456"/>
                      <a:pt x="17590" y="63692"/>
                    </a:cubicBezTo>
                    <a:cubicBezTo>
                      <a:pt x="20489" y="64927"/>
                      <a:pt x="23926" y="65571"/>
                      <a:pt x="27900" y="65571"/>
                    </a:cubicBezTo>
                    <a:cubicBezTo>
                      <a:pt x="33592" y="65571"/>
                      <a:pt x="37942" y="64336"/>
                      <a:pt x="40895" y="61866"/>
                    </a:cubicBezTo>
                    <a:cubicBezTo>
                      <a:pt x="43902" y="59342"/>
                      <a:pt x="45352" y="56550"/>
                      <a:pt x="45352" y="53328"/>
                    </a:cubicBezTo>
                    <a:cubicBezTo>
                      <a:pt x="45352" y="51126"/>
                      <a:pt x="44600" y="49085"/>
                      <a:pt x="42989" y="47260"/>
                    </a:cubicBezTo>
                    <a:cubicBezTo>
                      <a:pt x="41378" y="45434"/>
                      <a:pt x="36975" y="43017"/>
                      <a:pt x="29779" y="39903"/>
                    </a:cubicBezTo>
                    <a:cubicBezTo>
                      <a:pt x="24248" y="37486"/>
                      <a:pt x="20436" y="35607"/>
                      <a:pt x="18395" y="34318"/>
                    </a:cubicBezTo>
                    <a:cubicBezTo>
                      <a:pt x="15227" y="32224"/>
                      <a:pt x="12864" y="29968"/>
                      <a:pt x="11361" y="27498"/>
                    </a:cubicBezTo>
                    <a:cubicBezTo>
                      <a:pt x="9803" y="25028"/>
                      <a:pt x="9051" y="22236"/>
                      <a:pt x="9051" y="19067"/>
                    </a:cubicBezTo>
                    <a:cubicBezTo>
                      <a:pt x="9051" y="15416"/>
                      <a:pt x="10072" y="12140"/>
                      <a:pt x="12059" y="9187"/>
                    </a:cubicBezTo>
                    <a:cubicBezTo>
                      <a:pt x="14046" y="6287"/>
                      <a:pt x="16999" y="4032"/>
                      <a:pt x="20865" y="2474"/>
                    </a:cubicBezTo>
                    <a:cubicBezTo>
                      <a:pt x="24678" y="971"/>
                      <a:pt x="29028" y="165"/>
                      <a:pt x="33861" y="165"/>
                    </a:cubicBezTo>
                    <a:cubicBezTo>
                      <a:pt x="39606" y="165"/>
                      <a:pt x="44493" y="1132"/>
                      <a:pt x="48467" y="3065"/>
                    </a:cubicBezTo>
                    <a:cubicBezTo>
                      <a:pt x="52441" y="4998"/>
                      <a:pt x="55287" y="7576"/>
                      <a:pt x="57112" y="10798"/>
                    </a:cubicBezTo>
                    <a:cubicBezTo>
                      <a:pt x="58884" y="14020"/>
                      <a:pt x="59744" y="17081"/>
                      <a:pt x="59744" y="20034"/>
                    </a:cubicBezTo>
                    <a:cubicBezTo>
                      <a:pt x="59744" y="20303"/>
                      <a:pt x="59744" y="20786"/>
                      <a:pt x="59744" y="21484"/>
                    </a:cubicBezTo>
                    <a:lnTo>
                      <a:pt x="50561" y="22236"/>
                    </a:lnTo>
                    <a:cubicBezTo>
                      <a:pt x="50561" y="20195"/>
                      <a:pt x="50400" y="18638"/>
                      <a:pt x="50078" y="17510"/>
                    </a:cubicBezTo>
                    <a:cubicBezTo>
                      <a:pt x="49433" y="15577"/>
                      <a:pt x="48413" y="13912"/>
                      <a:pt x="47071" y="12516"/>
                    </a:cubicBezTo>
                    <a:cubicBezTo>
                      <a:pt x="45728" y="11174"/>
                      <a:pt x="43849" y="10100"/>
                      <a:pt x="41486" y="9294"/>
                    </a:cubicBezTo>
                    <a:cubicBezTo>
                      <a:pt x="39123" y="8435"/>
                      <a:pt x="36438" y="8059"/>
                      <a:pt x="33538" y="8059"/>
                    </a:cubicBezTo>
                    <a:cubicBezTo>
                      <a:pt x="28383" y="8059"/>
                      <a:pt x="24356" y="9187"/>
                      <a:pt x="21510" y="11550"/>
                    </a:cubicBezTo>
                    <a:cubicBezTo>
                      <a:pt x="19308" y="13322"/>
                      <a:pt x="18180" y="15631"/>
                      <a:pt x="18180" y="18584"/>
                    </a:cubicBezTo>
                    <a:cubicBezTo>
                      <a:pt x="18180" y="20303"/>
                      <a:pt x="18664" y="21860"/>
                      <a:pt x="19577" y="23256"/>
                    </a:cubicBezTo>
                    <a:cubicBezTo>
                      <a:pt x="20436" y="24599"/>
                      <a:pt x="22100" y="25941"/>
                      <a:pt x="24463" y="27283"/>
                    </a:cubicBezTo>
                    <a:cubicBezTo>
                      <a:pt x="26128" y="28196"/>
                      <a:pt x="30102" y="30076"/>
                      <a:pt x="36384" y="32868"/>
                    </a:cubicBezTo>
                    <a:cubicBezTo>
                      <a:pt x="41486" y="35123"/>
                      <a:pt x="44976" y="36896"/>
                      <a:pt x="46910" y="38184"/>
                    </a:cubicBezTo>
                    <a:cubicBezTo>
                      <a:pt x="49487" y="39849"/>
                      <a:pt x="51474" y="41943"/>
                      <a:pt x="52870" y="44360"/>
                    </a:cubicBezTo>
                    <a:cubicBezTo>
                      <a:pt x="54266" y="46776"/>
                      <a:pt x="54964" y="49569"/>
                      <a:pt x="54964" y="52683"/>
                    </a:cubicBezTo>
                    <a:cubicBezTo>
                      <a:pt x="54964" y="56496"/>
                      <a:pt x="53783" y="60040"/>
                      <a:pt x="51420" y="63262"/>
                    </a:cubicBezTo>
                    <a:cubicBezTo>
                      <a:pt x="49111" y="66484"/>
                      <a:pt x="45889" y="69008"/>
                      <a:pt x="41754" y="70780"/>
                    </a:cubicBezTo>
                    <a:cubicBezTo>
                      <a:pt x="37620" y="72552"/>
                      <a:pt x="32894" y="73411"/>
                      <a:pt x="27578" y="73411"/>
                    </a:cubicBezTo>
                    <a:cubicBezTo>
                      <a:pt x="19577" y="73411"/>
                      <a:pt x="13025" y="71693"/>
                      <a:pt x="7924" y="68202"/>
                    </a:cubicBezTo>
                    <a:cubicBezTo>
                      <a:pt x="2876" y="64712"/>
                      <a:pt x="299" y="58429"/>
                      <a:pt x="299" y="493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7" name="Freihandform: Form 296">
                <a:extLst>
                  <a:ext uri="{FF2B5EF4-FFF2-40B4-BE49-F238E27FC236}">
                    <a16:creationId xmlns:a16="http://schemas.microsoft.com/office/drawing/2014/main" id="{DB4DE190-44E9-2AAC-A9F7-B0194B26F890}"/>
                  </a:ext>
                </a:extLst>
              </p:cNvPr>
              <p:cNvSpPr/>
              <p:nvPr/>
            </p:nvSpPr>
            <p:spPr>
              <a:xfrm>
                <a:off x="7918031" y="2797666"/>
                <a:ext cx="81945" cy="70829"/>
              </a:xfrm>
              <a:custGeom>
                <a:avLst/>
                <a:gdLst>
                  <a:gd name="connsiteX0" fmla="*/ 303 w 81945"/>
                  <a:gd name="connsiteY0" fmla="*/ 70995 h 70829"/>
                  <a:gd name="connsiteX1" fmla="*/ 15071 w 81945"/>
                  <a:gd name="connsiteY1" fmla="*/ 165 h 70829"/>
                  <a:gd name="connsiteX2" fmla="*/ 26723 w 81945"/>
                  <a:gd name="connsiteY2" fmla="*/ 165 h 70829"/>
                  <a:gd name="connsiteX3" fmla="*/ 33865 w 81945"/>
                  <a:gd name="connsiteY3" fmla="*/ 46078 h 70829"/>
                  <a:gd name="connsiteX4" fmla="*/ 35745 w 81945"/>
                  <a:gd name="connsiteY4" fmla="*/ 63423 h 70829"/>
                  <a:gd name="connsiteX5" fmla="*/ 45572 w 81945"/>
                  <a:gd name="connsiteY5" fmla="*/ 44037 h 70829"/>
                  <a:gd name="connsiteX6" fmla="*/ 70435 w 81945"/>
                  <a:gd name="connsiteY6" fmla="*/ 165 h 70829"/>
                  <a:gd name="connsiteX7" fmla="*/ 82248 w 81945"/>
                  <a:gd name="connsiteY7" fmla="*/ 165 h 70829"/>
                  <a:gd name="connsiteX8" fmla="*/ 67481 w 81945"/>
                  <a:gd name="connsiteY8" fmla="*/ 70995 h 70829"/>
                  <a:gd name="connsiteX9" fmla="*/ 58137 w 81945"/>
                  <a:gd name="connsiteY9" fmla="*/ 70995 h 70829"/>
                  <a:gd name="connsiteX10" fmla="*/ 65548 w 81945"/>
                  <a:gd name="connsiteY10" fmla="*/ 36520 h 70829"/>
                  <a:gd name="connsiteX11" fmla="*/ 72905 w 81945"/>
                  <a:gd name="connsiteY11" fmla="*/ 9777 h 70829"/>
                  <a:gd name="connsiteX12" fmla="*/ 65333 w 81945"/>
                  <a:gd name="connsiteY12" fmla="*/ 24652 h 70829"/>
                  <a:gd name="connsiteX13" fmla="*/ 38967 w 81945"/>
                  <a:gd name="connsiteY13" fmla="*/ 70995 h 70829"/>
                  <a:gd name="connsiteX14" fmla="*/ 29838 w 81945"/>
                  <a:gd name="connsiteY14" fmla="*/ 70995 h 70829"/>
                  <a:gd name="connsiteX15" fmla="*/ 22750 w 81945"/>
                  <a:gd name="connsiteY15" fmla="*/ 25565 h 70829"/>
                  <a:gd name="connsiteX16" fmla="*/ 21300 w 81945"/>
                  <a:gd name="connsiteY16" fmla="*/ 11012 h 70829"/>
                  <a:gd name="connsiteX17" fmla="*/ 18937 w 81945"/>
                  <a:gd name="connsiteY17" fmla="*/ 25833 h 70829"/>
                  <a:gd name="connsiteX18" fmla="*/ 9540 w 81945"/>
                  <a:gd name="connsiteY18" fmla="*/ 7099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1945" h="70829">
                    <a:moveTo>
                      <a:pt x="303" y="70995"/>
                    </a:moveTo>
                    <a:lnTo>
                      <a:pt x="15071" y="165"/>
                    </a:lnTo>
                    <a:lnTo>
                      <a:pt x="26723" y="165"/>
                    </a:lnTo>
                    <a:lnTo>
                      <a:pt x="33865" y="46078"/>
                    </a:lnTo>
                    <a:cubicBezTo>
                      <a:pt x="34832" y="52092"/>
                      <a:pt x="35423" y="57892"/>
                      <a:pt x="35745" y="63423"/>
                    </a:cubicBezTo>
                    <a:cubicBezTo>
                      <a:pt x="37678" y="58644"/>
                      <a:pt x="40954" y="52200"/>
                      <a:pt x="45572" y="44037"/>
                    </a:cubicBezTo>
                    <a:lnTo>
                      <a:pt x="70435" y="165"/>
                    </a:lnTo>
                    <a:lnTo>
                      <a:pt x="82248" y="165"/>
                    </a:lnTo>
                    <a:lnTo>
                      <a:pt x="67481" y="70995"/>
                    </a:lnTo>
                    <a:lnTo>
                      <a:pt x="58137" y="70995"/>
                    </a:lnTo>
                    <a:lnTo>
                      <a:pt x="65548" y="36520"/>
                    </a:lnTo>
                    <a:cubicBezTo>
                      <a:pt x="67266" y="28572"/>
                      <a:pt x="69683" y="19658"/>
                      <a:pt x="72905" y="9777"/>
                    </a:cubicBezTo>
                    <a:cubicBezTo>
                      <a:pt x="70864" y="14395"/>
                      <a:pt x="68340" y="19336"/>
                      <a:pt x="65333" y="24652"/>
                    </a:cubicBezTo>
                    <a:lnTo>
                      <a:pt x="38967" y="70995"/>
                    </a:lnTo>
                    <a:lnTo>
                      <a:pt x="29838" y="70995"/>
                    </a:lnTo>
                    <a:lnTo>
                      <a:pt x="22750" y="25565"/>
                    </a:lnTo>
                    <a:cubicBezTo>
                      <a:pt x="22105" y="21430"/>
                      <a:pt x="21622" y="16543"/>
                      <a:pt x="21300" y="11012"/>
                    </a:cubicBezTo>
                    <a:cubicBezTo>
                      <a:pt x="20494" y="17242"/>
                      <a:pt x="19742" y="22182"/>
                      <a:pt x="18937" y="25833"/>
                    </a:cubicBezTo>
                    <a:lnTo>
                      <a:pt x="9540" y="7099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8" name="Freihandform: Form 297">
                <a:extLst>
                  <a:ext uri="{FF2B5EF4-FFF2-40B4-BE49-F238E27FC236}">
                    <a16:creationId xmlns:a16="http://schemas.microsoft.com/office/drawing/2014/main" id="{16EE43C3-BAF6-7868-1D73-07B10C92FB2D}"/>
                  </a:ext>
                </a:extLst>
              </p:cNvPr>
              <p:cNvSpPr/>
              <p:nvPr/>
            </p:nvSpPr>
            <p:spPr>
              <a:xfrm>
                <a:off x="8008111" y="2798632"/>
                <a:ext cx="46933" cy="69862"/>
              </a:xfrm>
              <a:custGeom>
                <a:avLst/>
                <a:gdLst>
                  <a:gd name="connsiteX0" fmla="*/ 2672 w 46933"/>
                  <a:gd name="connsiteY0" fmla="*/ 70028 h 69862"/>
                  <a:gd name="connsiteX1" fmla="*/ 7612 w 46933"/>
                  <a:gd name="connsiteY1" fmla="*/ 52844 h 69862"/>
                  <a:gd name="connsiteX2" fmla="*/ 19426 w 46933"/>
                  <a:gd name="connsiteY2" fmla="*/ 28733 h 69862"/>
                  <a:gd name="connsiteX3" fmla="*/ 35644 w 46933"/>
                  <a:gd name="connsiteY3" fmla="*/ 8166 h 69862"/>
                  <a:gd name="connsiteX4" fmla="*/ 309 w 46933"/>
                  <a:gd name="connsiteY4" fmla="*/ 8166 h 69862"/>
                  <a:gd name="connsiteX5" fmla="*/ 2028 w 46933"/>
                  <a:gd name="connsiteY5" fmla="*/ 165 h 69862"/>
                  <a:gd name="connsiteX6" fmla="*/ 47243 w 46933"/>
                  <a:gd name="connsiteY6" fmla="*/ 165 h 69862"/>
                  <a:gd name="connsiteX7" fmla="*/ 45578 w 46933"/>
                  <a:gd name="connsiteY7" fmla="*/ 8166 h 69862"/>
                  <a:gd name="connsiteX8" fmla="*/ 25494 w 46933"/>
                  <a:gd name="connsiteY8" fmla="*/ 34211 h 69862"/>
                  <a:gd name="connsiteX9" fmla="*/ 11801 w 46933"/>
                  <a:gd name="connsiteY9" fmla="*/ 70028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72" y="70028"/>
                    </a:moveTo>
                    <a:cubicBezTo>
                      <a:pt x="3478" y="65249"/>
                      <a:pt x="5089" y="59503"/>
                      <a:pt x="7612" y="52844"/>
                    </a:cubicBezTo>
                    <a:cubicBezTo>
                      <a:pt x="10620" y="44736"/>
                      <a:pt x="14540" y="36681"/>
                      <a:pt x="19426" y="28733"/>
                    </a:cubicBezTo>
                    <a:cubicBezTo>
                      <a:pt x="24259" y="20732"/>
                      <a:pt x="29683" y="13912"/>
                      <a:pt x="35644" y="8166"/>
                    </a:cubicBezTo>
                    <a:lnTo>
                      <a:pt x="309" y="8166"/>
                    </a:lnTo>
                    <a:lnTo>
                      <a:pt x="2028" y="165"/>
                    </a:lnTo>
                    <a:lnTo>
                      <a:pt x="47243" y="165"/>
                    </a:lnTo>
                    <a:lnTo>
                      <a:pt x="45578" y="8166"/>
                    </a:lnTo>
                    <a:cubicBezTo>
                      <a:pt x="37953" y="14879"/>
                      <a:pt x="31240" y="23578"/>
                      <a:pt x="25494" y="34211"/>
                    </a:cubicBezTo>
                    <a:cubicBezTo>
                      <a:pt x="18836" y="46508"/>
                      <a:pt x="14271" y="58429"/>
                      <a:pt x="11801" y="7002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299" name="Freihandform: Form 298">
                <a:extLst>
                  <a:ext uri="{FF2B5EF4-FFF2-40B4-BE49-F238E27FC236}">
                    <a16:creationId xmlns:a16="http://schemas.microsoft.com/office/drawing/2014/main" id="{F470B647-04A8-6A8E-D842-1BA5D5A8C6E6}"/>
                  </a:ext>
                </a:extLst>
              </p:cNvPr>
              <p:cNvSpPr/>
              <p:nvPr/>
            </p:nvSpPr>
            <p:spPr>
              <a:xfrm>
                <a:off x="8057838" y="2797343"/>
                <a:ext cx="47899" cy="72332"/>
              </a:xfrm>
              <a:custGeom>
                <a:avLst/>
                <a:gdLst>
                  <a:gd name="connsiteX0" fmla="*/ 313 w 47899"/>
                  <a:gd name="connsiteY0" fmla="*/ 55100 h 72332"/>
                  <a:gd name="connsiteX1" fmla="*/ 8529 w 47899"/>
                  <a:gd name="connsiteY1" fmla="*/ 54240 h 72332"/>
                  <a:gd name="connsiteX2" fmla="*/ 11912 w 47899"/>
                  <a:gd name="connsiteY2" fmla="*/ 62725 h 72332"/>
                  <a:gd name="connsiteX3" fmla="*/ 18034 w 47899"/>
                  <a:gd name="connsiteY3" fmla="*/ 65249 h 72332"/>
                  <a:gd name="connsiteX4" fmla="*/ 27324 w 47899"/>
                  <a:gd name="connsiteY4" fmla="*/ 60899 h 72332"/>
                  <a:gd name="connsiteX5" fmla="*/ 36668 w 47899"/>
                  <a:gd name="connsiteY5" fmla="*/ 42534 h 72332"/>
                  <a:gd name="connsiteX6" fmla="*/ 28881 w 47899"/>
                  <a:gd name="connsiteY6" fmla="*/ 47260 h 72332"/>
                  <a:gd name="connsiteX7" fmla="*/ 21900 w 47899"/>
                  <a:gd name="connsiteY7" fmla="*/ 48656 h 72332"/>
                  <a:gd name="connsiteX8" fmla="*/ 10301 w 47899"/>
                  <a:gd name="connsiteY8" fmla="*/ 44306 h 72332"/>
                  <a:gd name="connsiteX9" fmla="*/ 3535 w 47899"/>
                  <a:gd name="connsiteY9" fmla="*/ 28089 h 72332"/>
                  <a:gd name="connsiteX10" fmla="*/ 11322 w 47899"/>
                  <a:gd name="connsiteY10" fmla="*/ 7522 h 72332"/>
                  <a:gd name="connsiteX11" fmla="*/ 27807 w 47899"/>
                  <a:gd name="connsiteY11" fmla="*/ 165 h 72332"/>
                  <a:gd name="connsiteX12" fmla="*/ 42414 w 47899"/>
                  <a:gd name="connsiteY12" fmla="*/ 6663 h 72332"/>
                  <a:gd name="connsiteX13" fmla="*/ 48213 w 47899"/>
                  <a:gd name="connsiteY13" fmla="*/ 25082 h 72332"/>
                  <a:gd name="connsiteX14" fmla="*/ 44347 w 47899"/>
                  <a:gd name="connsiteY14" fmla="*/ 47904 h 72332"/>
                  <a:gd name="connsiteX15" fmla="*/ 31942 w 47899"/>
                  <a:gd name="connsiteY15" fmla="*/ 67397 h 72332"/>
                  <a:gd name="connsiteX16" fmla="*/ 17551 w 47899"/>
                  <a:gd name="connsiteY16" fmla="*/ 72498 h 72332"/>
                  <a:gd name="connsiteX17" fmla="*/ 5576 w 47899"/>
                  <a:gd name="connsiteY17" fmla="*/ 67934 h 72332"/>
                  <a:gd name="connsiteX18" fmla="*/ 313 w 47899"/>
                  <a:gd name="connsiteY18" fmla="*/ 55100 h 72332"/>
                  <a:gd name="connsiteX19" fmla="*/ 11966 w 47899"/>
                  <a:gd name="connsiteY19" fmla="*/ 27069 h 72332"/>
                  <a:gd name="connsiteX20" fmla="*/ 15510 w 47899"/>
                  <a:gd name="connsiteY20" fmla="*/ 37701 h 72332"/>
                  <a:gd name="connsiteX21" fmla="*/ 23941 w 47899"/>
                  <a:gd name="connsiteY21" fmla="*/ 41621 h 72332"/>
                  <a:gd name="connsiteX22" fmla="*/ 31137 w 47899"/>
                  <a:gd name="connsiteY22" fmla="*/ 39205 h 72332"/>
                  <a:gd name="connsiteX23" fmla="*/ 37312 w 47899"/>
                  <a:gd name="connsiteY23" fmla="*/ 31794 h 72332"/>
                  <a:gd name="connsiteX24" fmla="*/ 39836 w 47899"/>
                  <a:gd name="connsiteY24" fmla="*/ 21752 h 72332"/>
                  <a:gd name="connsiteX25" fmla="*/ 38171 w 47899"/>
                  <a:gd name="connsiteY25" fmla="*/ 14181 h 72332"/>
                  <a:gd name="connsiteX26" fmla="*/ 33553 w 47899"/>
                  <a:gd name="connsiteY26" fmla="*/ 8972 h 72332"/>
                  <a:gd name="connsiteX27" fmla="*/ 27646 w 47899"/>
                  <a:gd name="connsiteY27" fmla="*/ 7200 h 72332"/>
                  <a:gd name="connsiteX28" fmla="*/ 21900 w 47899"/>
                  <a:gd name="connsiteY28" fmla="*/ 8757 h 72332"/>
                  <a:gd name="connsiteX29" fmla="*/ 16745 w 47899"/>
                  <a:gd name="connsiteY29" fmla="*/ 13268 h 72332"/>
                  <a:gd name="connsiteX30" fmla="*/ 13147 w 47899"/>
                  <a:gd name="connsiteY30" fmla="*/ 20141 h 72332"/>
                  <a:gd name="connsiteX31" fmla="*/ 11966 w 47899"/>
                  <a:gd name="connsiteY31" fmla="*/ 2706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13" y="55100"/>
                    </a:moveTo>
                    <a:lnTo>
                      <a:pt x="8529" y="54240"/>
                    </a:lnTo>
                    <a:cubicBezTo>
                      <a:pt x="9066" y="58214"/>
                      <a:pt x="10194" y="61060"/>
                      <a:pt x="11912" y="62725"/>
                    </a:cubicBezTo>
                    <a:cubicBezTo>
                      <a:pt x="13631" y="64390"/>
                      <a:pt x="15671" y="65249"/>
                      <a:pt x="18034" y="65249"/>
                    </a:cubicBezTo>
                    <a:cubicBezTo>
                      <a:pt x="21363" y="65249"/>
                      <a:pt x="24478" y="63799"/>
                      <a:pt x="27324" y="60899"/>
                    </a:cubicBezTo>
                    <a:cubicBezTo>
                      <a:pt x="31566" y="56603"/>
                      <a:pt x="34681" y="50535"/>
                      <a:pt x="36668" y="42534"/>
                    </a:cubicBezTo>
                    <a:cubicBezTo>
                      <a:pt x="33714" y="44736"/>
                      <a:pt x="31137" y="46293"/>
                      <a:pt x="28881" y="47260"/>
                    </a:cubicBezTo>
                    <a:cubicBezTo>
                      <a:pt x="26572" y="48172"/>
                      <a:pt x="24263" y="48656"/>
                      <a:pt x="21900" y="48656"/>
                    </a:cubicBezTo>
                    <a:cubicBezTo>
                      <a:pt x="17551" y="48656"/>
                      <a:pt x="13684" y="47206"/>
                      <a:pt x="10301" y="44306"/>
                    </a:cubicBezTo>
                    <a:cubicBezTo>
                      <a:pt x="5791" y="40547"/>
                      <a:pt x="3535" y="35123"/>
                      <a:pt x="3535" y="28089"/>
                    </a:cubicBezTo>
                    <a:cubicBezTo>
                      <a:pt x="3535" y="20088"/>
                      <a:pt x="6113" y="13214"/>
                      <a:pt x="11322" y="7522"/>
                    </a:cubicBezTo>
                    <a:cubicBezTo>
                      <a:pt x="15832" y="2635"/>
                      <a:pt x="21310" y="165"/>
                      <a:pt x="27807" y="165"/>
                    </a:cubicBezTo>
                    <a:cubicBezTo>
                      <a:pt x="33661" y="165"/>
                      <a:pt x="38547" y="2367"/>
                      <a:pt x="42414" y="6663"/>
                    </a:cubicBezTo>
                    <a:cubicBezTo>
                      <a:pt x="46280" y="11012"/>
                      <a:pt x="48213" y="17134"/>
                      <a:pt x="48213" y="25082"/>
                    </a:cubicBezTo>
                    <a:cubicBezTo>
                      <a:pt x="48213" y="32761"/>
                      <a:pt x="46924" y="40386"/>
                      <a:pt x="44347" y="47904"/>
                    </a:cubicBezTo>
                    <a:cubicBezTo>
                      <a:pt x="41286" y="56711"/>
                      <a:pt x="37151" y="63208"/>
                      <a:pt x="31942" y="67397"/>
                    </a:cubicBezTo>
                    <a:cubicBezTo>
                      <a:pt x="27700" y="70833"/>
                      <a:pt x="22867" y="72498"/>
                      <a:pt x="17551" y="72498"/>
                    </a:cubicBezTo>
                    <a:cubicBezTo>
                      <a:pt x="12664" y="72498"/>
                      <a:pt x="8690" y="70995"/>
                      <a:pt x="5576" y="67934"/>
                    </a:cubicBezTo>
                    <a:cubicBezTo>
                      <a:pt x="2461" y="64927"/>
                      <a:pt x="689" y="60631"/>
                      <a:pt x="313" y="55100"/>
                    </a:cubicBezTo>
                    <a:moveTo>
                      <a:pt x="11966" y="27069"/>
                    </a:moveTo>
                    <a:cubicBezTo>
                      <a:pt x="11966" y="31472"/>
                      <a:pt x="13147" y="35016"/>
                      <a:pt x="15510" y="37701"/>
                    </a:cubicBezTo>
                    <a:cubicBezTo>
                      <a:pt x="17873" y="40332"/>
                      <a:pt x="20719" y="41621"/>
                      <a:pt x="23941" y="41621"/>
                    </a:cubicBezTo>
                    <a:cubicBezTo>
                      <a:pt x="26358" y="41621"/>
                      <a:pt x="28774" y="40816"/>
                      <a:pt x="31137" y="39205"/>
                    </a:cubicBezTo>
                    <a:cubicBezTo>
                      <a:pt x="33553" y="37540"/>
                      <a:pt x="35594" y="35070"/>
                      <a:pt x="37312" y="31794"/>
                    </a:cubicBezTo>
                    <a:cubicBezTo>
                      <a:pt x="38977" y="28518"/>
                      <a:pt x="39836" y="25189"/>
                      <a:pt x="39836" y="21752"/>
                    </a:cubicBezTo>
                    <a:cubicBezTo>
                      <a:pt x="39836" y="19014"/>
                      <a:pt x="39299" y="16490"/>
                      <a:pt x="38171" y="14181"/>
                    </a:cubicBezTo>
                    <a:cubicBezTo>
                      <a:pt x="37044" y="11872"/>
                      <a:pt x="35486" y="10100"/>
                      <a:pt x="33553" y="8972"/>
                    </a:cubicBezTo>
                    <a:cubicBezTo>
                      <a:pt x="31620" y="7791"/>
                      <a:pt x="29633" y="7200"/>
                      <a:pt x="27646" y="7200"/>
                    </a:cubicBezTo>
                    <a:cubicBezTo>
                      <a:pt x="25713" y="7200"/>
                      <a:pt x="23780" y="7683"/>
                      <a:pt x="21900" y="8757"/>
                    </a:cubicBezTo>
                    <a:cubicBezTo>
                      <a:pt x="20075" y="9777"/>
                      <a:pt x="18303" y="11281"/>
                      <a:pt x="16745" y="13268"/>
                    </a:cubicBezTo>
                    <a:cubicBezTo>
                      <a:pt x="15134" y="15255"/>
                      <a:pt x="13953" y="17564"/>
                      <a:pt x="13147" y="20141"/>
                    </a:cubicBezTo>
                    <a:cubicBezTo>
                      <a:pt x="12342" y="22773"/>
                      <a:pt x="11966" y="25028"/>
                      <a:pt x="11966" y="270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0" name="Freihandform: Form 299">
                <a:extLst>
                  <a:ext uri="{FF2B5EF4-FFF2-40B4-BE49-F238E27FC236}">
                    <a16:creationId xmlns:a16="http://schemas.microsoft.com/office/drawing/2014/main" id="{BCFE9870-A9F4-497F-E086-CD0584AB6A62}"/>
                  </a:ext>
                </a:extLst>
              </p:cNvPr>
              <p:cNvSpPr/>
              <p:nvPr/>
            </p:nvSpPr>
            <p:spPr>
              <a:xfrm>
                <a:off x="8110747" y="2797666"/>
                <a:ext cx="49188" cy="70829"/>
              </a:xfrm>
              <a:custGeom>
                <a:avLst/>
                <a:gdLst>
                  <a:gd name="connsiteX0" fmla="*/ 25395 w 49188"/>
                  <a:gd name="connsiteY0" fmla="*/ 70995 h 70829"/>
                  <a:gd name="connsiteX1" fmla="*/ 29208 w 49188"/>
                  <a:gd name="connsiteY1" fmla="*/ 52898 h 70829"/>
                  <a:gd name="connsiteX2" fmla="*/ 317 w 49188"/>
                  <a:gd name="connsiteY2" fmla="*/ 52898 h 70829"/>
                  <a:gd name="connsiteX3" fmla="*/ 2143 w 49188"/>
                  <a:gd name="connsiteY3" fmla="*/ 44252 h 70829"/>
                  <a:gd name="connsiteX4" fmla="*/ 41827 w 49188"/>
                  <a:gd name="connsiteY4" fmla="*/ 165 h 70829"/>
                  <a:gd name="connsiteX5" fmla="*/ 48969 w 49188"/>
                  <a:gd name="connsiteY5" fmla="*/ 165 h 70829"/>
                  <a:gd name="connsiteX6" fmla="*/ 39518 w 49188"/>
                  <a:gd name="connsiteY6" fmla="*/ 45165 h 70829"/>
                  <a:gd name="connsiteX7" fmla="*/ 49506 w 49188"/>
                  <a:gd name="connsiteY7" fmla="*/ 45165 h 70829"/>
                  <a:gd name="connsiteX8" fmla="*/ 47895 w 49188"/>
                  <a:gd name="connsiteY8" fmla="*/ 52898 h 70829"/>
                  <a:gd name="connsiteX9" fmla="*/ 37961 w 49188"/>
                  <a:gd name="connsiteY9" fmla="*/ 52898 h 70829"/>
                  <a:gd name="connsiteX10" fmla="*/ 34148 w 49188"/>
                  <a:gd name="connsiteY10" fmla="*/ 70995 h 70829"/>
                  <a:gd name="connsiteX11" fmla="*/ 25395 w 49188"/>
                  <a:gd name="connsiteY11" fmla="*/ 70995 h 70829"/>
                  <a:gd name="connsiteX12" fmla="*/ 30819 w 49188"/>
                  <a:gd name="connsiteY12" fmla="*/ 45165 h 70829"/>
                  <a:gd name="connsiteX13" fmla="*/ 36994 w 49188"/>
                  <a:gd name="connsiteY13" fmla="*/ 15631 h 70829"/>
                  <a:gd name="connsiteX14" fmla="*/ 10574 w 49188"/>
                  <a:gd name="connsiteY14" fmla="*/ 4516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95" y="70995"/>
                    </a:moveTo>
                    <a:lnTo>
                      <a:pt x="29208" y="52898"/>
                    </a:lnTo>
                    <a:lnTo>
                      <a:pt x="317" y="52898"/>
                    </a:lnTo>
                    <a:lnTo>
                      <a:pt x="2143" y="44252"/>
                    </a:lnTo>
                    <a:lnTo>
                      <a:pt x="41827" y="165"/>
                    </a:lnTo>
                    <a:lnTo>
                      <a:pt x="48969" y="165"/>
                    </a:lnTo>
                    <a:lnTo>
                      <a:pt x="39518" y="45165"/>
                    </a:lnTo>
                    <a:lnTo>
                      <a:pt x="49506" y="45165"/>
                    </a:lnTo>
                    <a:lnTo>
                      <a:pt x="47895" y="52898"/>
                    </a:lnTo>
                    <a:lnTo>
                      <a:pt x="37961" y="52898"/>
                    </a:lnTo>
                    <a:lnTo>
                      <a:pt x="34148" y="70995"/>
                    </a:lnTo>
                    <a:lnTo>
                      <a:pt x="25395" y="70995"/>
                    </a:lnTo>
                    <a:moveTo>
                      <a:pt x="30819" y="45165"/>
                    </a:moveTo>
                    <a:lnTo>
                      <a:pt x="36994" y="15631"/>
                    </a:lnTo>
                    <a:lnTo>
                      <a:pt x="10574" y="4516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1" name="Freihandform: Form 300">
                <a:extLst>
                  <a:ext uri="{FF2B5EF4-FFF2-40B4-BE49-F238E27FC236}">
                    <a16:creationId xmlns:a16="http://schemas.microsoft.com/office/drawing/2014/main" id="{F4BD95FA-BD02-E1B8-E239-90440EB180BD}"/>
                  </a:ext>
                </a:extLst>
              </p:cNvPr>
              <p:cNvSpPr/>
              <p:nvPr/>
            </p:nvSpPr>
            <p:spPr>
              <a:xfrm>
                <a:off x="8168690" y="2797343"/>
                <a:ext cx="48436" cy="72386"/>
              </a:xfrm>
              <a:custGeom>
                <a:avLst/>
                <a:gdLst>
                  <a:gd name="connsiteX0" fmla="*/ 15250 w 48436"/>
                  <a:gd name="connsiteY0" fmla="*/ 32385 h 72386"/>
                  <a:gd name="connsiteX1" fmla="*/ 9289 w 48436"/>
                  <a:gd name="connsiteY1" fmla="*/ 26800 h 72386"/>
                  <a:gd name="connsiteX2" fmla="*/ 7302 w 48436"/>
                  <a:gd name="connsiteY2" fmla="*/ 19443 h 72386"/>
                  <a:gd name="connsiteX3" fmla="*/ 11974 w 48436"/>
                  <a:gd name="connsiteY3" fmla="*/ 7576 h 72386"/>
                  <a:gd name="connsiteX4" fmla="*/ 28728 w 48436"/>
                  <a:gd name="connsiteY4" fmla="*/ 165 h 72386"/>
                  <a:gd name="connsiteX5" fmla="*/ 43388 w 48436"/>
                  <a:gd name="connsiteY5" fmla="*/ 5159 h 72386"/>
                  <a:gd name="connsiteX6" fmla="*/ 48758 w 48436"/>
                  <a:gd name="connsiteY6" fmla="*/ 17456 h 72386"/>
                  <a:gd name="connsiteX7" fmla="*/ 45858 w 48436"/>
                  <a:gd name="connsiteY7" fmla="*/ 26746 h 72386"/>
                  <a:gd name="connsiteX8" fmla="*/ 36783 w 48436"/>
                  <a:gd name="connsiteY8" fmla="*/ 33405 h 72386"/>
                  <a:gd name="connsiteX9" fmla="*/ 42905 w 48436"/>
                  <a:gd name="connsiteY9" fmla="*/ 39043 h 72386"/>
                  <a:gd name="connsiteX10" fmla="*/ 45268 w 48436"/>
                  <a:gd name="connsiteY10" fmla="*/ 48172 h 72386"/>
                  <a:gd name="connsiteX11" fmla="*/ 38502 w 48436"/>
                  <a:gd name="connsiteY11" fmla="*/ 65141 h 72386"/>
                  <a:gd name="connsiteX12" fmla="*/ 20566 w 48436"/>
                  <a:gd name="connsiteY12" fmla="*/ 72552 h 72386"/>
                  <a:gd name="connsiteX13" fmla="*/ 5960 w 48436"/>
                  <a:gd name="connsiteY13" fmla="*/ 67075 h 72386"/>
                  <a:gd name="connsiteX14" fmla="*/ 321 w 48436"/>
                  <a:gd name="connsiteY14" fmla="*/ 53274 h 72386"/>
                  <a:gd name="connsiteX15" fmla="*/ 4295 w 48436"/>
                  <a:gd name="connsiteY15" fmla="*/ 39903 h 72386"/>
                  <a:gd name="connsiteX16" fmla="*/ 15250 w 48436"/>
                  <a:gd name="connsiteY16" fmla="*/ 32385 h 72386"/>
                  <a:gd name="connsiteX17" fmla="*/ 15894 w 48436"/>
                  <a:gd name="connsiteY17" fmla="*/ 19873 h 72386"/>
                  <a:gd name="connsiteX18" fmla="*/ 18848 w 48436"/>
                  <a:gd name="connsiteY18" fmla="*/ 27176 h 72386"/>
                  <a:gd name="connsiteX19" fmla="*/ 26903 w 48436"/>
                  <a:gd name="connsiteY19" fmla="*/ 29968 h 72386"/>
                  <a:gd name="connsiteX20" fmla="*/ 36622 w 48436"/>
                  <a:gd name="connsiteY20" fmla="*/ 26317 h 72386"/>
                  <a:gd name="connsiteX21" fmla="*/ 40381 w 48436"/>
                  <a:gd name="connsiteY21" fmla="*/ 17349 h 72386"/>
                  <a:gd name="connsiteX22" fmla="*/ 37428 w 48436"/>
                  <a:gd name="connsiteY22" fmla="*/ 9992 h 72386"/>
                  <a:gd name="connsiteX23" fmla="*/ 29373 w 48436"/>
                  <a:gd name="connsiteY23" fmla="*/ 7200 h 72386"/>
                  <a:gd name="connsiteX24" fmla="*/ 22284 w 48436"/>
                  <a:gd name="connsiteY24" fmla="*/ 8972 h 72386"/>
                  <a:gd name="connsiteX25" fmla="*/ 17505 w 48436"/>
                  <a:gd name="connsiteY25" fmla="*/ 13805 h 72386"/>
                  <a:gd name="connsiteX26" fmla="*/ 15894 w 48436"/>
                  <a:gd name="connsiteY26" fmla="*/ 19873 h 72386"/>
                  <a:gd name="connsiteX27" fmla="*/ 9074 w 48436"/>
                  <a:gd name="connsiteY27" fmla="*/ 54026 h 72386"/>
                  <a:gd name="connsiteX28" fmla="*/ 10524 w 48436"/>
                  <a:gd name="connsiteY28" fmla="*/ 59664 h 72386"/>
                  <a:gd name="connsiteX29" fmla="*/ 14874 w 48436"/>
                  <a:gd name="connsiteY29" fmla="*/ 63960 h 72386"/>
                  <a:gd name="connsiteX30" fmla="*/ 21479 w 48436"/>
                  <a:gd name="connsiteY30" fmla="*/ 65571 h 72386"/>
                  <a:gd name="connsiteX31" fmla="*/ 32970 w 48436"/>
                  <a:gd name="connsiteY31" fmla="*/ 58912 h 72386"/>
                  <a:gd name="connsiteX32" fmla="*/ 36461 w 48436"/>
                  <a:gd name="connsiteY32" fmla="*/ 47635 h 72386"/>
                  <a:gd name="connsiteX33" fmla="*/ 33239 w 48436"/>
                  <a:gd name="connsiteY33" fmla="*/ 39581 h 72386"/>
                  <a:gd name="connsiteX34" fmla="*/ 24808 w 48436"/>
                  <a:gd name="connsiteY34" fmla="*/ 36412 h 72386"/>
                  <a:gd name="connsiteX35" fmla="*/ 13692 w 48436"/>
                  <a:gd name="connsiteY35" fmla="*/ 41299 h 72386"/>
                  <a:gd name="connsiteX36" fmla="*/ 9074 w 48436"/>
                  <a:gd name="connsiteY36" fmla="*/ 54026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50" y="32385"/>
                    </a:moveTo>
                    <a:cubicBezTo>
                      <a:pt x="12618" y="30935"/>
                      <a:pt x="10632" y="29055"/>
                      <a:pt x="9289" y="26800"/>
                    </a:cubicBezTo>
                    <a:cubicBezTo>
                      <a:pt x="7947" y="24491"/>
                      <a:pt x="7302" y="22075"/>
                      <a:pt x="7302" y="19443"/>
                    </a:cubicBezTo>
                    <a:cubicBezTo>
                      <a:pt x="7302" y="15201"/>
                      <a:pt x="8860" y="11227"/>
                      <a:pt x="11974" y="7576"/>
                    </a:cubicBezTo>
                    <a:cubicBezTo>
                      <a:pt x="16055" y="2635"/>
                      <a:pt x="21694" y="165"/>
                      <a:pt x="28728" y="165"/>
                    </a:cubicBezTo>
                    <a:cubicBezTo>
                      <a:pt x="34957" y="165"/>
                      <a:pt x="39844" y="1830"/>
                      <a:pt x="43388" y="5159"/>
                    </a:cubicBezTo>
                    <a:cubicBezTo>
                      <a:pt x="46986" y="8489"/>
                      <a:pt x="48758" y="12570"/>
                      <a:pt x="48758" y="17456"/>
                    </a:cubicBezTo>
                    <a:cubicBezTo>
                      <a:pt x="48758" y="20893"/>
                      <a:pt x="47792" y="24008"/>
                      <a:pt x="45858" y="26746"/>
                    </a:cubicBezTo>
                    <a:cubicBezTo>
                      <a:pt x="43925" y="29539"/>
                      <a:pt x="40918" y="31740"/>
                      <a:pt x="36783" y="33405"/>
                    </a:cubicBezTo>
                    <a:cubicBezTo>
                      <a:pt x="39629" y="35177"/>
                      <a:pt x="41670" y="37057"/>
                      <a:pt x="42905" y="39043"/>
                    </a:cubicBezTo>
                    <a:cubicBezTo>
                      <a:pt x="44462" y="41621"/>
                      <a:pt x="45268" y="44682"/>
                      <a:pt x="45268" y="48172"/>
                    </a:cubicBezTo>
                    <a:cubicBezTo>
                      <a:pt x="45268" y="54509"/>
                      <a:pt x="43012" y="60147"/>
                      <a:pt x="38502" y="65141"/>
                    </a:cubicBezTo>
                    <a:cubicBezTo>
                      <a:pt x="33991" y="70082"/>
                      <a:pt x="28030" y="72552"/>
                      <a:pt x="20566" y="72552"/>
                    </a:cubicBezTo>
                    <a:cubicBezTo>
                      <a:pt x="14605" y="72552"/>
                      <a:pt x="9719" y="70726"/>
                      <a:pt x="5960" y="67075"/>
                    </a:cubicBezTo>
                    <a:cubicBezTo>
                      <a:pt x="2201" y="63369"/>
                      <a:pt x="321" y="58805"/>
                      <a:pt x="321" y="53274"/>
                    </a:cubicBezTo>
                    <a:cubicBezTo>
                      <a:pt x="321" y="48119"/>
                      <a:pt x="1664" y="43662"/>
                      <a:pt x="4295" y="39903"/>
                    </a:cubicBezTo>
                    <a:cubicBezTo>
                      <a:pt x="6980" y="36197"/>
                      <a:pt x="10632" y="33674"/>
                      <a:pt x="15250" y="32385"/>
                    </a:cubicBezTo>
                    <a:moveTo>
                      <a:pt x="15894" y="19873"/>
                    </a:moveTo>
                    <a:cubicBezTo>
                      <a:pt x="15894" y="22880"/>
                      <a:pt x="16914" y="25296"/>
                      <a:pt x="18848" y="27176"/>
                    </a:cubicBezTo>
                    <a:cubicBezTo>
                      <a:pt x="20781" y="29002"/>
                      <a:pt x="23466" y="29968"/>
                      <a:pt x="26903" y="29968"/>
                    </a:cubicBezTo>
                    <a:cubicBezTo>
                      <a:pt x="30876" y="29968"/>
                      <a:pt x="34152" y="28733"/>
                      <a:pt x="36622" y="26317"/>
                    </a:cubicBezTo>
                    <a:cubicBezTo>
                      <a:pt x="39146" y="23847"/>
                      <a:pt x="40381" y="20893"/>
                      <a:pt x="40381" y="17349"/>
                    </a:cubicBezTo>
                    <a:cubicBezTo>
                      <a:pt x="40381" y="14342"/>
                      <a:pt x="39414" y="11872"/>
                      <a:pt x="37428" y="9992"/>
                    </a:cubicBezTo>
                    <a:cubicBezTo>
                      <a:pt x="35494" y="8113"/>
                      <a:pt x="32809" y="7200"/>
                      <a:pt x="29373" y="7200"/>
                    </a:cubicBezTo>
                    <a:cubicBezTo>
                      <a:pt x="26795" y="7200"/>
                      <a:pt x="24432" y="7791"/>
                      <a:pt x="22284" y="8972"/>
                    </a:cubicBezTo>
                    <a:cubicBezTo>
                      <a:pt x="20136" y="10153"/>
                      <a:pt x="18525" y="11764"/>
                      <a:pt x="17505" y="13805"/>
                    </a:cubicBezTo>
                    <a:cubicBezTo>
                      <a:pt x="16431" y="15899"/>
                      <a:pt x="15894" y="17886"/>
                      <a:pt x="15894" y="19873"/>
                    </a:cubicBezTo>
                    <a:moveTo>
                      <a:pt x="9074" y="54026"/>
                    </a:moveTo>
                    <a:cubicBezTo>
                      <a:pt x="9074" y="55959"/>
                      <a:pt x="9558" y="57892"/>
                      <a:pt x="10524" y="59664"/>
                    </a:cubicBezTo>
                    <a:cubicBezTo>
                      <a:pt x="11491" y="61490"/>
                      <a:pt x="12941" y="62886"/>
                      <a:pt x="14874" y="63960"/>
                    </a:cubicBezTo>
                    <a:cubicBezTo>
                      <a:pt x="16807" y="65034"/>
                      <a:pt x="19009" y="65571"/>
                      <a:pt x="21479" y="65571"/>
                    </a:cubicBezTo>
                    <a:cubicBezTo>
                      <a:pt x="26204" y="65571"/>
                      <a:pt x="30017" y="63369"/>
                      <a:pt x="32970" y="58912"/>
                    </a:cubicBezTo>
                    <a:cubicBezTo>
                      <a:pt x="35280" y="55422"/>
                      <a:pt x="36461" y="51663"/>
                      <a:pt x="36461" y="47635"/>
                    </a:cubicBezTo>
                    <a:cubicBezTo>
                      <a:pt x="36461" y="44360"/>
                      <a:pt x="35387" y="41675"/>
                      <a:pt x="33239" y="39581"/>
                    </a:cubicBezTo>
                    <a:cubicBezTo>
                      <a:pt x="31091" y="37486"/>
                      <a:pt x="28299" y="36412"/>
                      <a:pt x="24808" y="36412"/>
                    </a:cubicBezTo>
                    <a:cubicBezTo>
                      <a:pt x="20405" y="36412"/>
                      <a:pt x="16700" y="38077"/>
                      <a:pt x="13692" y="41299"/>
                    </a:cubicBezTo>
                    <a:cubicBezTo>
                      <a:pt x="10632" y="44575"/>
                      <a:pt x="9074" y="48817"/>
                      <a:pt x="9074" y="5402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2" name="Freihandform: Form 301">
                <a:extLst>
                  <a:ext uri="{FF2B5EF4-FFF2-40B4-BE49-F238E27FC236}">
                    <a16:creationId xmlns:a16="http://schemas.microsoft.com/office/drawing/2014/main" id="{F0327279-0A2E-0C37-5454-4A8784C82D93}"/>
                  </a:ext>
                </a:extLst>
              </p:cNvPr>
              <p:cNvSpPr/>
              <p:nvPr/>
            </p:nvSpPr>
            <p:spPr>
              <a:xfrm>
                <a:off x="8222981" y="2797343"/>
                <a:ext cx="47899" cy="72332"/>
              </a:xfrm>
              <a:custGeom>
                <a:avLst/>
                <a:gdLst>
                  <a:gd name="connsiteX0" fmla="*/ 325 w 47899"/>
                  <a:gd name="connsiteY0" fmla="*/ 55100 h 72332"/>
                  <a:gd name="connsiteX1" fmla="*/ 8541 w 47899"/>
                  <a:gd name="connsiteY1" fmla="*/ 54240 h 72332"/>
                  <a:gd name="connsiteX2" fmla="*/ 11924 w 47899"/>
                  <a:gd name="connsiteY2" fmla="*/ 62725 h 72332"/>
                  <a:gd name="connsiteX3" fmla="*/ 18046 w 47899"/>
                  <a:gd name="connsiteY3" fmla="*/ 65249 h 72332"/>
                  <a:gd name="connsiteX4" fmla="*/ 27336 w 47899"/>
                  <a:gd name="connsiteY4" fmla="*/ 60899 h 72332"/>
                  <a:gd name="connsiteX5" fmla="*/ 36680 w 47899"/>
                  <a:gd name="connsiteY5" fmla="*/ 42534 h 72332"/>
                  <a:gd name="connsiteX6" fmla="*/ 28893 w 47899"/>
                  <a:gd name="connsiteY6" fmla="*/ 47260 h 72332"/>
                  <a:gd name="connsiteX7" fmla="*/ 21912 w 47899"/>
                  <a:gd name="connsiteY7" fmla="*/ 48656 h 72332"/>
                  <a:gd name="connsiteX8" fmla="*/ 10313 w 47899"/>
                  <a:gd name="connsiteY8" fmla="*/ 44306 h 72332"/>
                  <a:gd name="connsiteX9" fmla="*/ 3547 w 47899"/>
                  <a:gd name="connsiteY9" fmla="*/ 28089 h 72332"/>
                  <a:gd name="connsiteX10" fmla="*/ 11334 w 47899"/>
                  <a:gd name="connsiteY10" fmla="*/ 7522 h 72332"/>
                  <a:gd name="connsiteX11" fmla="*/ 27819 w 47899"/>
                  <a:gd name="connsiteY11" fmla="*/ 165 h 72332"/>
                  <a:gd name="connsiteX12" fmla="*/ 42426 w 47899"/>
                  <a:gd name="connsiteY12" fmla="*/ 6663 h 72332"/>
                  <a:gd name="connsiteX13" fmla="*/ 48225 w 47899"/>
                  <a:gd name="connsiteY13" fmla="*/ 25082 h 72332"/>
                  <a:gd name="connsiteX14" fmla="*/ 44359 w 47899"/>
                  <a:gd name="connsiteY14" fmla="*/ 47904 h 72332"/>
                  <a:gd name="connsiteX15" fmla="*/ 31954 w 47899"/>
                  <a:gd name="connsiteY15" fmla="*/ 67397 h 72332"/>
                  <a:gd name="connsiteX16" fmla="*/ 17563 w 47899"/>
                  <a:gd name="connsiteY16" fmla="*/ 72498 h 72332"/>
                  <a:gd name="connsiteX17" fmla="*/ 5588 w 47899"/>
                  <a:gd name="connsiteY17" fmla="*/ 67934 h 72332"/>
                  <a:gd name="connsiteX18" fmla="*/ 325 w 47899"/>
                  <a:gd name="connsiteY18" fmla="*/ 55100 h 72332"/>
                  <a:gd name="connsiteX19" fmla="*/ 11978 w 47899"/>
                  <a:gd name="connsiteY19" fmla="*/ 27069 h 72332"/>
                  <a:gd name="connsiteX20" fmla="*/ 15522 w 47899"/>
                  <a:gd name="connsiteY20" fmla="*/ 37701 h 72332"/>
                  <a:gd name="connsiteX21" fmla="*/ 23953 w 47899"/>
                  <a:gd name="connsiteY21" fmla="*/ 41621 h 72332"/>
                  <a:gd name="connsiteX22" fmla="*/ 31149 w 47899"/>
                  <a:gd name="connsiteY22" fmla="*/ 39205 h 72332"/>
                  <a:gd name="connsiteX23" fmla="*/ 37324 w 47899"/>
                  <a:gd name="connsiteY23" fmla="*/ 31794 h 72332"/>
                  <a:gd name="connsiteX24" fmla="*/ 39848 w 47899"/>
                  <a:gd name="connsiteY24" fmla="*/ 21752 h 72332"/>
                  <a:gd name="connsiteX25" fmla="*/ 38183 w 47899"/>
                  <a:gd name="connsiteY25" fmla="*/ 14181 h 72332"/>
                  <a:gd name="connsiteX26" fmla="*/ 33565 w 47899"/>
                  <a:gd name="connsiteY26" fmla="*/ 8972 h 72332"/>
                  <a:gd name="connsiteX27" fmla="*/ 27658 w 47899"/>
                  <a:gd name="connsiteY27" fmla="*/ 7200 h 72332"/>
                  <a:gd name="connsiteX28" fmla="*/ 21912 w 47899"/>
                  <a:gd name="connsiteY28" fmla="*/ 8757 h 72332"/>
                  <a:gd name="connsiteX29" fmla="*/ 16757 w 47899"/>
                  <a:gd name="connsiteY29" fmla="*/ 13268 h 72332"/>
                  <a:gd name="connsiteX30" fmla="*/ 13159 w 47899"/>
                  <a:gd name="connsiteY30" fmla="*/ 20141 h 72332"/>
                  <a:gd name="connsiteX31" fmla="*/ 11978 w 47899"/>
                  <a:gd name="connsiteY31" fmla="*/ 2706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25" y="55100"/>
                    </a:moveTo>
                    <a:lnTo>
                      <a:pt x="8541" y="54240"/>
                    </a:lnTo>
                    <a:cubicBezTo>
                      <a:pt x="9078" y="58214"/>
                      <a:pt x="10206" y="61060"/>
                      <a:pt x="11924" y="62725"/>
                    </a:cubicBezTo>
                    <a:cubicBezTo>
                      <a:pt x="13643" y="64390"/>
                      <a:pt x="15683" y="65249"/>
                      <a:pt x="18046" y="65249"/>
                    </a:cubicBezTo>
                    <a:cubicBezTo>
                      <a:pt x="21375" y="65249"/>
                      <a:pt x="24490" y="63799"/>
                      <a:pt x="27336" y="60899"/>
                    </a:cubicBezTo>
                    <a:cubicBezTo>
                      <a:pt x="31578" y="56603"/>
                      <a:pt x="34693" y="50535"/>
                      <a:pt x="36680" y="42534"/>
                    </a:cubicBezTo>
                    <a:cubicBezTo>
                      <a:pt x="33726" y="44736"/>
                      <a:pt x="31149" y="46293"/>
                      <a:pt x="28893" y="47260"/>
                    </a:cubicBezTo>
                    <a:cubicBezTo>
                      <a:pt x="26584" y="48172"/>
                      <a:pt x="24275" y="48656"/>
                      <a:pt x="21912" y="48656"/>
                    </a:cubicBezTo>
                    <a:cubicBezTo>
                      <a:pt x="17563" y="48656"/>
                      <a:pt x="13696" y="47206"/>
                      <a:pt x="10313" y="44306"/>
                    </a:cubicBezTo>
                    <a:cubicBezTo>
                      <a:pt x="5803" y="40547"/>
                      <a:pt x="3547" y="35123"/>
                      <a:pt x="3547" y="28089"/>
                    </a:cubicBezTo>
                    <a:cubicBezTo>
                      <a:pt x="3547" y="20088"/>
                      <a:pt x="6125" y="13214"/>
                      <a:pt x="11334" y="7522"/>
                    </a:cubicBezTo>
                    <a:cubicBezTo>
                      <a:pt x="15844" y="2635"/>
                      <a:pt x="21322" y="165"/>
                      <a:pt x="27819" y="165"/>
                    </a:cubicBezTo>
                    <a:cubicBezTo>
                      <a:pt x="33673" y="165"/>
                      <a:pt x="38559" y="2367"/>
                      <a:pt x="42426" y="6663"/>
                    </a:cubicBezTo>
                    <a:cubicBezTo>
                      <a:pt x="46292" y="11012"/>
                      <a:pt x="48225" y="17134"/>
                      <a:pt x="48225" y="25082"/>
                    </a:cubicBezTo>
                    <a:cubicBezTo>
                      <a:pt x="48225" y="32761"/>
                      <a:pt x="46936" y="40386"/>
                      <a:pt x="44359" y="47904"/>
                    </a:cubicBezTo>
                    <a:cubicBezTo>
                      <a:pt x="41298" y="56711"/>
                      <a:pt x="37163" y="63208"/>
                      <a:pt x="31954" y="67397"/>
                    </a:cubicBezTo>
                    <a:cubicBezTo>
                      <a:pt x="27712" y="70833"/>
                      <a:pt x="22879" y="72498"/>
                      <a:pt x="17563" y="72498"/>
                    </a:cubicBezTo>
                    <a:cubicBezTo>
                      <a:pt x="12676" y="72498"/>
                      <a:pt x="8702" y="70995"/>
                      <a:pt x="5588" y="67934"/>
                    </a:cubicBezTo>
                    <a:cubicBezTo>
                      <a:pt x="2473" y="64927"/>
                      <a:pt x="701" y="60631"/>
                      <a:pt x="325" y="55100"/>
                    </a:cubicBezTo>
                    <a:moveTo>
                      <a:pt x="11978" y="27069"/>
                    </a:moveTo>
                    <a:cubicBezTo>
                      <a:pt x="11978" y="31472"/>
                      <a:pt x="13159" y="35016"/>
                      <a:pt x="15522" y="37701"/>
                    </a:cubicBezTo>
                    <a:cubicBezTo>
                      <a:pt x="17885" y="40332"/>
                      <a:pt x="20731" y="41621"/>
                      <a:pt x="23953" y="41621"/>
                    </a:cubicBezTo>
                    <a:cubicBezTo>
                      <a:pt x="26370" y="41621"/>
                      <a:pt x="28786" y="40816"/>
                      <a:pt x="31149" y="39205"/>
                    </a:cubicBezTo>
                    <a:cubicBezTo>
                      <a:pt x="33565" y="37540"/>
                      <a:pt x="35606" y="35070"/>
                      <a:pt x="37324" y="31794"/>
                    </a:cubicBezTo>
                    <a:cubicBezTo>
                      <a:pt x="38989" y="28518"/>
                      <a:pt x="39848" y="25189"/>
                      <a:pt x="39848" y="21752"/>
                    </a:cubicBezTo>
                    <a:cubicBezTo>
                      <a:pt x="39848" y="19014"/>
                      <a:pt x="39311" y="16490"/>
                      <a:pt x="38183" y="14181"/>
                    </a:cubicBezTo>
                    <a:cubicBezTo>
                      <a:pt x="37056" y="11872"/>
                      <a:pt x="35498" y="10100"/>
                      <a:pt x="33565" y="8972"/>
                    </a:cubicBezTo>
                    <a:cubicBezTo>
                      <a:pt x="31632" y="7791"/>
                      <a:pt x="29645" y="7200"/>
                      <a:pt x="27658" y="7200"/>
                    </a:cubicBezTo>
                    <a:cubicBezTo>
                      <a:pt x="25725" y="7200"/>
                      <a:pt x="23792" y="7683"/>
                      <a:pt x="21912" y="8757"/>
                    </a:cubicBezTo>
                    <a:cubicBezTo>
                      <a:pt x="20087" y="9777"/>
                      <a:pt x="18315" y="11281"/>
                      <a:pt x="16757" y="13268"/>
                    </a:cubicBezTo>
                    <a:cubicBezTo>
                      <a:pt x="15146" y="15255"/>
                      <a:pt x="13965" y="17564"/>
                      <a:pt x="13159" y="20141"/>
                    </a:cubicBezTo>
                    <a:cubicBezTo>
                      <a:pt x="12354" y="22773"/>
                      <a:pt x="11978" y="25028"/>
                      <a:pt x="11978" y="2706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3" name="Freihandform: Form 302">
                <a:extLst>
                  <a:ext uri="{FF2B5EF4-FFF2-40B4-BE49-F238E27FC236}">
                    <a16:creationId xmlns:a16="http://schemas.microsoft.com/office/drawing/2014/main" id="{18669127-F782-C4F3-CFF1-162449D78B72}"/>
                  </a:ext>
                </a:extLst>
              </p:cNvPr>
              <p:cNvSpPr/>
              <p:nvPr/>
            </p:nvSpPr>
            <p:spPr>
              <a:xfrm>
                <a:off x="8277071" y="2858614"/>
                <a:ext cx="11974" cy="9880"/>
              </a:xfrm>
              <a:custGeom>
                <a:avLst/>
                <a:gdLst>
                  <a:gd name="connsiteX0" fmla="*/ 329 w 11974"/>
                  <a:gd name="connsiteY0" fmla="*/ 10046 h 9880"/>
                  <a:gd name="connsiteX1" fmla="*/ 2424 w 11974"/>
                  <a:gd name="connsiteY1" fmla="*/ 165 h 9880"/>
                  <a:gd name="connsiteX2" fmla="*/ 12304 w 11974"/>
                  <a:gd name="connsiteY2" fmla="*/ 165 h 9880"/>
                  <a:gd name="connsiteX3" fmla="*/ 10210 w 11974"/>
                  <a:gd name="connsiteY3" fmla="*/ 10046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29" y="10046"/>
                    </a:moveTo>
                    <a:lnTo>
                      <a:pt x="2424" y="165"/>
                    </a:lnTo>
                    <a:lnTo>
                      <a:pt x="12304" y="165"/>
                    </a:lnTo>
                    <a:lnTo>
                      <a:pt x="10210" y="1004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4" name="Freihandform: Form 303">
                <a:extLst>
                  <a:ext uri="{FF2B5EF4-FFF2-40B4-BE49-F238E27FC236}">
                    <a16:creationId xmlns:a16="http://schemas.microsoft.com/office/drawing/2014/main" id="{E6D4161B-DB0D-94CE-8AB2-48ED23FF3849}"/>
                  </a:ext>
                </a:extLst>
              </p:cNvPr>
              <p:cNvSpPr/>
              <p:nvPr/>
            </p:nvSpPr>
            <p:spPr>
              <a:xfrm>
                <a:off x="8313533" y="2797343"/>
                <a:ext cx="32810" cy="71151"/>
              </a:xfrm>
              <a:custGeom>
                <a:avLst/>
                <a:gdLst>
                  <a:gd name="connsiteX0" fmla="*/ 9514 w 32810"/>
                  <a:gd name="connsiteY0" fmla="*/ 71317 h 71151"/>
                  <a:gd name="connsiteX1" fmla="*/ 20683 w 32810"/>
                  <a:gd name="connsiteY1" fmla="*/ 17832 h 71151"/>
                  <a:gd name="connsiteX2" fmla="*/ 331 w 32810"/>
                  <a:gd name="connsiteY2" fmla="*/ 26961 h 71151"/>
                  <a:gd name="connsiteX3" fmla="*/ 1942 w 32810"/>
                  <a:gd name="connsiteY3" fmla="*/ 19014 h 71151"/>
                  <a:gd name="connsiteX4" fmla="*/ 14830 w 32810"/>
                  <a:gd name="connsiteY4" fmla="*/ 12194 h 71151"/>
                  <a:gd name="connsiteX5" fmla="*/ 24389 w 32810"/>
                  <a:gd name="connsiteY5" fmla="*/ 4891 h 71151"/>
                  <a:gd name="connsiteX6" fmla="*/ 28040 w 32810"/>
                  <a:gd name="connsiteY6" fmla="*/ 165 h 71151"/>
                  <a:gd name="connsiteX7" fmla="*/ 33141 w 32810"/>
                  <a:gd name="connsiteY7" fmla="*/ 165 h 71151"/>
                  <a:gd name="connsiteX8" fmla="*/ 18267 w 32810"/>
                  <a:gd name="connsiteY8" fmla="*/ 71317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14" y="71317"/>
                    </a:moveTo>
                    <a:lnTo>
                      <a:pt x="20683" y="17832"/>
                    </a:lnTo>
                    <a:cubicBezTo>
                      <a:pt x="15850" y="21645"/>
                      <a:pt x="9084" y="24652"/>
                      <a:pt x="331" y="26961"/>
                    </a:cubicBezTo>
                    <a:lnTo>
                      <a:pt x="1942" y="19014"/>
                    </a:lnTo>
                    <a:cubicBezTo>
                      <a:pt x="6292" y="17295"/>
                      <a:pt x="10588" y="15040"/>
                      <a:pt x="14830" y="12194"/>
                    </a:cubicBezTo>
                    <a:cubicBezTo>
                      <a:pt x="19072" y="9401"/>
                      <a:pt x="22241" y="6985"/>
                      <a:pt x="24389" y="4891"/>
                    </a:cubicBezTo>
                    <a:cubicBezTo>
                      <a:pt x="25677" y="3602"/>
                      <a:pt x="26912" y="1991"/>
                      <a:pt x="28040" y="165"/>
                    </a:cubicBezTo>
                    <a:lnTo>
                      <a:pt x="33141" y="165"/>
                    </a:lnTo>
                    <a:lnTo>
                      <a:pt x="18267" y="7131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305" name="Grafik 4">
              <a:extLst>
                <a:ext uri="{FF2B5EF4-FFF2-40B4-BE49-F238E27FC236}">
                  <a16:creationId xmlns:a16="http://schemas.microsoft.com/office/drawing/2014/main" id="{EE10E134-A47E-5933-A118-1617E1C90CC9}"/>
                </a:ext>
              </a:extLst>
            </p:cNvPr>
            <p:cNvGrpSpPr/>
            <p:nvPr/>
          </p:nvGrpSpPr>
          <p:grpSpPr>
            <a:xfrm>
              <a:off x="7643157" y="3554235"/>
              <a:ext cx="549618" cy="73299"/>
              <a:chOff x="7643157" y="3554235"/>
              <a:chExt cx="549618" cy="73299"/>
            </a:xfrm>
            <a:solidFill>
              <a:srgbClr val="000000"/>
            </a:solidFill>
          </p:grpSpPr>
          <p:sp>
            <p:nvSpPr>
              <p:cNvPr id="306" name="Freihandform: Form 305">
                <a:extLst>
                  <a:ext uri="{FF2B5EF4-FFF2-40B4-BE49-F238E27FC236}">
                    <a16:creationId xmlns:a16="http://schemas.microsoft.com/office/drawing/2014/main" id="{BEA66BA1-44B7-EB16-495F-DBD283F55B50}"/>
                  </a:ext>
                </a:extLst>
              </p:cNvPr>
              <p:cNvSpPr/>
              <p:nvPr/>
            </p:nvSpPr>
            <p:spPr>
              <a:xfrm>
                <a:off x="7643157" y="3554235"/>
                <a:ext cx="66211" cy="73245"/>
              </a:xfrm>
              <a:custGeom>
                <a:avLst/>
                <a:gdLst>
                  <a:gd name="connsiteX0" fmla="*/ 31214 w 66211"/>
                  <a:gd name="connsiteY0" fmla="*/ 44361 h 73245"/>
                  <a:gd name="connsiteX1" fmla="*/ 32932 w 66211"/>
                  <a:gd name="connsiteY1" fmla="*/ 36306 h 73245"/>
                  <a:gd name="connsiteX2" fmla="*/ 63917 w 66211"/>
                  <a:gd name="connsiteY2" fmla="*/ 36306 h 73245"/>
                  <a:gd name="connsiteX3" fmla="*/ 57902 w 66211"/>
                  <a:gd name="connsiteY3" fmla="*/ 65197 h 73245"/>
                  <a:gd name="connsiteX4" fmla="*/ 44531 w 66211"/>
                  <a:gd name="connsiteY4" fmla="*/ 71157 h 73245"/>
                  <a:gd name="connsiteX5" fmla="*/ 29818 w 66211"/>
                  <a:gd name="connsiteY5" fmla="*/ 73466 h 73245"/>
                  <a:gd name="connsiteX6" fmla="*/ 6727 w 66211"/>
                  <a:gd name="connsiteY6" fmla="*/ 64176 h 73245"/>
                  <a:gd name="connsiteX7" fmla="*/ 283 w 66211"/>
                  <a:gd name="connsiteY7" fmla="*/ 43932 h 73245"/>
                  <a:gd name="connsiteX8" fmla="*/ 5921 w 66211"/>
                  <a:gd name="connsiteY8" fmla="*/ 20680 h 73245"/>
                  <a:gd name="connsiteX9" fmla="*/ 20152 w 66211"/>
                  <a:gd name="connsiteY9" fmla="*/ 5214 h 73245"/>
                  <a:gd name="connsiteX10" fmla="*/ 39215 w 66211"/>
                  <a:gd name="connsiteY10" fmla="*/ 220 h 73245"/>
                  <a:gd name="connsiteX11" fmla="*/ 52747 w 66211"/>
                  <a:gd name="connsiteY11" fmla="*/ 2959 h 73245"/>
                  <a:gd name="connsiteX12" fmla="*/ 61930 w 66211"/>
                  <a:gd name="connsiteY12" fmla="*/ 10262 h 73245"/>
                  <a:gd name="connsiteX13" fmla="*/ 66494 w 66211"/>
                  <a:gd name="connsiteY13" fmla="*/ 22183 h 73245"/>
                  <a:gd name="connsiteX14" fmla="*/ 57204 w 66211"/>
                  <a:gd name="connsiteY14" fmla="*/ 23204 h 73245"/>
                  <a:gd name="connsiteX15" fmla="*/ 51029 w 66211"/>
                  <a:gd name="connsiteY15" fmla="*/ 11981 h 73245"/>
                  <a:gd name="connsiteX16" fmla="*/ 38893 w 66211"/>
                  <a:gd name="connsiteY16" fmla="*/ 8114 h 73245"/>
                  <a:gd name="connsiteX17" fmla="*/ 24555 w 66211"/>
                  <a:gd name="connsiteY17" fmla="*/ 12303 h 73245"/>
                  <a:gd name="connsiteX18" fmla="*/ 13869 w 66211"/>
                  <a:gd name="connsiteY18" fmla="*/ 24922 h 73245"/>
                  <a:gd name="connsiteX19" fmla="*/ 9895 w 66211"/>
                  <a:gd name="connsiteY19" fmla="*/ 44039 h 73245"/>
                  <a:gd name="connsiteX20" fmla="*/ 15158 w 66211"/>
                  <a:gd name="connsiteY20" fmla="*/ 60203 h 73245"/>
                  <a:gd name="connsiteX21" fmla="*/ 29710 w 66211"/>
                  <a:gd name="connsiteY21" fmla="*/ 65680 h 73245"/>
                  <a:gd name="connsiteX22" fmla="*/ 49579 w 66211"/>
                  <a:gd name="connsiteY22" fmla="*/ 59558 h 73245"/>
                  <a:gd name="connsiteX23" fmla="*/ 52747 w 66211"/>
                  <a:gd name="connsiteY23" fmla="*/ 44361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14" y="44361"/>
                    </a:moveTo>
                    <a:lnTo>
                      <a:pt x="32932" y="36306"/>
                    </a:lnTo>
                    <a:lnTo>
                      <a:pt x="63917" y="36306"/>
                    </a:lnTo>
                    <a:lnTo>
                      <a:pt x="57902" y="65197"/>
                    </a:lnTo>
                    <a:cubicBezTo>
                      <a:pt x="53982" y="67613"/>
                      <a:pt x="49525" y="69654"/>
                      <a:pt x="44531" y="71157"/>
                    </a:cubicBezTo>
                    <a:cubicBezTo>
                      <a:pt x="39537" y="72714"/>
                      <a:pt x="34651" y="73466"/>
                      <a:pt x="29818" y="73466"/>
                    </a:cubicBezTo>
                    <a:cubicBezTo>
                      <a:pt x="19507" y="73466"/>
                      <a:pt x="11828" y="70405"/>
                      <a:pt x="6727" y="64176"/>
                    </a:cubicBezTo>
                    <a:cubicBezTo>
                      <a:pt x="2431" y="58914"/>
                      <a:pt x="283" y="52148"/>
                      <a:pt x="283" y="43932"/>
                    </a:cubicBezTo>
                    <a:cubicBezTo>
                      <a:pt x="283" y="35393"/>
                      <a:pt x="2162" y="27661"/>
                      <a:pt x="5921" y="20680"/>
                    </a:cubicBezTo>
                    <a:cubicBezTo>
                      <a:pt x="9680" y="13699"/>
                      <a:pt x="14406" y="8544"/>
                      <a:pt x="20152" y="5214"/>
                    </a:cubicBezTo>
                    <a:cubicBezTo>
                      <a:pt x="25844" y="1885"/>
                      <a:pt x="32180" y="220"/>
                      <a:pt x="39215" y="220"/>
                    </a:cubicBezTo>
                    <a:cubicBezTo>
                      <a:pt x="44209" y="220"/>
                      <a:pt x="48720" y="1133"/>
                      <a:pt x="52747" y="2959"/>
                    </a:cubicBezTo>
                    <a:cubicBezTo>
                      <a:pt x="56721" y="4785"/>
                      <a:pt x="59782" y="7201"/>
                      <a:pt x="61930" y="10262"/>
                    </a:cubicBezTo>
                    <a:cubicBezTo>
                      <a:pt x="64024" y="13323"/>
                      <a:pt x="65581" y="17297"/>
                      <a:pt x="66494" y="22183"/>
                    </a:cubicBezTo>
                    <a:lnTo>
                      <a:pt x="57204" y="23204"/>
                    </a:lnTo>
                    <a:cubicBezTo>
                      <a:pt x="56238" y="18317"/>
                      <a:pt x="54143" y="14612"/>
                      <a:pt x="51029" y="11981"/>
                    </a:cubicBezTo>
                    <a:cubicBezTo>
                      <a:pt x="47861" y="9403"/>
                      <a:pt x="43833" y="8114"/>
                      <a:pt x="38893" y="8114"/>
                    </a:cubicBezTo>
                    <a:cubicBezTo>
                      <a:pt x="33791" y="8114"/>
                      <a:pt x="29012" y="9510"/>
                      <a:pt x="24555" y="12303"/>
                    </a:cubicBezTo>
                    <a:cubicBezTo>
                      <a:pt x="20098" y="15095"/>
                      <a:pt x="16554" y="19284"/>
                      <a:pt x="13869" y="24922"/>
                    </a:cubicBezTo>
                    <a:cubicBezTo>
                      <a:pt x="11238" y="30507"/>
                      <a:pt x="9895" y="36897"/>
                      <a:pt x="9895" y="44039"/>
                    </a:cubicBezTo>
                    <a:cubicBezTo>
                      <a:pt x="9895" y="51181"/>
                      <a:pt x="11667" y="56551"/>
                      <a:pt x="15158" y="60203"/>
                    </a:cubicBezTo>
                    <a:cubicBezTo>
                      <a:pt x="18702" y="63854"/>
                      <a:pt x="23535" y="65680"/>
                      <a:pt x="29710" y="65680"/>
                    </a:cubicBezTo>
                    <a:cubicBezTo>
                      <a:pt x="35886" y="65680"/>
                      <a:pt x="42491" y="63639"/>
                      <a:pt x="49579" y="59558"/>
                    </a:cubicBezTo>
                    <a:lnTo>
                      <a:pt x="52747" y="4436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7" name="Freihandform: Form 306">
                <a:extLst>
                  <a:ext uri="{FF2B5EF4-FFF2-40B4-BE49-F238E27FC236}">
                    <a16:creationId xmlns:a16="http://schemas.microsoft.com/office/drawing/2014/main" id="{3BD8B9AA-59D4-0CAE-D099-DBD9FFA5D9ED}"/>
                  </a:ext>
                </a:extLst>
              </p:cNvPr>
              <p:cNvSpPr/>
              <p:nvPr/>
            </p:nvSpPr>
            <p:spPr>
              <a:xfrm>
                <a:off x="7708555" y="3555470"/>
                <a:ext cx="63043" cy="70829"/>
              </a:xfrm>
              <a:custGeom>
                <a:avLst/>
                <a:gdLst>
                  <a:gd name="connsiteX0" fmla="*/ 289 w 63043"/>
                  <a:gd name="connsiteY0" fmla="*/ 71050 h 70829"/>
                  <a:gd name="connsiteX1" fmla="*/ 40456 w 63043"/>
                  <a:gd name="connsiteY1" fmla="*/ 220 h 70829"/>
                  <a:gd name="connsiteX2" fmla="*/ 51625 w 63043"/>
                  <a:gd name="connsiteY2" fmla="*/ 220 h 70829"/>
                  <a:gd name="connsiteX3" fmla="*/ 63332 w 63043"/>
                  <a:gd name="connsiteY3" fmla="*/ 71050 h 70829"/>
                  <a:gd name="connsiteX4" fmla="*/ 54149 w 63043"/>
                  <a:gd name="connsiteY4" fmla="*/ 71050 h 70829"/>
                  <a:gd name="connsiteX5" fmla="*/ 50712 w 63043"/>
                  <a:gd name="connsiteY5" fmla="*/ 50644 h 70829"/>
                  <a:gd name="connsiteX6" fmla="*/ 22037 w 63043"/>
                  <a:gd name="connsiteY6" fmla="*/ 50644 h 70829"/>
                  <a:gd name="connsiteX7" fmla="*/ 10706 w 63043"/>
                  <a:gd name="connsiteY7" fmla="*/ 71050 h 70829"/>
                  <a:gd name="connsiteX8" fmla="*/ 289 w 63043"/>
                  <a:gd name="connsiteY8" fmla="*/ 71050 h 70829"/>
                  <a:gd name="connsiteX9" fmla="*/ 26118 w 63043"/>
                  <a:gd name="connsiteY9" fmla="*/ 43341 h 70829"/>
                  <a:gd name="connsiteX10" fmla="*/ 49531 w 63043"/>
                  <a:gd name="connsiteY10" fmla="*/ 43341 h 70829"/>
                  <a:gd name="connsiteX11" fmla="*/ 46792 w 63043"/>
                  <a:gd name="connsiteY11" fmla="*/ 25566 h 70829"/>
                  <a:gd name="connsiteX12" fmla="*/ 44805 w 63043"/>
                  <a:gd name="connsiteY12" fmla="*/ 7953 h 70829"/>
                  <a:gd name="connsiteX13" fmla="*/ 37771 w 63043"/>
                  <a:gd name="connsiteY13" fmla="*/ 2239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289" y="71050"/>
                    </a:moveTo>
                    <a:lnTo>
                      <a:pt x="40456" y="220"/>
                    </a:lnTo>
                    <a:lnTo>
                      <a:pt x="51625" y="220"/>
                    </a:lnTo>
                    <a:lnTo>
                      <a:pt x="63332" y="71050"/>
                    </a:lnTo>
                    <a:lnTo>
                      <a:pt x="54149" y="71050"/>
                    </a:lnTo>
                    <a:lnTo>
                      <a:pt x="50712" y="50644"/>
                    </a:lnTo>
                    <a:lnTo>
                      <a:pt x="22037" y="50644"/>
                    </a:lnTo>
                    <a:lnTo>
                      <a:pt x="10706" y="71050"/>
                    </a:lnTo>
                    <a:lnTo>
                      <a:pt x="289" y="71050"/>
                    </a:lnTo>
                    <a:moveTo>
                      <a:pt x="26118" y="43341"/>
                    </a:moveTo>
                    <a:lnTo>
                      <a:pt x="49531" y="43341"/>
                    </a:lnTo>
                    <a:lnTo>
                      <a:pt x="46792" y="25566"/>
                    </a:lnTo>
                    <a:cubicBezTo>
                      <a:pt x="45718" y="18532"/>
                      <a:pt x="45074" y="12625"/>
                      <a:pt x="44805" y="7953"/>
                    </a:cubicBezTo>
                    <a:cubicBezTo>
                      <a:pt x="43194" y="11980"/>
                      <a:pt x="40832" y="16813"/>
                      <a:pt x="37771" y="223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8" name="Freihandform: Form 307">
                <a:extLst>
                  <a:ext uri="{FF2B5EF4-FFF2-40B4-BE49-F238E27FC236}">
                    <a16:creationId xmlns:a16="http://schemas.microsoft.com/office/drawing/2014/main" id="{086D5B0F-4FC3-B76C-431A-F314A40EA019}"/>
                  </a:ext>
                </a:extLst>
              </p:cNvPr>
              <p:cNvSpPr/>
              <p:nvPr/>
            </p:nvSpPr>
            <p:spPr>
              <a:xfrm>
                <a:off x="7773441" y="3555470"/>
                <a:ext cx="79206" cy="70829"/>
              </a:xfrm>
              <a:custGeom>
                <a:avLst/>
                <a:gdLst>
                  <a:gd name="connsiteX0" fmla="*/ 293 w 79206"/>
                  <a:gd name="connsiteY0" fmla="*/ 71050 h 70829"/>
                  <a:gd name="connsiteX1" fmla="*/ 34124 w 79206"/>
                  <a:gd name="connsiteY1" fmla="*/ 35232 h 70829"/>
                  <a:gd name="connsiteX2" fmla="*/ 14040 w 79206"/>
                  <a:gd name="connsiteY2" fmla="*/ 220 h 70829"/>
                  <a:gd name="connsiteX3" fmla="*/ 24458 w 79206"/>
                  <a:gd name="connsiteY3" fmla="*/ 220 h 70829"/>
                  <a:gd name="connsiteX4" fmla="*/ 33587 w 79206"/>
                  <a:gd name="connsiteY4" fmla="*/ 16223 h 70829"/>
                  <a:gd name="connsiteX5" fmla="*/ 37775 w 79206"/>
                  <a:gd name="connsiteY5" fmla="*/ 23633 h 70829"/>
                  <a:gd name="connsiteX6" fmla="*/ 40514 w 79206"/>
                  <a:gd name="connsiteY6" fmla="*/ 29272 h 70829"/>
                  <a:gd name="connsiteX7" fmla="*/ 51576 w 79206"/>
                  <a:gd name="connsiteY7" fmla="*/ 16599 h 70829"/>
                  <a:gd name="connsiteX8" fmla="*/ 67149 w 79206"/>
                  <a:gd name="connsiteY8" fmla="*/ 220 h 70829"/>
                  <a:gd name="connsiteX9" fmla="*/ 79500 w 79206"/>
                  <a:gd name="connsiteY9" fmla="*/ 220 h 70829"/>
                  <a:gd name="connsiteX10" fmla="*/ 45240 w 79206"/>
                  <a:gd name="connsiteY10" fmla="*/ 36790 h 70829"/>
                  <a:gd name="connsiteX11" fmla="*/ 64679 w 79206"/>
                  <a:gd name="connsiteY11" fmla="*/ 71050 h 70829"/>
                  <a:gd name="connsiteX12" fmla="*/ 54369 w 79206"/>
                  <a:gd name="connsiteY12" fmla="*/ 71050 h 70829"/>
                  <a:gd name="connsiteX13" fmla="*/ 42877 w 79206"/>
                  <a:gd name="connsiteY13" fmla="*/ 50322 h 70829"/>
                  <a:gd name="connsiteX14" fmla="*/ 38957 w 79206"/>
                  <a:gd name="connsiteY14" fmla="*/ 42482 h 70829"/>
                  <a:gd name="connsiteX15" fmla="*/ 32620 w 79206"/>
                  <a:gd name="connsiteY15" fmla="*/ 50000 h 70829"/>
                  <a:gd name="connsiteX16" fmla="*/ 12805 w 79206"/>
                  <a:gd name="connsiteY16" fmla="*/ 71050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93" y="71050"/>
                    </a:moveTo>
                    <a:lnTo>
                      <a:pt x="34124" y="35232"/>
                    </a:lnTo>
                    <a:lnTo>
                      <a:pt x="14040" y="220"/>
                    </a:lnTo>
                    <a:lnTo>
                      <a:pt x="24458" y="220"/>
                    </a:lnTo>
                    <a:lnTo>
                      <a:pt x="33587" y="16223"/>
                    </a:lnTo>
                    <a:cubicBezTo>
                      <a:pt x="36003" y="20465"/>
                      <a:pt x="37400" y="22935"/>
                      <a:pt x="37775" y="23633"/>
                    </a:cubicBezTo>
                    <a:cubicBezTo>
                      <a:pt x="38581" y="25244"/>
                      <a:pt x="39548" y="27124"/>
                      <a:pt x="40514" y="29272"/>
                    </a:cubicBezTo>
                    <a:cubicBezTo>
                      <a:pt x="42931" y="26050"/>
                      <a:pt x="46582" y="21861"/>
                      <a:pt x="51576" y="16599"/>
                    </a:cubicBezTo>
                    <a:lnTo>
                      <a:pt x="67149" y="220"/>
                    </a:lnTo>
                    <a:lnTo>
                      <a:pt x="79500" y="220"/>
                    </a:lnTo>
                    <a:lnTo>
                      <a:pt x="45240" y="36790"/>
                    </a:lnTo>
                    <a:lnTo>
                      <a:pt x="64679" y="71050"/>
                    </a:lnTo>
                    <a:lnTo>
                      <a:pt x="54369" y="71050"/>
                    </a:lnTo>
                    <a:lnTo>
                      <a:pt x="42877" y="50322"/>
                    </a:lnTo>
                    <a:cubicBezTo>
                      <a:pt x="41749" y="48281"/>
                      <a:pt x="40460" y="45704"/>
                      <a:pt x="38957" y="42482"/>
                    </a:cubicBezTo>
                    <a:cubicBezTo>
                      <a:pt x="37238" y="44844"/>
                      <a:pt x="35091" y="47315"/>
                      <a:pt x="32620" y="50000"/>
                    </a:cubicBezTo>
                    <a:lnTo>
                      <a:pt x="12805" y="7105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09" name="Freihandform: Form 308">
                <a:extLst>
                  <a:ext uri="{FF2B5EF4-FFF2-40B4-BE49-F238E27FC236}">
                    <a16:creationId xmlns:a16="http://schemas.microsoft.com/office/drawing/2014/main" id="{6AC8E931-C195-D6FC-B6E3-06FBB6073B64}"/>
                  </a:ext>
                </a:extLst>
              </p:cNvPr>
              <p:cNvSpPr/>
              <p:nvPr/>
            </p:nvSpPr>
            <p:spPr>
              <a:xfrm>
                <a:off x="7849979" y="3555148"/>
                <a:ext cx="48436" cy="72386"/>
              </a:xfrm>
              <a:custGeom>
                <a:avLst/>
                <a:gdLst>
                  <a:gd name="connsiteX0" fmla="*/ 15227 w 48436"/>
                  <a:gd name="connsiteY0" fmla="*/ 32440 h 72386"/>
                  <a:gd name="connsiteX1" fmla="*/ 9266 w 48436"/>
                  <a:gd name="connsiteY1" fmla="*/ 26855 h 72386"/>
                  <a:gd name="connsiteX2" fmla="*/ 7279 w 48436"/>
                  <a:gd name="connsiteY2" fmla="*/ 19498 h 72386"/>
                  <a:gd name="connsiteX3" fmla="*/ 11951 w 48436"/>
                  <a:gd name="connsiteY3" fmla="*/ 7631 h 72386"/>
                  <a:gd name="connsiteX4" fmla="*/ 28705 w 48436"/>
                  <a:gd name="connsiteY4" fmla="*/ 220 h 72386"/>
                  <a:gd name="connsiteX5" fmla="*/ 43365 w 48436"/>
                  <a:gd name="connsiteY5" fmla="*/ 5214 h 72386"/>
                  <a:gd name="connsiteX6" fmla="*/ 48735 w 48436"/>
                  <a:gd name="connsiteY6" fmla="*/ 17512 h 72386"/>
                  <a:gd name="connsiteX7" fmla="*/ 45835 w 48436"/>
                  <a:gd name="connsiteY7" fmla="*/ 26801 h 72386"/>
                  <a:gd name="connsiteX8" fmla="*/ 36760 w 48436"/>
                  <a:gd name="connsiteY8" fmla="*/ 33460 h 72386"/>
                  <a:gd name="connsiteX9" fmla="*/ 42882 w 48436"/>
                  <a:gd name="connsiteY9" fmla="*/ 39099 h 72386"/>
                  <a:gd name="connsiteX10" fmla="*/ 45244 w 48436"/>
                  <a:gd name="connsiteY10" fmla="*/ 48228 h 72386"/>
                  <a:gd name="connsiteX11" fmla="*/ 38478 w 48436"/>
                  <a:gd name="connsiteY11" fmla="*/ 65196 h 72386"/>
                  <a:gd name="connsiteX12" fmla="*/ 20543 w 48436"/>
                  <a:gd name="connsiteY12" fmla="*/ 72607 h 72386"/>
                  <a:gd name="connsiteX13" fmla="*/ 5937 w 48436"/>
                  <a:gd name="connsiteY13" fmla="*/ 67130 h 72386"/>
                  <a:gd name="connsiteX14" fmla="*/ 298 w 48436"/>
                  <a:gd name="connsiteY14" fmla="*/ 53329 h 72386"/>
                  <a:gd name="connsiteX15" fmla="*/ 4272 w 48436"/>
                  <a:gd name="connsiteY15" fmla="*/ 39958 h 72386"/>
                  <a:gd name="connsiteX16" fmla="*/ 15227 w 48436"/>
                  <a:gd name="connsiteY16" fmla="*/ 32440 h 72386"/>
                  <a:gd name="connsiteX17" fmla="*/ 15871 w 48436"/>
                  <a:gd name="connsiteY17" fmla="*/ 19928 h 72386"/>
                  <a:gd name="connsiteX18" fmla="*/ 18824 w 48436"/>
                  <a:gd name="connsiteY18" fmla="*/ 27231 h 72386"/>
                  <a:gd name="connsiteX19" fmla="*/ 26879 w 48436"/>
                  <a:gd name="connsiteY19" fmla="*/ 30023 h 72386"/>
                  <a:gd name="connsiteX20" fmla="*/ 36599 w 48436"/>
                  <a:gd name="connsiteY20" fmla="*/ 26372 h 72386"/>
                  <a:gd name="connsiteX21" fmla="*/ 40358 w 48436"/>
                  <a:gd name="connsiteY21" fmla="*/ 17404 h 72386"/>
                  <a:gd name="connsiteX22" fmla="*/ 37404 w 48436"/>
                  <a:gd name="connsiteY22" fmla="*/ 10047 h 72386"/>
                  <a:gd name="connsiteX23" fmla="*/ 29349 w 48436"/>
                  <a:gd name="connsiteY23" fmla="*/ 7255 h 72386"/>
                  <a:gd name="connsiteX24" fmla="*/ 22261 w 48436"/>
                  <a:gd name="connsiteY24" fmla="*/ 9027 h 72386"/>
                  <a:gd name="connsiteX25" fmla="*/ 17482 w 48436"/>
                  <a:gd name="connsiteY25" fmla="*/ 13860 h 72386"/>
                  <a:gd name="connsiteX26" fmla="*/ 15871 w 48436"/>
                  <a:gd name="connsiteY26" fmla="*/ 19928 h 72386"/>
                  <a:gd name="connsiteX27" fmla="*/ 9051 w 48436"/>
                  <a:gd name="connsiteY27" fmla="*/ 54081 h 72386"/>
                  <a:gd name="connsiteX28" fmla="*/ 10501 w 48436"/>
                  <a:gd name="connsiteY28" fmla="*/ 59719 h 72386"/>
                  <a:gd name="connsiteX29" fmla="*/ 14851 w 48436"/>
                  <a:gd name="connsiteY29" fmla="*/ 64015 h 72386"/>
                  <a:gd name="connsiteX30" fmla="*/ 21456 w 48436"/>
                  <a:gd name="connsiteY30" fmla="*/ 65626 h 72386"/>
                  <a:gd name="connsiteX31" fmla="*/ 32947 w 48436"/>
                  <a:gd name="connsiteY31" fmla="*/ 58967 h 72386"/>
                  <a:gd name="connsiteX32" fmla="*/ 36438 w 48436"/>
                  <a:gd name="connsiteY32" fmla="*/ 47690 h 72386"/>
                  <a:gd name="connsiteX33" fmla="*/ 33216 w 48436"/>
                  <a:gd name="connsiteY33" fmla="*/ 39636 h 72386"/>
                  <a:gd name="connsiteX34" fmla="*/ 24785 w 48436"/>
                  <a:gd name="connsiteY34" fmla="*/ 36467 h 72386"/>
                  <a:gd name="connsiteX35" fmla="*/ 13669 w 48436"/>
                  <a:gd name="connsiteY35" fmla="*/ 41354 h 72386"/>
                  <a:gd name="connsiteX36" fmla="*/ 9051 w 48436"/>
                  <a:gd name="connsiteY36" fmla="*/ 54081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27" y="32440"/>
                    </a:moveTo>
                    <a:cubicBezTo>
                      <a:pt x="12595" y="30990"/>
                      <a:pt x="10608" y="29111"/>
                      <a:pt x="9266" y="26855"/>
                    </a:cubicBezTo>
                    <a:cubicBezTo>
                      <a:pt x="7923" y="24546"/>
                      <a:pt x="7279" y="22130"/>
                      <a:pt x="7279" y="19498"/>
                    </a:cubicBezTo>
                    <a:cubicBezTo>
                      <a:pt x="7279" y="15256"/>
                      <a:pt x="8836" y="11282"/>
                      <a:pt x="11951" y="7631"/>
                    </a:cubicBezTo>
                    <a:cubicBezTo>
                      <a:pt x="16032" y="2691"/>
                      <a:pt x="21670" y="220"/>
                      <a:pt x="28705" y="220"/>
                    </a:cubicBezTo>
                    <a:cubicBezTo>
                      <a:pt x="34934" y="220"/>
                      <a:pt x="39821" y="1885"/>
                      <a:pt x="43365" y="5214"/>
                    </a:cubicBezTo>
                    <a:cubicBezTo>
                      <a:pt x="46963" y="8544"/>
                      <a:pt x="48735" y="12625"/>
                      <a:pt x="48735" y="17512"/>
                    </a:cubicBezTo>
                    <a:cubicBezTo>
                      <a:pt x="48735" y="20948"/>
                      <a:pt x="47768" y="24063"/>
                      <a:pt x="45835" y="26801"/>
                    </a:cubicBezTo>
                    <a:cubicBezTo>
                      <a:pt x="43902" y="29594"/>
                      <a:pt x="40895" y="31795"/>
                      <a:pt x="36760" y="33460"/>
                    </a:cubicBezTo>
                    <a:cubicBezTo>
                      <a:pt x="39606" y="35232"/>
                      <a:pt x="41647" y="37112"/>
                      <a:pt x="42882" y="39099"/>
                    </a:cubicBezTo>
                    <a:cubicBezTo>
                      <a:pt x="44439" y="41676"/>
                      <a:pt x="45244" y="44737"/>
                      <a:pt x="45244" y="48228"/>
                    </a:cubicBezTo>
                    <a:cubicBezTo>
                      <a:pt x="45244" y="54564"/>
                      <a:pt x="42989" y="60202"/>
                      <a:pt x="38478" y="65196"/>
                    </a:cubicBezTo>
                    <a:cubicBezTo>
                      <a:pt x="33968" y="70137"/>
                      <a:pt x="28007" y="72607"/>
                      <a:pt x="20543" y="72607"/>
                    </a:cubicBezTo>
                    <a:cubicBezTo>
                      <a:pt x="14582" y="72607"/>
                      <a:pt x="9696" y="70781"/>
                      <a:pt x="5937" y="67130"/>
                    </a:cubicBezTo>
                    <a:cubicBezTo>
                      <a:pt x="2178" y="63424"/>
                      <a:pt x="298" y="58860"/>
                      <a:pt x="298" y="53329"/>
                    </a:cubicBezTo>
                    <a:cubicBezTo>
                      <a:pt x="298" y="48174"/>
                      <a:pt x="1641" y="43717"/>
                      <a:pt x="4272" y="39958"/>
                    </a:cubicBezTo>
                    <a:cubicBezTo>
                      <a:pt x="6957" y="36253"/>
                      <a:pt x="10608" y="33729"/>
                      <a:pt x="15227" y="32440"/>
                    </a:cubicBezTo>
                    <a:moveTo>
                      <a:pt x="15871" y="19928"/>
                    </a:moveTo>
                    <a:cubicBezTo>
                      <a:pt x="15871" y="22935"/>
                      <a:pt x="16891" y="25352"/>
                      <a:pt x="18824" y="27231"/>
                    </a:cubicBezTo>
                    <a:cubicBezTo>
                      <a:pt x="20758" y="29057"/>
                      <a:pt x="23443" y="30023"/>
                      <a:pt x="26879" y="30023"/>
                    </a:cubicBezTo>
                    <a:cubicBezTo>
                      <a:pt x="30853" y="30023"/>
                      <a:pt x="34129" y="28788"/>
                      <a:pt x="36599" y="26372"/>
                    </a:cubicBezTo>
                    <a:cubicBezTo>
                      <a:pt x="39123" y="23902"/>
                      <a:pt x="40358" y="20948"/>
                      <a:pt x="40358" y="17404"/>
                    </a:cubicBezTo>
                    <a:cubicBezTo>
                      <a:pt x="40358" y="14397"/>
                      <a:pt x="39391" y="11927"/>
                      <a:pt x="37404" y="10047"/>
                    </a:cubicBezTo>
                    <a:cubicBezTo>
                      <a:pt x="35471" y="8168"/>
                      <a:pt x="32786" y="7255"/>
                      <a:pt x="29349" y="7255"/>
                    </a:cubicBezTo>
                    <a:cubicBezTo>
                      <a:pt x="26772" y="7255"/>
                      <a:pt x="24409" y="7846"/>
                      <a:pt x="22261" y="9027"/>
                    </a:cubicBezTo>
                    <a:cubicBezTo>
                      <a:pt x="20113" y="10208"/>
                      <a:pt x="18502" y="11819"/>
                      <a:pt x="17482" y="13860"/>
                    </a:cubicBezTo>
                    <a:cubicBezTo>
                      <a:pt x="16408" y="15954"/>
                      <a:pt x="15871" y="17941"/>
                      <a:pt x="15871" y="19928"/>
                    </a:cubicBezTo>
                    <a:moveTo>
                      <a:pt x="9051" y="54081"/>
                    </a:moveTo>
                    <a:cubicBezTo>
                      <a:pt x="9051" y="56014"/>
                      <a:pt x="9534" y="57947"/>
                      <a:pt x="10501" y="59719"/>
                    </a:cubicBezTo>
                    <a:cubicBezTo>
                      <a:pt x="11468" y="61545"/>
                      <a:pt x="12917" y="62941"/>
                      <a:pt x="14851" y="64015"/>
                    </a:cubicBezTo>
                    <a:cubicBezTo>
                      <a:pt x="16784" y="65089"/>
                      <a:pt x="18986" y="65626"/>
                      <a:pt x="21456" y="65626"/>
                    </a:cubicBezTo>
                    <a:cubicBezTo>
                      <a:pt x="26181" y="65626"/>
                      <a:pt x="29994" y="63424"/>
                      <a:pt x="32947" y="58967"/>
                    </a:cubicBezTo>
                    <a:cubicBezTo>
                      <a:pt x="35256" y="55477"/>
                      <a:pt x="36438" y="51718"/>
                      <a:pt x="36438" y="47690"/>
                    </a:cubicBezTo>
                    <a:cubicBezTo>
                      <a:pt x="36438" y="44415"/>
                      <a:pt x="35364" y="41730"/>
                      <a:pt x="33216" y="39636"/>
                    </a:cubicBezTo>
                    <a:cubicBezTo>
                      <a:pt x="31068" y="37541"/>
                      <a:pt x="28276" y="36467"/>
                      <a:pt x="24785" y="36467"/>
                    </a:cubicBezTo>
                    <a:cubicBezTo>
                      <a:pt x="20382" y="36467"/>
                      <a:pt x="16676" y="38132"/>
                      <a:pt x="13669" y="41354"/>
                    </a:cubicBezTo>
                    <a:cubicBezTo>
                      <a:pt x="10608" y="44630"/>
                      <a:pt x="9051" y="48872"/>
                      <a:pt x="9051" y="540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0" name="Freihandform: Form 309">
                <a:extLst>
                  <a:ext uri="{FF2B5EF4-FFF2-40B4-BE49-F238E27FC236}">
                    <a16:creationId xmlns:a16="http://schemas.microsoft.com/office/drawing/2014/main" id="{6D1A643F-4E52-B5DF-58F0-2D728D344F65}"/>
                  </a:ext>
                </a:extLst>
              </p:cNvPr>
              <p:cNvSpPr/>
              <p:nvPr/>
            </p:nvSpPr>
            <p:spPr>
              <a:xfrm>
                <a:off x="7903049" y="3555148"/>
                <a:ext cx="49725" cy="72332"/>
              </a:xfrm>
              <a:custGeom>
                <a:avLst/>
                <a:gdLst>
                  <a:gd name="connsiteX0" fmla="*/ 302 w 49725"/>
                  <a:gd name="connsiteY0" fmla="*/ 52792 h 72332"/>
                  <a:gd name="connsiteX1" fmla="*/ 8787 w 49725"/>
                  <a:gd name="connsiteY1" fmla="*/ 51772 h 72332"/>
                  <a:gd name="connsiteX2" fmla="*/ 13083 w 49725"/>
                  <a:gd name="connsiteY2" fmla="*/ 62404 h 72332"/>
                  <a:gd name="connsiteX3" fmla="*/ 21728 w 49725"/>
                  <a:gd name="connsiteY3" fmla="*/ 65626 h 72332"/>
                  <a:gd name="connsiteX4" fmla="*/ 32951 w 49725"/>
                  <a:gd name="connsiteY4" fmla="*/ 61008 h 72332"/>
                  <a:gd name="connsiteX5" fmla="*/ 37623 w 49725"/>
                  <a:gd name="connsiteY5" fmla="*/ 50376 h 72332"/>
                  <a:gd name="connsiteX6" fmla="*/ 34133 w 49725"/>
                  <a:gd name="connsiteY6" fmla="*/ 41730 h 72332"/>
                  <a:gd name="connsiteX7" fmla="*/ 24628 w 49725"/>
                  <a:gd name="connsiteY7" fmla="*/ 38293 h 72332"/>
                  <a:gd name="connsiteX8" fmla="*/ 21836 w 49725"/>
                  <a:gd name="connsiteY8" fmla="*/ 38508 h 72332"/>
                  <a:gd name="connsiteX9" fmla="*/ 23339 w 49725"/>
                  <a:gd name="connsiteY9" fmla="*/ 31205 h 72332"/>
                  <a:gd name="connsiteX10" fmla="*/ 25756 w 49725"/>
                  <a:gd name="connsiteY10" fmla="*/ 31420 h 72332"/>
                  <a:gd name="connsiteX11" fmla="*/ 37301 w 49725"/>
                  <a:gd name="connsiteY11" fmla="*/ 27768 h 72332"/>
                  <a:gd name="connsiteX12" fmla="*/ 41328 w 49725"/>
                  <a:gd name="connsiteY12" fmla="*/ 18800 h 72332"/>
                  <a:gd name="connsiteX13" fmla="*/ 37999 w 49725"/>
                  <a:gd name="connsiteY13" fmla="*/ 10584 h 72332"/>
                  <a:gd name="connsiteX14" fmla="*/ 29891 w 49725"/>
                  <a:gd name="connsiteY14" fmla="*/ 7255 h 72332"/>
                  <a:gd name="connsiteX15" fmla="*/ 21460 w 49725"/>
                  <a:gd name="connsiteY15" fmla="*/ 10638 h 72332"/>
                  <a:gd name="connsiteX16" fmla="*/ 16680 w 49725"/>
                  <a:gd name="connsiteY16" fmla="*/ 20304 h 72332"/>
                  <a:gd name="connsiteX17" fmla="*/ 8089 w 49725"/>
                  <a:gd name="connsiteY17" fmla="*/ 18532 h 72332"/>
                  <a:gd name="connsiteX18" fmla="*/ 16251 w 49725"/>
                  <a:gd name="connsiteY18" fmla="*/ 5000 h 72332"/>
                  <a:gd name="connsiteX19" fmla="*/ 30535 w 49725"/>
                  <a:gd name="connsiteY19" fmla="*/ 220 h 72332"/>
                  <a:gd name="connsiteX20" fmla="*/ 44658 w 49725"/>
                  <a:gd name="connsiteY20" fmla="*/ 5483 h 72332"/>
                  <a:gd name="connsiteX21" fmla="*/ 50028 w 49725"/>
                  <a:gd name="connsiteY21" fmla="*/ 18478 h 72332"/>
                  <a:gd name="connsiteX22" fmla="*/ 47074 w 49725"/>
                  <a:gd name="connsiteY22" fmla="*/ 28251 h 72332"/>
                  <a:gd name="connsiteX23" fmla="*/ 38321 w 49725"/>
                  <a:gd name="connsiteY23" fmla="*/ 35179 h 72332"/>
                  <a:gd name="connsiteX24" fmla="*/ 44550 w 49725"/>
                  <a:gd name="connsiteY24" fmla="*/ 41139 h 72332"/>
                  <a:gd name="connsiteX25" fmla="*/ 46591 w 49725"/>
                  <a:gd name="connsiteY25" fmla="*/ 49087 h 72332"/>
                  <a:gd name="connsiteX26" fmla="*/ 39449 w 49725"/>
                  <a:gd name="connsiteY26" fmla="*/ 65572 h 72332"/>
                  <a:gd name="connsiteX27" fmla="*/ 22426 w 49725"/>
                  <a:gd name="connsiteY27" fmla="*/ 72553 h 72332"/>
                  <a:gd name="connsiteX28" fmla="*/ 6907 w 49725"/>
                  <a:gd name="connsiteY28" fmla="*/ 67183 h 72332"/>
                  <a:gd name="connsiteX29" fmla="*/ 302 w 49725"/>
                  <a:gd name="connsiteY29" fmla="*/ 52792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02" y="52792"/>
                    </a:moveTo>
                    <a:lnTo>
                      <a:pt x="8787" y="51772"/>
                    </a:lnTo>
                    <a:cubicBezTo>
                      <a:pt x="9431" y="56712"/>
                      <a:pt x="10881" y="60256"/>
                      <a:pt x="13083" y="62404"/>
                    </a:cubicBezTo>
                    <a:cubicBezTo>
                      <a:pt x="15284" y="64552"/>
                      <a:pt x="18184" y="65626"/>
                      <a:pt x="21728" y="65626"/>
                    </a:cubicBezTo>
                    <a:cubicBezTo>
                      <a:pt x="26078" y="65626"/>
                      <a:pt x="29783" y="64069"/>
                      <a:pt x="32951" y="61008"/>
                    </a:cubicBezTo>
                    <a:cubicBezTo>
                      <a:pt x="36066" y="57893"/>
                      <a:pt x="37623" y="54349"/>
                      <a:pt x="37623" y="50376"/>
                    </a:cubicBezTo>
                    <a:cubicBezTo>
                      <a:pt x="37623" y="46885"/>
                      <a:pt x="36495" y="43985"/>
                      <a:pt x="34133" y="41730"/>
                    </a:cubicBezTo>
                    <a:cubicBezTo>
                      <a:pt x="31770" y="39475"/>
                      <a:pt x="28602" y="38293"/>
                      <a:pt x="24628" y="38293"/>
                    </a:cubicBezTo>
                    <a:cubicBezTo>
                      <a:pt x="24198" y="38293"/>
                      <a:pt x="23286" y="38401"/>
                      <a:pt x="21836" y="38508"/>
                    </a:cubicBezTo>
                    <a:lnTo>
                      <a:pt x="23339" y="31205"/>
                    </a:lnTo>
                    <a:cubicBezTo>
                      <a:pt x="24198" y="31366"/>
                      <a:pt x="25004" y="31420"/>
                      <a:pt x="25756" y="31420"/>
                    </a:cubicBezTo>
                    <a:cubicBezTo>
                      <a:pt x="30750" y="31420"/>
                      <a:pt x="34616" y="30185"/>
                      <a:pt x="37301" y="27768"/>
                    </a:cubicBezTo>
                    <a:cubicBezTo>
                      <a:pt x="39986" y="25298"/>
                      <a:pt x="41328" y="22344"/>
                      <a:pt x="41328" y="18800"/>
                    </a:cubicBezTo>
                    <a:cubicBezTo>
                      <a:pt x="41328" y="15525"/>
                      <a:pt x="40201" y="12786"/>
                      <a:pt x="37999" y="10584"/>
                    </a:cubicBezTo>
                    <a:cubicBezTo>
                      <a:pt x="35797" y="8329"/>
                      <a:pt x="33112" y="7255"/>
                      <a:pt x="29891" y="7255"/>
                    </a:cubicBezTo>
                    <a:cubicBezTo>
                      <a:pt x="26776" y="7255"/>
                      <a:pt x="23984" y="8383"/>
                      <a:pt x="21460" y="10638"/>
                    </a:cubicBezTo>
                    <a:cubicBezTo>
                      <a:pt x="18990" y="12893"/>
                      <a:pt x="17379" y="16115"/>
                      <a:pt x="16680" y="20304"/>
                    </a:cubicBezTo>
                    <a:lnTo>
                      <a:pt x="8089" y="18532"/>
                    </a:lnTo>
                    <a:cubicBezTo>
                      <a:pt x="9485" y="12732"/>
                      <a:pt x="12223" y="8222"/>
                      <a:pt x="16251" y="5000"/>
                    </a:cubicBezTo>
                    <a:cubicBezTo>
                      <a:pt x="20278" y="1831"/>
                      <a:pt x="25057" y="220"/>
                      <a:pt x="30535" y="220"/>
                    </a:cubicBezTo>
                    <a:cubicBezTo>
                      <a:pt x="36334" y="220"/>
                      <a:pt x="41060" y="1992"/>
                      <a:pt x="44658" y="5483"/>
                    </a:cubicBezTo>
                    <a:cubicBezTo>
                      <a:pt x="48202" y="9027"/>
                      <a:pt x="50028" y="13323"/>
                      <a:pt x="50028" y="18478"/>
                    </a:cubicBezTo>
                    <a:cubicBezTo>
                      <a:pt x="50028" y="22183"/>
                      <a:pt x="49061" y="25459"/>
                      <a:pt x="47074" y="28251"/>
                    </a:cubicBezTo>
                    <a:cubicBezTo>
                      <a:pt x="45141" y="31044"/>
                      <a:pt x="42241" y="33353"/>
                      <a:pt x="38321" y="35179"/>
                    </a:cubicBezTo>
                    <a:cubicBezTo>
                      <a:pt x="41114" y="36843"/>
                      <a:pt x="43154" y="38776"/>
                      <a:pt x="44550" y="41139"/>
                    </a:cubicBezTo>
                    <a:cubicBezTo>
                      <a:pt x="45893" y="43448"/>
                      <a:pt x="46591" y="46080"/>
                      <a:pt x="46591" y="49087"/>
                    </a:cubicBezTo>
                    <a:cubicBezTo>
                      <a:pt x="46591" y="55423"/>
                      <a:pt x="44228" y="60954"/>
                      <a:pt x="39449" y="65572"/>
                    </a:cubicBezTo>
                    <a:cubicBezTo>
                      <a:pt x="34723" y="70244"/>
                      <a:pt x="29031" y="72553"/>
                      <a:pt x="22426" y="72553"/>
                    </a:cubicBezTo>
                    <a:cubicBezTo>
                      <a:pt x="16036" y="72553"/>
                      <a:pt x="10827" y="70781"/>
                      <a:pt x="6907" y="67183"/>
                    </a:cubicBezTo>
                    <a:cubicBezTo>
                      <a:pt x="2933" y="63586"/>
                      <a:pt x="732" y="58806"/>
                      <a:pt x="302" y="527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1" name="Freihandform: Form 310">
                <a:extLst>
                  <a:ext uri="{FF2B5EF4-FFF2-40B4-BE49-F238E27FC236}">
                    <a16:creationId xmlns:a16="http://schemas.microsoft.com/office/drawing/2014/main" id="{29BCE63C-29C2-8951-EE1D-E6F9EF7908CF}"/>
                  </a:ext>
                </a:extLst>
              </p:cNvPr>
              <p:cNvSpPr/>
              <p:nvPr/>
            </p:nvSpPr>
            <p:spPr>
              <a:xfrm>
                <a:off x="7964643" y="3556436"/>
                <a:ext cx="46933" cy="69862"/>
              </a:xfrm>
              <a:custGeom>
                <a:avLst/>
                <a:gdLst>
                  <a:gd name="connsiteX0" fmla="*/ 2669 w 46933"/>
                  <a:gd name="connsiteY0" fmla="*/ 70083 h 69862"/>
                  <a:gd name="connsiteX1" fmla="*/ 7609 w 46933"/>
                  <a:gd name="connsiteY1" fmla="*/ 52899 h 69862"/>
                  <a:gd name="connsiteX2" fmla="*/ 19423 w 46933"/>
                  <a:gd name="connsiteY2" fmla="*/ 28788 h 69862"/>
                  <a:gd name="connsiteX3" fmla="*/ 35640 w 46933"/>
                  <a:gd name="connsiteY3" fmla="*/ 8222 h 69862"/>
                  <a:gd name="connsiteX4" fmla="*/ 306 w 46933"/>
                  <a:gd name="connsiteY4" fmla="*/ 8222 h 69862"/>
                  <a:gd name="connsiteX5" fmla="*/ 2025 w 46933"/>
                  <a:gd name="connsiteY5" fmla="*/ 220 h 69862"/>
                  <a:gd name="connsiteX6" fmla="*/ 47239 w 46933"/>
                  <a:gd name="connsiteY6" fmla="*/ 220 h 69862"/>
                  <a:gd name="connsiteX7" fmla="*/ 45575 w 46933"/>
                  <a:gd name="connsiteY7" fmla="*/ 8222 h 69862"/>
                  <a:gd name="connsiteX8" fmla="*/ 25491 w 46933"/>
                  <a:gd name="connsiteY8" fmla="*/ 34266 h 69862"/>
                  <a:gd name="connsiteX9" fmla="*/ 11798 w 46933"/>
                  <a:gd name="connsiteY9" fmla="*/ 70083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69" y="70083"/>
                    </a:moveTo>
                    <a:cubicBezTo>
                      <a:pt x="3474" y="65304"/>
                      <a:pt x="5085" y="59558"/>
                      <a:pt x="7609" y="52899"/>
                    </a:cubicBezTo>
                    <a:cubicBezTo>
                      <a:pt x="10616" y="44791"/>
                      <a:pt x="14536" y="36736"/>
                      <a:pt x="19423" y="28788"/>
                    </a:cubicBezTo>
                    <a:cubicBezTo>
                      <a:pt x="24256" y="20787"/>
                      <a:pt x="29680" y="13967"/>
                      <a:pt x="35640" y="8222"/>
                    </a:cubicBezTo>
                    <a:lnTo>
                      <a:pt x="306" y="8222"/>
                    </a:lnTo>
                    <a:lnTo>
                      <a:pt x="2025" y="220"/>
                    </a:lnTo>
                    <a:lnTo>
                      <a:pt x="47239" y="220"/>
                    </a:lnTo>
                    <a:lnTo>
                      <a:pt x="45575" y="8222"/>
                    </a:lnTo>
                    <a:cubicBezTo>
                      <a:pt x="37949" y="14934"/>
                      <a:pt x="31237" y="23633"/>
                      <a:pt x="25491" y="34266"/>
                    </a:cubicBezTo>
                    <a:cubicBezTo>
                      <a:pt x="18832" y="46563"/>
                      <a:pt x="14268" y="58484"/>
                      <a:pt x="11798" y="700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2" name="Freihandform: Form 311">
                <a:extLst>
                  <a:ext uri="{FF2B5EF4-FFF2-40B4-BE49-F238E27FC236}">
                    <a16:creationId xmlns:a16="http://schemas.microsoft.com/office/drawing/2014/main" id="{6EEDC808-DCF1-EF0D-9DFD-046B952DEEB3}"/>
                  </a:ext>
                </a:extLst>
              </p:cNvPr>
              <p:cNvSpPr/>
              <p:nvPr/>
            </p:nvSpPr>
            <p:spPr>
              <a:xfrm>
                <a:off x="8022371" y="3555148"/>
                <a:ext cx="32810" cy="71151"/>
              </a:xfrm>
              <a:custGeom>
                <a:avLst/>
                <a:gdLst>
                  <a:gd name="connsiteX0" fmla="*/ 9493 w 32810"/>
                  <a:gd name="connsiteY0" fmla="*/ 71372 h 71151"/>
                  <a:gd name="connsiteX1" fmla="*/ 20662 w 32810"/>
                  <a:gd name="connsiteY1" fmla="*/ 17887 h 71151"/>
                  <a:gd name="connsiteX2" fmla="*/ 310 w 32810"/>
                  <a:gd name="connsiteY2" fmla="*/ 27016 h 71151"/>
                  <a:gd name="connsiteX3" fmla="*/ 1921 w 32810"/>
                  <a:gd name="connsiteY3" fmla="*/ 19069 h 71151"/>
                  <a:gd name="connsiteX4" fmla="*/ 14809 w 32810"/>
                  <a:gd name="connsiteY4" fmla="*/ 12249 h 71151"/>
                  <a:gd name="connsiteX5" fmla="*/ 24367 w 32810"/>
                  <a:gd name="connsiteY5" fmla="*/ 4946 h 71151"/>
                  <a:gd name="connsiteX6" fmla="*/ 28019 w 32810"/>
                  <a:gd name="connsiteY6" fmla="*/ 220 h 71151"/>
                  <a:gd name="connsiteX7" fmla="*/ 33120 w 32810"/>
                  <a:gd name="connsiteY7" fmla="*/ 220 h 71151"/>
                  <a:gd name="connsiteX8" fmla="*/ 18246 w 32810"/>
                  <a:gd name="connsiteY8" fmla="*/ 71372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93" y="71372"/>
                    </a:moveTo>
                    <a:lnTo>
                      <a:pt x="20662" y="17887"/>
                    </a:lnTo>
                    <a:cubicBezTo>
                      <a:pt x="15829" y="21700"/>
                      <a:pt x="9063" y="24707"/>
                      <a:pt x="310" y="27016"/>
                    </a:cubicBezTo>
                    <a:lnTo>
                      <a:pt x="1921" y="19069"/>
                    </a:lnTo>
                    <a:cubicBezTo>
                      <a:pt x="6271" y="17350"/>
                      <a:pt x="10567" y="15095"/>
                      <a:pt x="14809" y="12249"/>
                    </a:cubicBezTo>
                    <a:cubicBezTo>
                      <a:pt x="19051" y="9457"/>
                      <a:pt x="22219" y="7040"/>
                      <a:pt x="24367" y="4946"/>
                    </a:cubicBezTo>
                    <a:cubicBezTo>
                      <a:pt x="25656" y="3657"/>
                      <a:pt x="26891" y="2046"/>
                      <a:pt x="28019" y="220"/>
                    </a:cubicBezTo>
                    <a:lnTo>
                      <a:pt x="33120" y="220"/>
                    </a:lnTo>
                    <a:lnTo>
                      <a:pt x="18246" y="7137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3" name="Freihandform: Form 312">
                <a:extLst>
                  <a:ext uri="{FF2B5EF4-FFF2-40B4-BE49-F238E27FC236}">
                    <a16:creationId xmlns:a16="http://schemas.microsoft.com/office/drawing/2014/main" id="{BF1ED61B-0E50-6934-1184-EA21484BA54F}"/>
                  </a:ext>
                </a:extLst>
              </p:cNvPr>
              <p:cNvSpPr/>
              <p:nvPr/>
            </p:nvSpPr>
            <p:spPr>
              <a:xfrm>
                <a:off x="8068568" y="3555148"/>
                <a:ext cx="49833" cy="71151"/>
              </a:xfrm>
              <a:custGeom>
                <a:avLst/>
                <a:gdLst>
                  <a:gd name="connsiteX0" fmla="*/ 314 w 49833"/>
                  <a:gd name="connsiteY0" fmla="*/ 71372 h 71151"/>
                  <a:gd name="connsiteX1" fmla="*/ 4073 w 49833"/>
                  <a:gd name="connsiteY1" fmla="*/ 60739 h 71151"/>
                  <a:gd name="connsiteX2" fmla="*/ 10410 w 49833"/>
                  <a:gd name="connsiteY2" fmla="*/ 52631 h 71151"/>
                  <a:gd name="connsiteX3" fmla="*/ 25660 w 49833"/>
                  <a:gd name="connsiteY3" fmla="*/ 39743 h 71151"/>
                  <a:gd name="connsiteX4" fmla="*/ 35058 w 49833"/>
                  <a:gd name="connsiteY4" fmla="*/ 31688 h 71151"/>
                  <a:gd name="connsiteX5" fmla="*/ 40320 w 49833"/>
                  <a:gd name="connsiteY5" fmla="*/ 24278 h 71151"/>
                  <a:gd name="connsiteX6" fmla="*/ 41448 w 49833"/>
                  <a:gd name="connsiteY6" fmla="*/ 18961 h 71151"/>
                  <a:gd name="connsiteX7" fmla="*/ 38011 w 49833"/>
                  <a:gd name="connsiteY7" fmla="*/ 10638 h 71151"/>
                  <a:gd name="connsiteX8" fmla="*/ 29527 w 49833"/>
                  <a:gd name="connsiteY8" fmla="*/ 7255 h 71151"/>
                  <a:gd name="connsiteX9" fmla="*/ 20827 w 49833"/>
                  <a:gd name="connsiteY9" fmla="*/ 10692 h 71151"/>
                  <a:gd name="connsiteX10" fmla="*/ 15511 w 49833"/>
                  <a:gd name="connsiteY10" fmla="*/ 21807 h 71151"/>
                  <a:gd name="connsiteX11" fmla="*/ 6919 w 49833"/>
                  <a:gd name="connsiteY11" fmla="*/ 20519 h 71151"/>
                  <a:gd name="connsiteX12" fmla="*/ 14276 w 49833"/>
                  <a:gd name="connsiteY12" fmla="*/ 5644 h 71151"/>
                  <a:gd name="connsiteX13" fmla="*/ 29366 w 49833"/>
                  <a:gd name="connsiteY13" fmla="*/ 220 h 71151"/>
                  <a:gd name="connsiteX14" fmla="*/ 40320 w 49833"/>
                  <a:gd name="connsiteY14" fmla="*/ 2744 h 71151"/>
                  <a:gd name="connsiteX15" fmla="*/ 47677 w 49833"/>
                  <a:gd name="connsiteY15" fmla="*/ 9779 h 71151"/>
                  <a:gd name="connsiteX16" fmla="*/ 50147 w 49833"/>
                  <a:gd name="connsiteY16" fmla="*/ 19176 h 71151"/>
                  <a:gd name="connsiteX17" fmla="*/ 45099 w 49833"/>
                  <a:gd name="connsiteY17" fmla="*/ 32762 h 71151"/>
                  <a:gd name="connsiteX18" fmla="*/ 26949 w 49833"/>
                  <a:gd name="connsiteY18" fmla="*/ 48765 h 71151"/>
                  <a:gd name="connsiteX19" fmla="*/ 17283 w 49833"/>
                  <a:gd name="connsiteY19" fmla="*/ 57142 h 71151"/>
                  <a:gd name="connsiteX20" fmla="*/ 12558 w 49833"/>
                  <a:gd name="connsiteY20" fmla="*/ 63371 h 71151"/>
                  <a:gd name="connsiteX21" fmla="*/ 44240 w 49833"/>
                  <a:gd name="connsiteY21" fmla="*/ 63371 h 71151"/>
                  <a:gd name="connsiteX22" fmla="*/ 42575 w 49833"/>
                  <a:gd name="connsiteY22" fmla="*/ 71372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14" y="71372"/>
                    </a:moveTo>
                    <a:cubicBezTo>
                      <a:pt x="1227" y="67130"/>
                      <a:pt x="2462" y="63639"/>
                      <a:pt x="4073" y="60739"/>
                    </a:cubicBezTo>
                    <a:cubicBezTo>
                      <a:pt x="5630" y="57893"/>
                      <a:pt x="7778" y="55208"/>
                      <a:pt x="10410" y="52631"/>
                    </a:cubicBezTo>
                    <a:cubicBezTo>
                      <a:pt x="13041" y="50107"/>
                      <a:pt x="18142" y="45811"/>
                      <a:pt x="25660" y="39743"/>
                    </a:cubicBezTo>
                    <a:cubicBezTo>
                      <a:pt x="30278" y="36145"/>
                      <a:pt x="33393" y="33460"/>
                      <a:pt x="35058" y="31688"/>
                    </a:cubicBezTo>
                    <a:cubicBezTo>
                      <a:pt x="37474" y="29164"/>
                      <a:pt x="39246" y="26694"/>
                      <a:pt x="40320" y="24278"/>
                    </a:cubicBezTo>
                    <a:cubicBezTo>
                      <a:pt x="41072" y="22667"/>
                      <a:pt x="41448" y="20895"/>
                      <a:pt x="41448" y="18961"/>
                    </a:cubicBezTo>
                    <a:cubicBezTo>
                      <a:pt x="41448" y="15686"/>
                      <a:pt x="40266" y="12893"/>
                      <a:pt x="38011" y="10638"/>
                    </a:cubicBezTo>
                    <a:cubicBezTo>
                      <a:pt x="35702" y="8383"/>
                      <a:pt x="32856" y="7255"/>
                      <a:pt x="29527" y="7255"/>
                    </a:cubicBezTo>
                    <a:cubicBezTo>
                      <a:pt x="26197" y="7255"/>
                      <a:pt x="23297" y="8383"/>
                      <a:pt x="20827" y="10692"/>
                    </a:cubicBezTo>
                    <a:cubicBezTo>
                      <a:pt x="18303" y="13001"/>
                      <a:pt x="16531" y="16706"/>
                      <a:pt x="15511" y="21807"/>
                    </a:cubicBezTo>
                    <a:lnTo>
                      <a:pt x="6919" y="20519"/>
                    </a:lnTo>
                    <a:cubicBezTo>
                      <a:pt x="7778" y="14236"/>
                      <a:pt x="10195" y="9296"/>
                      <a:pt x="14276" y="5644"/>
                    </a:cubicBezTo>
                    <a:cubicBezTo>
                      <a:pt x="18303" y="2046"/>
                      <a:pt x="23351" y="220"/>
                      <a:pt x="29366" y="220"/>
                    </a:cubicBezTo>
                    <a:cubicBezTo>
                      <a:pt x="33393" y="220"/>
                      <a:pt x="37044" y="1080"/>
                      <a:pt x="40320" y="2744"/>
                    </a:cubicBezTo>
                    <a:cubicBezTo>
                      <a:pt x="43596" y="4409"/>
                      <a:pt x="46012" y="6772"/>
                      <a:pt x="47677" y="9779"/>
                    </a:cubicBezTo>
                    <a:cubicBezTo>
                      <a:pt x="49342" y="12840"/>
                      <a:pt x="50147" y="15954"/>
                      <a:pt x="50147" y="19176"/>
                    </a:cubicBezTo>
                    <a:cubicBezTo>
                      <a:pt x="50147" y="23902"/>
                      <a:pt x="48482" y="28412"/>
                      <a:pt x="45099" y="32762"/>
                    </a:cubicBezTo>
                    <a:cubicBezTo>
                      <a:pt x="43059" y="35447"/>
                      <a:pt x="36991" y="40817"/>
                      <a:pt x="26949" y="48765"/>
                    </a:cubicBezTo>
                    <a:cubicBezTo>
                      <a:pt x="22599" y="52148"/>
                      <a:pt x="19431" y="54994"/>
                      <a:pt x="17283" y="57142"/>
                    </a:cubicBezTo>
                    <a:cubicBezTo>
                      <a:pt x="15189" y="59343"/>
                      <a:pt x="13578" y="61438"/>
                      <a:pt x="12558" y="63371"/>
                    </a:cubicBezTo>
                    <a:lnTo>
                      <a:pt x="44240" y="63371"/>
                    </a:lnTo>
                    <a:lnTo>
                      <a:pt x="42575" y="7137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4" name="Freihandform: Form 313">
                <a:extLst>
                  <a:ext uri="{FF2B5EF4-FFF2-40B4-BE49-F238E27FC236}">
                    <a16:creationId xmlns:a16="http://schemas.microsoft.com/office/drawing/2014/main" id="{4A2B0ED1-2953-43E0-68CC-328E76EFACD6}"/>
                  </a:ext>
                </a:extLst>
              </p:cNvPr>
              <p:cNvSpPr/>
              <p:nvPr/>
            </p:nvSpPr>
            <p:spPr>
              <a:xfrm>
                <a:off x="8123503" y="3616418"/>
                <a:ext cx="11974" cy="9880"/>
              </a:xfrm>
              <a:custGeom>
                <a:avLst/>
                <a:gdLst>
                  <a:gd name="connsiteX0" fmla="*/ 318 w 11974"/>
                  <a:gd name="connsiteY0" fmla="*/ 10101 h 9880"/>
                  <a:gd name="connsiteX1" fmla="*/ 2412 w 11974"/>
                  <a:gd name="connsiteY1" fmla="*/ 220 h 9880"/>
                  <a:gd name="connsiteX2" fmla="*/ 12293 w 11974"/>
                  <a:gd name="connsiteY2" fmla="*/ 220 h 9880"/>
                  <a:gd name="connsiteX3" fmla="*/ 10199 w 11974"/>
                  <a:gd name="connsiteY3" fmla="*/ 10101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18" y="10101"/>
                    </a:moveTo>
                    <a:lnTo>
                      <a:pt x="2412" y="220"/>
                    </a:lnTo>
                    <a:lnTo>
                      <a:pt x="12293" y="220"/>
                    </a:lnTo>
                    <a:lnTo>
                      <a:pt x="10199" y="1010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5" name="Freihandform: Form 314">
                <a:extLst>
                  <a:ext uri="{FF2B5EF4-FFF2-40B4-BE49-F238E27FC236}">
                    <a16:creationId xmlns:a16="http://schemas.microsoft.com/office/drawing/2014/main" id="{E7824477-D1AA-EB7F-569A-F8F3DD26B138}"/>
                  </a:ext>
                </a:extLst>
              </p:cNvPr>
              <p:cNvSpPr/>
              <p:nvPr/>
            </p:nvSpPr>
            <p:spPr>
              <a:xfrm>
                <a:off x="8159965" y="3555148"/>
                <a:ext cx="32810" cy="71151"/>
              </a:xfrm>
              <a:custGeom>
                <a:avLst/>
                <a:gdLst>
                  <a:gd name="connsiteX0" fmla="*/ 9503 w 32810"/>
                  <a:gd name="connsiteY0" fmla="*/ 71372 h 71151"/>
                  <a:gd name="connsiteX1" fmla="*/ 20672 w 32810"/>
                  <a:gd name="connsiteY1" fmla="*/ 17887 h 71151"/>
                  <a:gd name="connsiteX2" fmla="*/ 320 w 32810"/>
                  <a:gd name="connsiteY2" fmla="*/ 27016 h 71151"/>
                  <a:gd name="connsiteX3" fmla="*/ 1931 w 32810"/>
                  <a:gd name="connsiteY3" fmla="*/ 19069 h 71151"/>
                  <a:gd name="connsiteX4" fmla="*/ 14819 w 32810"/>
                  <a:gd name="connsiteY4" fmla="*/ 12249 h 71151"/>
                  <a:gd name="connsiteX5" fmla="*/ 24377 w 32810"/>
                  <a:gd name="connsiteY5" fmla="*/ 4946 h 71151"/>
                  <a:gd name="connsiteX6" fmla="*/ 28029 w 32810"/>
                  <a:gd name="connsiteY6" fmla="*/ 220 h 71151"/>
                  <a:gd name="connsiteX7" fmla="*/ 33130 w 32810"/>
                  <a:gd name="connsiteY7" fmla="*/ 220 h 71151"/>
                  <a:gd name="connsiteX8" fmla="*/ 18256 w 32810"/>
                  <a:gd name="connsiteY8" fmla="*/ 71372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03" y="71372"/>
                    </a:moveTo>
                    <a:lnTo>
                      <a:pt x="20672" y="17887"/>
                    </a:lnTo>
                    <a:cubicBezTo>
                      <a:pt x="15839" y="21700"/>
                      <a:pt x="9073" y="24707"/>
                      <a:pt x="320" y="27016"/>
                    </a:cubicBezTo>
                    <a:lnTo>
                      <a:pt x="1931" y="19069"/>
                    </a:lnTo>
                    <a:cubicBezTo>
                      <a:pt x="6281" y="17350"/>
                      <a:pt x="10577" y="15095"/>
                      <a:pt x="14819" y="12249"/>
                    </a:cubicBezTo>
                    <a:cubicBezTo>
                      <a:pt x="19061" y="9457"/>
                      <a:pt x="22229" y="7040"/>
                      <a:pt x="24377" y="4946"/>
                    </a:cubicBezTo>
                    <a:cubicBezTo>
                      <a:pt x="25666" y="3657"/>
                      <a:pt x="26901" y="2046"/>
                      <a:pt x="28029" y="220"/>
                    </a:cubicBezTo>
                    <a:lnTo>
                      <a:pt x="33130" y="220"/>
                    </a:lnTo>
                    <a:lnTo>
                      <a:pt x="18256" y="7137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316" name="Grafik 4">
              <a:extLst>
                <a:ext uri="{FF2B5EF4-FFF2-40B4-BE49-F238E27FC236}">
                  <a16:creationId xmlns:a16="http://schemas.microsoft.com/office/drawing/2014/main" id="{99B5033F-CE6A-EE5A-70AD-576D96EE2A13}"/>
                </a:ext>
              </a:extLst>
            </p:cNvPr>
            <p:cNvGrpSpPr/>
            <p:nvPr/>
          </p:nvGrpSpPr>
          <p:grpSpPr>
            <a:xfrm>
              <a:off x="7526309" y="3933144"/>
              <a:ext cx="664926" cy="73299"/>
              <a:chOff x="7526309" y="3933144"/>
              <a:chExt cx="664926" cy="73299"/>
            </a:xfrm>
            <a:solidFill>
              <a:srgbClr val="000000"/>
            </a:solidFill>
          </p:grpSpPr>
          <p:sp>
            <p:nvSpPr>
              <p:cNvPr id="317" name="Freihandform: Form 316">
                <a:extLst>
                  <a:ext uri="{FF2B5EF4-FFF2-40B4-BE49-F238E27FC236}">
                    <a16:creationId xmlns:a16="http://schemas.microsoft.com/office/drawing/2014/main" id="{6D48BE64-E98B-2038-D517-57E4C634DDBE}"/>
                  </a:ext>
                </a:extLst>
              </p:cNvPr>
              <p:cNvSpPr/>
              <p:nvPr/>
            </p:nvSpPr>
            <p:spPr>
              <a:xfrm>
                <a:off x="7526309" y="3934379"/>
                <a:ext cx="68949" cy="70829"/>
              </a:xfrm>
              <a:custGeom>
                <a:avLst/>
                <a:gdLst>
                  <a:gd name="connsiteX0" fmla="*/ 275 w 68949"/>
                  <a:gd name="connsiteY0" fmla="*/ 71077 h 70829"/>
                  <a:gd name="connsiteX1" fmla="*/ 15042 w 68949"/>
                  <a:gd name="connsiteY1" fmla="*/ 248 h 70829"/>
                  <a:gd name="connsiteX2" fmla="*/ 24547 w 68949"/>
                  <a:gd name="connsiteY2" fmla="*/ 248 h 70829"/>
                  <a:gd name="connsiteX3" fmla="*/ 17405 w 68949"/>
                  <a:gd name="connsiteY3" fmla="*/ 34347 h 70829"/>
                  <a:gd name="connsiteX4" fmla="*/ 55907 w 68949"/>
                  <a:gd name="connsiteY4" fmla="*/ 248 h 70829"/>
                  <a:gd name="connsiteX5" fmla="*/ 69225 w 68949"/>
                  <a:gd name="connsiteY5" fmla="*/ 248 h 70829"/>
                  <a:gd name="connsiteX6" fmla="*/ 36307 w 68949"/>
                  <a:gd name="connsiteY6" fmla="*/ 29084 h 70829"/>
                  <a:gd name="connsiteX7" fmla="*/ 60418 w 68949"/>
                  <a:gd name="connsiteY7" fmla="*/ 71077 h 70829"/>
                  <a:gd name="connsiteX8" fmla="*/ 49839 w 68949"/>
                  <a:gd name="connsiteY8" fmla="*/ 71077 h 70829"/>
                  <a:gd name="connsiteX9" fmla="*/ 29434 w 68949"/>
                  <a:gd name="connsiteY9" fmla="*/ 35152 h 70829"/>
                  <a:gd name="connsiteX10" fmla="*/ 14559 w 68949"/>
                  <a:gd name="connsiteY10" fmla="*/ 48094 h 70829"/>
                  <a:gd name="connsiteX11" fmla="*/ 9726 w 68949"/>
                  <a:gd name="connsiteY11" fmla="*/ 7107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275" y="71077"/>
                    </a:moveTo>
                    <a:lnTo>
                      <a:pt x="15042" y="248"/>
                    </a:lnTo>
                    <a:lnTo>
                      <a:pt x="24547" y="248"/>
                    </a:lnTo>
                    <a:lnTo>
                      <a:pt x="17405" y="34347"/>
                    </a:lnTo>
                    <a:lnTo>
                      <a:pt x="55907" y="248"/>
                    </a:lnTo>
                    <a:lnTo>
                      <a:pt x="69225" y="248"/>
                    </a:lnTo>
                    <a:lnTo>
                      <a:pt x="36307" y="29084"/>
                    </a:lnTo>
                    <a:lnTo>
                      <a:pt x="60418" y="71077"/>
                    </a:lnTo>
                    <a:lnTo>
                      <a:pt x="49839" y="71077"/>
                    </a:lnTo>
                    <a:lnTo>
                      <a:pt x="29434" y="35152"/>
                    </a:lnTo>
                    <a:lnTo>
                      <a:pt x="14559" y="48094"/>
                    </a:lnTo>
                    <a:lnTo>
                      <a:pt x="9726" y="7107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8" name="Freihandform: Form 317">
                <a:extLst>
                  <a:ext uri="{FF2B5EF4-FFF2-40B4-BE49-F238E27FC236}">
                    <a16:creationId xmlns:a16="http://schemas.microsoft.com/office/drawing/2014/main" id="{DE123BE4-A993-34AD-884C-D09C56098619}"/>
                  </a:ext>
                </a:extLst>
              </p:cNvPr>
              <p:cNvSpPr/>
              <p:nvPr/>
            </p:nvSpPr>
            <p:spPr>
              <a:xfrm>
                <a:off x="7585946" y="3934379"/>
                <a:ext cx="63043" cy="70829"/>
              </a:xfrm>
              <a:custGeom>
                <a:avLst/>
                <a:gdLst>
                  <a:gd name="connsiteX0" fmla="*/ 280 w 63043"/>
                  <a:gd name="connsiteY0" fmla="*/ 71077 h 70829"/>
                  <a:gd name="connsiteX1" fmla="*/ 40447 w 63043"/>
                  <a:gd name="connsiteY1" fmla="*/ 248 h 70829"/>
                  <a:gd name="connsiteX2" fmla="*/ 51616 w 63043"/>
                  <a:gd name="connsiteY2" fmla="*/ 248 h 70829"/>
                  <a:gd name="connsiteX3" fmla="*/ 63323 w 63043"/>
                  <a:gd name="connsiteY3" fmla="*/ 71077 h 70829"/>
                  <a:gd name="connsiteX4" fmla="*/ 54140 w 63043"/>
                  <a:gd name="connsiteY4" fmla="*/ 71077 h 70829"/>
                  <a:gd name="connsiteX5" fmla="*/ 50703 w 63043"/>
                  <a:gd name="connsiteY5" fmla="*/ 50671 h 70829"/>
                  <a:gd name="connsiteX6" fmla="*/ 22028 w 63043"/>
                  <a:gd name="connsiteY6" fmla="*/ 50671 h 70829"/>
                  <a:gd name="connsiteX7" fmla="*/ 10697 w 63043"/>
                  <a:gd name="connsiteY7" fmla="*/ 71077 h 70829"/>
                  <a:gd name="connsiteX8" fmla="*/ 280 w 63043"/>
                  <a:gd name="connsiteY8" fmla="*/ 71077 h 70829"/>
                  <a:gd name="connsiteX9" fmla="*/ 26109 w 63043"/>
                  <a:gd name="connsiteY9" fmla="*/ 43368 h 70829"/>
                  <a:gd name="connsiteX10" fmla="*/ 49522 w 63043"/>
                  <a:gd name="connsiteY10" fmla="*/ 43368 h 70829"/>
                  <a:gd name="connsiteX11" fmla="*/ 46783 w 63043"/>
                  <a:gd name="connsiteY11" fmla="*/ 25594 h 70829"/>
                  <a:gd name="connsiteX12" fmla="*/ 44796 w 63043"/>
                  <a:gd name="connsiteY12" fmla="*/ 7981 h 70829"/>
                  <a:gd name="connsiteX13" fmla="*/ 37762 w 63043"/>
                  <a:gd name="connsiteY13" fmla="*/ 2242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280" y="71077"/>
                    </a:moveTo>
                    <a:lnTo>
                      <a:pt x="40447" y="248"/>
                    </a:lnTo>
                    <a:lnTo>
                      <a:pt x="51616" y="248"/>
                    </a:lnTo>
                    <a:lnTo>
                      <a:pt x="63323" y="71077"/>
                    </a:lnTo>
                    <a:lnTo>
                      <a:pt x="54140" y="71077"/>
                    </a:lnTo>
                    <a:lnTo>
                      <a:pt x="50703" y="50671"/>
                    </a:lnTo>
                    <a:lnTo>
                      <a:pt x="22028" y="50671"/>
                    </a:lnTo>
                    <a:lnTo>
                      <a:pt x="10697" y="71077"/>
                    </a:lnTo>
                    <a:lnTo>
                      <a:pt x="280" y="71077"/>
                    </a:lnTo>
                    <a:moveTo>
                      <a:pt x="26109" y="43368"/>
                    </a:moveTo>
                    <a:lnTo>
                      <a:pt x="49522" y="43368"/>
                    </a:lnTo>
                    <a:lnTo>
                      <a:pt x="46783" y="25594"/>
                    </a:lnTo>
                    <a:cubicBezTo>
                      <a:pt x="45709" y="18559"/>
                      <a:pt x="45065" y="12652"/>
                      <a:pt x="44796" y="7981"/>
                    </a:cubicBezTo>
                    <a:cubicBezTo>
                      <a:pt x="43185" y="12008"/>
                      <a:pt x="40823" y="16841"/>
                      <a:pt x="37762" y="2242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19" name="Freihandform: Form 318">
                <a:extLst>
                  <a:ext uri="{FF2B5EF4-FFF2-40B4-BE49-F238E27FC236}">
                    <a16:creationId xmlns:a16="http://schemas.microsoft.com/office/drawing/2014/main" id="{1B885D1E-6068-6A2D-60A5-BD94E12D21FC}"/>
                  </a:ext>
                </a:extLst>
              </p:cNvPr>
              <p:cNvSpPr/>
              <p:nvPr/>
            </p:nvSpPr>
            <p:spPr>
              <a:xfrm>
                <a:off x="7663558" y="3933144"/>
                <a:ext cx="66211" cy="73245"/>
              </a:xfrm>
              <a:custGeom>
                <a:avLst/>
                <a:gdLst>
                  <a:gd name="connsiteX0" fmla="*/ 31215 w 66211"/>
                  <a:gd name="connsiteY0" fmla="*/ 44389 h 73245"/>
                  <a:gd name="connsiteX1" fmla="*/ 32934 w 66211"/>
                  <a:gd name="connsiteY1" fmla="*/ 36334 h 73245"/>
                  <a:gd name="connsiteX2" fmla="*/ 63918 w 66211"/>
                  <a:gd name="connsiteY2" fmla="*/ 36334 h 73245"/>
                  <a:gd name="connsiteX3" fmla="*/ 57904 w 66211"/>
                  <a:gd name="connsiteY3" fmla="*/ 65224 h 73245"/>
                  <a:gd name="connsiteX4" fmla="*/ 44533 w 66211"/>
                  <a:gd name="connsiteY4" fmla="*/ 71185 h 73245"/>
                  <a:gd name="connsiteX5" fmla="*/ 29819 w 66211"/>
                  <a:gd name="connsiteY5" fmla="*/ 73494 h 73245"/>
                  <a:gd name="connsiteX6" fmla="*/ 6728 w 66211"/>
                  <a:gd name="connsiteY6" fmla="*/ 64204 h 73245"/>
                  <a:gd name="connsiteX7" fmla="*/ 284 w 66211"/>
                  <a:gd name="connsiteY7" fmla="*/ 43959 h 73245"/>
                  <a:gd name="connsiteX8" fmla="*/ 5923 w 66211"/>
                  <a:gd name="connsiteY8" fmla="*/ 20707 h 73245"/>
                  <a:gd name="connsiteX9" fmla="*/ 20153 w 66211"/>
                  <a:gd name="connsiteY9" fmla="*/ 5242 h 73245"/>
                  <a:gd name="connsiteX10" fmla="*/ 39216 w 66211"/>
                  <a:gd name="connsiteY10" fmla="*/ 248 h 73245"/>
                  <a:gd name="connsiteX11" fmla="*/ 52749 w 66211"/>
                  <a:gd name="connsiteY11" fmla="*/ 2987 h 73245"/>
                  <a:gd name="connsiteX12" fmla="*/ 61931 w 66211"/>
                  <a:gd name="connsiteY12" fmla="*/ 10290 h 73245"/>
                  <a:gd name="connsiteX13" fmla="*/ 66496 w 66211"/>
                  <a:gd name="connsiteY13" fmla="*/ 22211 h 73245"/>
                  <a:gd name="connsiteX14" fmla="*/ 57206 w 66211"/>
                  <a:gd name="connsiteY14" fmla="*/ 23231 h 73245"/>
                  <a:gd name="connsiteX15" fmla="*/ 51030 w 66211"/>
                  <a:gd name="connsiteY15" fmla="*/ 12008 h 73245"/>
                  <a:gd name="connsiteX16" fmla="*/ 38894 w 66211"/>
                  <a:gd name="connsiteY16" fmla="*/ 8142 h 73245"/>
                  <a:gd name="connsiteX17" fmla="*/ 24556 w 66211"/>
                  <a:gd name="connsiteY17" fmla="*/ 12330 h 73245"/>
                  <a:gd name="connsiteX18" fmla="*/ 13870 w 66211"/>
                  <a:gd name="connsiteY18" fmla="*/ 24950 h 73245"/>
                  <a:gd name="connsiteX19" fmla="*/ 9897 w 66211"/>
                  <a:gd name="connsiteY19" fmla="*/ 44067 h 73245"/>
                  <a:gd name="connsiteX20" fmla="*/ 15159 w 66211"/>
                  <a:gd name="connsiteY20" fmla="*/ 60230 h 73245"/>
                  <a:gd name="connsiteX21" fmla="*/ 29712 w 66211"/>
                  <a:gd name="connsiteY21" fmla="*/ 65707 h 73245"/>
                  <a:gd name="connsiteX22" fmla="*/ 49580 w 66211"/>
                  <a:gd name="connsiteY22" fmla="*/ 59586 h 73245"/>
                  <a:gd name="connsiteX23" fmla="*/ 52749 w 66211"/>
                  <a:gd name="connsiteY23" fmla="*/ 44389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15" y="44389"/>
                    </a:moveTo>
                    <a:lnTo>
                      <a:pt x="32934" y="36334"/>
                    </a:lnTo>
                    <a:lnTo>
                      <a:pt x="63918" y="36334"/>
                    </a:lnTo>
                    <a:lnTo>
                      <a:pt x="57904" y="65224"/>
                    </a:lnTo>
                    <a:cubicBezTo>
                      <a:pt x="53984" y="67641"/>
                      <a:pt x="49527" y="69681"/>
                      <a:pt x="44533" y="71185"/>
                    </a:cubicBezTo>
                    <a:cubicBezTo>
                      <a:pt x="39539" y="72742"/>
                      <a:pt x="34652" y="73494"/>
                      <a:pt x="29819" y="73494"/>
                    </a:cubicBezTo>
                    <a:cubicBezTo>
                      <a:pt x="19509" y="73494"/>
                      <a:pt x="11830" y="70433"/>
                      <a:pt x="6728" y="64204"/>
                    </a:cubicBezTo>
                    <a:cubicBezTo>
                      <a:pt x="2432" y="58941"/>
                      <a:pt x="284" y="52175"/>
                      <a:pt x="284" y="43959"/>
                    </a:cubicBezTo>
                    <a:cubicBezTo>
                      <a:pt x="284" y="35421"/>
                      <a:pt x="2164" y="27688"/>
                      <a:pt x="5923" y="20707"/>
                    </a:cubicBezTo>
                    <a:cubicBezTo>
                      <a:pt x="9682" y="13726"/>
                      <a:pt x="14407" y="8571"/>
                      <a:pt x="20153" y="5242"/>
                    </a:cubicBezTo>
                    <a:cubicBezTo>
                      <a:pt x="25845" y="1913"/>
                      <a:pt x="32182" y="248"/>
                      <a:pt x="39216" y="248"/>
                    </a:cubicBezTo>
                    <a:cubicBezTo>
                      <a:pt x="44210" y="248"/>
                      <a:pt x="48721" y="1161"/>
                      <a:pt x="52749" y="2987"/>
                    </a:cubicBezTo>
                    <a:cubicBezTo>
                      <a:pt x="56722" y="4812"/>
                      <a:pt x="59783" y="7229"/>
                      <a:pt x="61931" y="10290"/>
                    </a:cubicBezTo>
                    <a:cubicBezTo>
                      <a:pt x="64026" y="13351"/>
                      <a:pt x="65583" y="17324"/>
                      <a:pt x="66496" y="22211"/>
                    </a:cubicBezTo>
                    <a:lnTo>
                      <a:pt x="57206" y="23231"/>
                    </a:lnTo>
                    <a:cubicBezTo>
                      <a:pt x="56239" y="18345"/>
                      <a:pt x="54145" y="14639"/>
                      <a:pt x="51030" y="12008"/>
                    </a:cubicBezTo>
                    <a:cubicBezTo>
                      <a:pt x="47862" y="9431"/>
                      <a:pt x="43835" y="8142"/>
                      <a:pt x="38894" y="8142"/>
                    </a:cubicBezTo>
                    <a:cubicBezTo>
                      <a:pt x="33793" y="8142"/>
                      <a:pt x="29014" y="9538"/>
                      <a:pt x="24556" y="12330"/>
                    </a:cubicBezTo>
                    <a:cubicBezTo>
                      <a:pt x="20099" y="15123"/>
                      <a:pt x="16555" y="19311"/>
                      <a:pt x="13870" y="24950"/>
                    </a:cubicBezTo>
                    <a:cubicBezTo>
                      <a:pt x="11239" y="30534"/>
                      <a:pt x="9897" y="36925"/>
                      <a:pt x="9897" y="44067"/>
                    </a:cubicBezTo>
                    <a:cubicBezTo>
                      <a:pt x="9897" y="51209"/>
                      <a:pt x="11669" y="56579"/>
                      <a:pt x="15159" y="60230"/>
                    </a:cubicBezTo>
                    <a:cubicBezTo>
                      <a:pt x="18703" y="63882"/>
                      <a:pt x="23536" y="65707"/>
                      <a:pt x="29712" y="65707"/>
                    </a:cubicBezTo>
                    <a:cubicBezTo>
                      <a:pt x="35887" y="65707"/>
                      <a:pt x="42492" y="63667"/>
                      <a:pt x="49580" y="59586"/>
                    </a:cubicBezTo>
                    <a:lnTo>
                      <a:pt x="52749" y="4438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0" name="Freihandform: Form 319">
                <a:extLst>
                  <a:ext uri="{FF2B5EF4-FFF2-40B4-BE49-F238E27FC236}">
                    <a16:creationId xmlns:a16="http://schemas.microsoft.com/office/drawing/2014/main" id="{E6780379-DED3-4D9C-AB49-1DF94374F081}"/>
                  </a:ext>
                </a:extLst>
              </p:cNvPr>
              <p:cNvSpPr/>
              <p:nvPr/>
            </p:nvSpPr>
            <p:spPr>
              <a:xfrm>
                <a:off x="7736729" y="3934057"/>
                <a:ext cx="49833" cy="71151"/>
              </a:xfrm>
              <a:custGeom>
                <a:avLst/>
                <a:gdLst>
                  <a:gd name="connsiteX0" fmla="*/ 290 w 49833"/>
                  <a:gd name="connsiteY0" fmla="*/ 71399 h 71151"/>
                  <a:gd name="connsiteX1" fmla="*/ 4049 w 49833"/>
                  <a:gd name="connsiteY1" fmla="*/ 60767 h 71151"/>
                  <a:gd name="connsiteX2" fmla="*/ 10385 w 49833"/>
                  <a:gd name="connsiteY2" fmla="*/ 52658 h 71151"/>
                  <a:gd name="connsiteX3" fmla="*/ 25636 w 49833"/>
                  <a:gd name="connsiteY3" fmla="*/ 39771 h 71151"/>
                  <a:gd name="connsiteX4" fmla="*/ 35033 w 49833"/>
                  <a:gd name="connsiteY4" fmla="*/ 31716 h 71151"/>
                  <a:gd name="connsiteX5" fmla="*/ 40296 w 49833"/>
                  <a:gd name="connsiteY5" fmla="*/ 24305 h 71151"/>
                  <a:gd name="connsiteX6" fmla="*/ 41424 w 49833"/>
                  <a:gd name="connsiteY6" fmla="*/ 18989 h 71151"/>
                  <a:gd name="connsiteX7" fmla="*/ 37987 w 49833"/>
                  <a:gd name="connsiteY7" fmla="*/ 10666 h 71151"/>
                  <a:gd name="connsiteX8" fmla="*/ 29503 w 49833"/>
                  <a:gd name="connsiteY8" fmla="*/ 7283 h 71151"/>
                  <a:gd name="connsiteX9" fmla="*/ 20803 w 49833"/>
                  <a:gd name="connsiteY9" fmla="*/ 10719 h 71151"/>
                  <a:gd name="connsiteX10" fmla="*/ 15487 w 49833"/>
                  <a:gd name="connsiteY10" fmla="*/ 21835 h 71151"/>
                  <a:gd name="connsiteX11" fmla="*/ 6895 w 49833"/>
                  <a:gd name="connsiteY11" fmla="*/ 20546 h 71151"/>
                  <a:gd name="connsiteX12" fmla="*/ 14252 w 49833"/>
                  <a:gd name="connsiteY12" fmla="*/ 5672 h 71151"/>
                  <a:gd name="connsiteX13" fmla="*/ 29341 w 49833"/>
                  <a:gd name="connsiteY13" fmla="*/ 248 h 71151"/>
                  <a:gd name="connsiteX14" fmla="*/ 40296 w 49833"/>
                  <a:gd name="connsiteY14" fmla="*/ 2772 h 71151"/>
                  <a:gd name="connsiteX15" fmla="*/ 47653 w 49833"/>
                  <a:gd name="connsiteY15" fmla="*/ 9806 h 71151"/>
                  <a:gd name="connsiteX16" fmla="*/ 50123 w 49833"/>
                  <a:gd name="connsiteY16" fmla="*/ 19204 h 71151"/>
                  <a:gd name="connsiteX17" fmla="*/ 45075 w 49833"/>
                  <a:gd name="connsiteY17" fmla="*/ 32790 h 71151"/>
                  <a:gd name="connsiteX18" fmla="*/ 26925 w 49833"/>
                  <a:gd name="connsiteY18" fmla="*/ 48792 h 71151"/>
                  <a:gd name="connsiteX19" fmla="*/ 17259 w 49833"/>
                  <a:gd name="connsiteY19" fmla="*/ 57169 h 71151"/>
                  <a:gd name="connsiteX20" fmla="*/ 12533 w 49833"/>
                  <a:gd name="connsiteY20" fmla="*/ 63398 h 71151"/>
                  <a:gd name="connsiteX21" fmla="*/ 44216 w 49833"/>
                  <a:gd name="connsiteY21" fmla="*/ 63398 h 71151"/>
                  <a:gd name="connsiteX22" fmla="*/ 42551 w 49833"/>
                  <a:gd name="connsiteY22" fmla="*/ 71399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290" y="71399"/>
                    </a:moveTo>
                    <a:cubicBezTo>
                      <a:pt x="1203" y="67157"/>
                      <a:pt x="2438" y="63667"/>
                      <a:pt x="4049" y="60767"/>
                    </a:cubicBezTo>
                    <a:cubicBezTo>
                      <a:pt x="5606" y="57921"/>
                      <a:pt x="7754" y="55236"/>
                      <a:pt x="10385" y="52658"/>
                    </a:cubicBezTo>
                    <a:cubicBezTo>
                      <a:pt x="13017" y="50134"/>
                      <a:pt x="18118" y="45839"/>
                      <a:pt x="25636" y="39771"/>
                    </a:cubicBezTo>
                    <a:cubicBezTo>
                      <a:pt x="30254" y="36173"/>
                      <a:pt x="33369" y="33488"/>
                      <a:pt x="35033" y="31716"/>
                    </a:cubicBezTo>
                    <a:cubicBezTo>
                      <a:pt x="37450" y="29192"/>
                      <a:pt x="39222" y="26722"/>
                      <a:pt x="40296" y="24305"/>
                    </a:cubicBezTo>
                    <a:cubicBezTo>
                      <a:pt x="41048" y="22694"/>
                      <a:pt x="41424" y="20922"/>
                      <a:pt x="41424" y="18989"/>
                    </a:cubicBezTo>
                    <a:cubicBezTo>
                      <a:pt x="41424" y="15713"/>
                      <a:pt x="40242" y="12921"/>
                      <a:pt x="37987" y="10666"/>
                    </a:cubicBezTo>
                    <a:cubicBezTo>
                      <a:pt x="35678" y="8410"/>
                      <a:pt x="32832" y="7283"/>
                      <a:pt x="29503" y="7283"/>
                    </a:cubicBezTo>
                    <a:cubicBezTo>
                      <a:pt x="26173" y="7283"/>
                      <a:pt x="23273" y="8410"/>
                      <a:pt x="20803" y="10719"/>
                    </a:cubicBezTo>
                    <a:cubicBezTo>
                      <a:pt x="18279" y="13028"/>
                      <a:pt x="16507" y="16734"/>
                      <a:pt x="15487" y="21835"/>
                    </a:cubicBezTo>
                    <a:lnTo>
                      <a:pt x="6895" y="20546"/>
                    </a:lnTo>
                    <a:cubicBezTo>
                      <a:pt x="7754" y="14263"/>
                      <a:pt x="10171" y="9323"/>
                      <a:pt x="14252" y="5672"/>
                    </a:cubicBezTo>
                    <a:cubicBezTo>
                      <a:pt x="18279" y="2074"/>
                      <a:pt x="23327" y="248"/>
                      <a:pt x="29341" y="248"/>
                    </a:cubicBezTo>
                    <a:cubicBezTo>
                      <a:pt x="33369" y="248"/>
                      <a:pt x="37020" y="1107"/>
                      <a:pt x="40296" y="2772"/>
                    </a:cubicBezTo>
                    <a:cubicBezTo>
                      <a:pt x="43572" y="4437"/>
                      <a:pt x="45988" y="6799"/>
                      <a:pt x="47653" y="9806"/>
                    </a:cubicBezTo>
                    <a:cubicBezTo>
                      <a:pt x="49317" y="12867"/>
                      <a:pt x="50123" y="15982"/>
                      <a:pt x="50123" y="19204"/>
                    </a:cubicBezTo>
                    <a:cubicBezTo>
                      <a:pt x="50123" y="23929"/>
                      <a:pt x="48458" y="28440"/>
                      <a:pt x="45075" y="32790"/>
                    </a:cubicBezTo>
                    <a:cubicBezTo>
                      <a:pt x="43035" y="35475"/>
                      <a:pt x="36967" y="40845"/>
                      <a:pt x="26925" y="48792"/>
                    </a:cubicBezTo>
                    <a:cubicBezTo>
                      <a:pt x="22575" y="52175"/>
                      <a:pt x="19407" y="55021"/>
                      <a:pt x="17259" y="57169"/>
                    </a:cubicBezTo>
                    <a:cubicBezTo>
                      <a:pt x="15165" y="59371"/>
                      <a:pt x="13554" y="61465"/>
                      <a:pt x="12533" y="63398"/>
                    </a:cubicBezTo>
                    <a:lnTo>
                      <a:pt x="44216" y="63398"/>
                    </a:lnTo>
                    <a:lnTo>
                      <a:pt x="42551" y="7139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1" name="Freihandform: Form 320">
                <a:extLst>
                  <a:ext uri="{FF2B5EF4-FFF2-40B4-BE49-F238E27FC236}">
                    <a16:creationId xmlns:a16="http://schemas.microsoft.com/office/drawing/2014/main" id="{8EF02CEA-ECD3-58BA-B6EA-7FF2C23556B5}"/>
                  </a:ext>
                </a:extLst>
              </p:cNvPr>
              <p:cNvSpPr/>
              <p:nvPr/>
            </p:nvSpPr>
            <p:spPr>
              <a:xfrm>
                <a:off x="7790497" y="3934379"/>
                <a:ext cx="49188" cy="70829"/>
              </a:xfrm>
              <a:custGeom>
                <a:avLst/>
                <a:gdLst>
                  <a:gd name="connsiteX0" fmla="*/ 25372 w 49188"/>
                  <a:gd name="connsiteY0" fmla="*/ 71077 h 70829"/>
                  <a:gd name="connsiteX1" fmla="*/ 29184 w 49188"/>
                  <a:gd name="connsiteY1" fmla="*/ 52981 h 70829"/>
                  <a:gd name="connsiteX2" fmla="*/ 294 w 49188"/>
                  <a:gd name="connsiteY2" fmla="*/ 52981 h 70829"/>
                  <a:gd name="connsiteX3" fmla="*/ 2120 w 49188"/>
                  <a:gd name="connsiteY3" fmla="*/ 44335 h 70829"/>
                  <a:gd name="connsiteX4" fmla="*/ 41804 w 49188"/>
                  <a:gd name="connsiteY4" fmla="*/ 248 h 70829"/>
                  <a:gd name="connsiteX5" fmla="*/ 48946 w 49188"/>
                  <a:gd name="connsiteY5" fmla="*/ 248 h 70829"/>
                  <a:gd name="connsiteX6" fmla="*/ 39495 w 49188"/>
                  <a:gd name="connsiteY6" fmla="*/ 45248 h 70829"/>
                  <a:gd name="connsiteX7" fmla="*/ 49483 w 49188"/>
                  <a:gd name="connsiteY7" fmla="*/ 45248 h 70829"/>
                  <a:gd name="connsiteX8" fmla="*/ 47872 w 49188"/>
                  <a:gd name="connsiteY8" fmla="*/ 52981 h 70829"/>
                  <a:gd name="connsiteX9" fmla="*/ 37937 w 49188"/>
                  <a:gd name="connsiteY9" fmla="*/ 52981 h 70829"/>
                  <a:gd name="connsiteX10" fmla="*/ 34125 w 49188"/>
                  <a:gd name="connsiteY10" fmla="*/ 71077 h 70829"/>
                  <a:gd name="connsiteX11" fmla="*/ 25372 w 49188"/>
                  <a:gd name="connsiteY11" fmla="*/ 71077 h 70829"/>
                  <a:gd name="connsiteX12" fmla="*/ 30795 w 49188"/>
                  <a:gd name="connsiteY12" fmla="*/ 45248 h 70829"/>
                  <a:gd name="connsiteX13" fmla="*/ 36971 w 49188"/>
                  <a:gd name="connsiteY13" fmla="*/ 15713 h 70829"/>
                  <a:gd name="connsiteX14" fmla="*/ 10551 w 49188"/>
                  <a:gd name="connsiteY14" fmla="*/ 4524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72" y="71077"/>
                    </a:moveTo>
                    <a:lnTo>
                      <a:pt x="29184" y="52981"/>
                    </a:lnTo>
                    <a:lnTo>
                      <a:pt x="294" y="52981"/>
                    </a:lnTo>
                    <a:lnTo>
                      <a:pt x="2120" y="44335"/>
                    </a:lnTo>
                    <a:lnTo>
                      <a:pt x="41804" y="248"/>
                    </a:lnTo>
                    <a:lnTo>
                      <a:pt x="48946" y="248"/>
                    </a:lnTo>
                    <a:lnTo>
                      <a:pt x="39495" y="45248"/>
                    </a:lnTo>
                    <a:lnTo>
                      <a:pt x="49483" y="45248"/>
                    </a:lnTo>
                    <a:lnTo>
                      <a:pt x="47872" y="52981"/>
                    </a:lnTo>
                    <a:lnTo>
                      <a:pt x="37937" y="52981"/>
                    </a:lnTo>
                    <a:lnTo>
                      <a:pt x="34125" y="71077"/>
                    </a:lnTo>
                    <a:lnTo>
                      <a:pt x="25372" y="71077"/>
                    </a:lnTo>
                    <a:moveTo>
                      <a:pt x="30795" y="45248"/>
                    </a:moveTo>
                    <a:lnTo>
                      <a:pt x="36971" y="15713"/>
                    </a:lnTo>
                    <a:lnTo>
                      <a:pt x="10551" y="452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2" name="Freihandform: Form 321">
                <a:extLst>
                  <a:ext uri="{FF2B5EF4-FFF2-40B4-BE49-F238E27FC236}">
                    <a16:creationId xmlns:a16="http://schemas.microsoft.com/office/drawing/2014/main" id="{6492BDB4-6997-78C2-DEE3-B3E09BBDB177}"/>
                  </a:ext>
                </a:extLst>
              </p:cNvPr>
              <p:cNvSpPr/>
              <p:nvPr/>
            </p:nvSpPr>
            <p:spPr>
              <a:xfrm>
                <a:off x="7847688" y="3934057"/>
                <a:ext cx="47899" cy="72332"/>
              </a:xfrm>
              <a:custGeom>
                <a:avLst/>
                <a:gdLst>
                  <a:gd name="connsiteX0" fmla="*/ 298 w 47899"/>
                  <a:gd name="connsiteY0" fmla="*/ 55182 h 72332"/>
                  <a:gd name="connsiteX1" fmla="*/ 8514 w 47899"/>
                  <a:gd name="connsiteY1" fmla="*/ 54323 h 72332"/>
                  <a:gd name="connsiteX2" fmla="*/ 11897 w 47899"/>
                  <a:gd name="connsiteY2" fmla="*/ 62808 h 72332"/>
                  <a:gd name="connsiteX3" fmla="*/ 18019 w 47899"/>
                  <a:gd name="connsiteY3" fmla="*/ 65331 h 72332"/>
                  <a:gd name="connsiteX4" fmla="*/ 27309 w 47899"/>
                  <a:gd name="connsiteY4" fmla="*/ 60982 h 72332"/>
                  <a:gd name="connsiteX5" fmla="*/ 36653 w 47899"/>
                  <a:gd name="connsiteY5" fmla="*/ 42617 h 72332"/>
                  <a:gd name="connsiteX6" fmla="*/ 28866 w 47899"/>
                  <a:gd name="connsiteY6" fmla="*/ 47342 h 72332"/>
                  <a:gd name="connsiteX7" fmla="*/ 21885 w 47899"/>
                  <a:gd name="connsiteY7" fmla="*/ 48738 h 72332"/>
                  <a:gd name="connsiteX8" fmla="*/ 10286 w 47899"/>
                  <a:gd name="connsiteY8" fmla="*/ 44389 h 72332"/>
                  <a:gd name="connsiteX9" fmla="*/ 3520 w 47899"/>
                  <a:gd name="connsiteY9" fmla="*/ 28172 h 72332"/>
                  <a:gd name="connsiteX10" fmla="*/ 11306 w 47899"/>
                  <a:gd name="connsiteY10" fmla="*/ 7605 h 72332"/>
                  <a:gd name="connsiteX11" fmla="*/ 27792 w 47899"/>
                  <a:gd name="connsiteY11" fmla="*/ 248 h 72332"/>
                  <a:gd name="connsiteX12" fmla="*/ 42398 w 47899"/>
                  <a:gd name="connsiteY12" fmla="*/ 6746 h 72332"/>
                  <a:gd name="connsiteX13" fmla="*/ 48198 w 47899"/>
                  <a:gd name="connsiteY13" fmla="*/ 25164 h 72332"/>
                  <a:gd name="connsiteX14" fmla="*/ 44331 w 47899"/>
                  <a:gd name="connsiteY14" fmla="*/ 47987 h 72332"/>
                  <a:gd name="connsiteX15" fmla="*/ 31927 w 47899"/>
                  <a:gd name="connsiteY15" fmla="*/ 67479 h 72332"/>
                  <a:gd name="connsiteX16" fmla="*/ 17535 w 47899"/>
                  <a:gd name="connsiteY16" fmla="*/ 72581 h 72332"/>
                  <a:gd name="connsiteX17" fmla="*/ 5561 w 47899"/>
                  <a:gd name="connsiteY17" fmla="*/ 68016 h 72332"/>
                  <a:gd name="connsiteX18" fmla="*/ 298 w 47899"/>
                  <a:gd name="connsiteY18" fmla="*/ 55182 h 72332"/>
                  <a:gd name="connsiteX19" fmla="*/ 11951 w 47899"/>
                  <a:gd name="connsiteY19" fmla="*/ 27151 h 72332"/>
                  <a:gd name="connsiteX20" fmla="*/ 15495 w 47899"/>
                  <a:gd name="connsiteY20" fmla="*/ 37784 h 72332"/>
                  <a:gd name="connsiteX21" fmla="*/ 23926 w 47899"/>
                  <a:gd name="connsiteY21" fmla="*/ 41704 h 72332"/>
                  <a:gd name="connsiteX22" fmla="*/ 31121 w 47899"/>
                  <a:gd name="connsiteY22" fmla="*/ 39287 h 72332"/>
                  <a:gd name="connsiteX23" fmla="*/ 37297 w 47899"/>
                  <a:gd name="connsiteY23" fmla="*/ 31877 h 72332"/>
                  <a:gd name="connsiteX24" fmla="*/ 39821 w 47899"/>
                  <a:gd name="connsiteY24" fmla="*/ 21835 h 72332"/>
                  <a:gd name="connsiteX25" fmla="*/ 38156 w 47899"/>
                  <a:gd name="connsiteY25" fmla="*/ 14263 h 72332"/>
                  <a:gd name="connsiteX26" fmla="*/ 33538 w 47899"/>
                  <a:gd name="connsiteY26" fmla="*/ 9055 h 72332"/>
                  <a:gd name="connsiteX27" fmla="*/ 27631 w 47899"/>
                  <a:gd name="connsiteY27" fmla="*/ 7283 h 72332"/>
                  <a:gd name="connsiteX28" fmla="*/ 21885 w 47899"/>
                  <a:gd name="connsiteY28" fmla="*/ 8840 h 72332"/>
                  <a:gd name="connsiteX29" fmla="*/ 16730 w 47899"/>
                  <a:gd name="connsiteY29" fmla="*/ 13350 h 72332"/>
                  <a:gd name="connsiteX30" fmla="*/ 13132 w 47899"/>
                  <a:gd name="connsiteY30" fmla="*/ 20224 h 72332"/>
                  <a:gd name="connsiteX31" fmla="*/ 11951 w 47899"/>
                  <a:gd name="connsiteY31" fmla="*/ 2715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298" y="55182"/>
                    </a:moveTo>
                    <a:lnTo>
                      <a:pt x="8514" y="54323"/>
                    </a:lnTo>
                    <a:cubicBezTo>
                      <a:pt x="9051" y="58297"/>
                      <a:pt x="10179" y="61143"/>
                      <a:pt x="11897" y="62808"/>
                    </a:cubicBezTo>
                    <a:cubicBezTo>
                      <a:pt x="13615" y="64472"/>
                      <a:pt x="15656" y="65331"/>
                      <a:pt x="18019" y="65331"/>
                    </a:cubicBezTo>
                    <a:cubicBezTo>
                      <a:pt x="21348" y="65331"/>
                      <a:pt x="24463" y="63882"/>
                      <a:pt x="27309" y="60982"/>
                    </a:cubicBezTo>
                    <a:cubicBezTo>
                      <a:pt x="31551" y="56686"/>
                      <a:pt x="34666" y="50618"/>
                      <a:pt x="36653" y="42617"/>
                    </a:cubicBezTo>
                    <a:cubicBezTo>
                      <a:pt x="33699" y="44818"/>
                      <a:pt x="31121" y="46376"/>
                      <a:pt x="28866" y="47342"/>
                    </a:cubicBezTo>
                    <a:cubicBezTo>
                      <a:pt x="26557" y="48255"/>
                      <a:pt x="24248" y="48738"/>
                      <a:pt x="21885" y="48738"/>
                    </a:cubicBezTo>
                    <a:cubicBezTo>
                      <a:pt x="17535" y="48738"/>
                      <a:pt x="13669" y="47288"/>
                      <a:pt x="10286" y="44389"/>
                    </a:cubicBezTo>
                    <a:cubicBezTo>
                      <a:pt x="5775" y="40630"/>
                      <a:pt x="3520" y="35206"/>
                      <a:pt x="3520" y="28172"/>
                    </a:cubicBezTo>
                    <a:cubicBezTo>
                      <a:pt x="3520" y="20170"/>
                      <a:pt x="6098" y="13297"/>
                      <a:pt x="11306" y="7605"/>
                    </a:cubicBezTo>
                    <a:cubicBezTo>
                      <a:pt x="15817" y="2718"/>
                      <a:pt x="21294" y="248"/>
                      <a:pt x="27792" y="248"/>
                    </a:cubicBezTo>
                    <a:cubicBezTo>
                      <a:pt x="33645" y="248"/>
                      <a:pt x="38532" y="2450"/>
                      <a:pt x="42398" y="6746"/>
                    </a:cubicBezTo>
                    <a:cubicBezTo>
                      <a:pt x="46265" y="11095"/>
                      <a:pt x="48198" y="17217"/>
                      <a:pt x="48198" y="25164"/>
                    </a:cubicBezTo>
                    <a:cubicBezTo>
                      <a:pt x="48198" y="32843"/>
                      <a:pt x="46909" y="40469"/>
                      <a:pt x="44331" y="47987"/>
                    </a:cubicBezTo>
                    <a:cubicBezTo>
                      <a:pt x="41271" y="56793"/>
                      <a:pt x="37136" y="63291"/>
                      <a:pt x="31927" y="67479"/>
                    </a:cubicBezTo>
                    <a:cubicBezTo>
                      <a:pt x="27685" y="70916"/>
                      <a:pt x="22852" y="72581"/>
                      <a:pt x="17535" y="72581"/>
                    </a:cubicBezTo>
                    <a:cubicBezTo>
                      <a:pt x="12649" y="72581"/>
                      <a:pt x="8675" y="71077"/>
                      <a:pt x="5561" y="68016"/>
                    </a:cubicBezTo>
                    <a:cubicBezTo>
                      <a:pt x="2446" y="65009"/>
                      <a:pt x="674" y="60713"/>
                      <a:pt x="298" y="55182"/>
                    </a:cubicBezTo>
                    <a:moveTo>
                      <a:pt x="11951" y="27151"/>
                    </a:moveTo>
                    <a:cubicBezTo>
                      <a:pt x="11951" y="31555"/>
                      <a:pt x="13132" y="35099"/>
                      <a:pt x="15495" y="37784"/>
                    </a:cubicBezTo>
                    <a:cubicBezTo>
                      <a:pt x="17858" y="40415"/>
                      <a:pt x="20704" y="41704"/>
                      <a:pt x="23926" y="41704"/>
                    </a:cubicBezTo>
                    <a:cubicBezTo>
                      <a:pt x="26342" y="41704"/>
                      <a:pt x="28759" y="40898"/>
                      <a:pt x="31121" y="39287"/>
                    </a:cubicBezTo>
                    <a:cubicBezTo>
                      <a:pt x="33538" y="37623"/>
                      <a:pt x="35578" y="35152"/>
                      <a:pt x="37297" y="31877"/>
                    </a:cubicBezTo>
                    <a:cubicBezTo>
                      <a:pt x="38962" y="28601"/>
                      <a:pt x="39821" y="25272"/>
                      <a:pt x="39821" y="21835"/>
                    </a:cubicBezTo>
                    <a:cubicBezTo>
                      <a:pt x="39821" y="19096"/>
                      <a:pt x="39284" y="16573"/>
                      <a:pt x="38156" y="14263"/>
                    </a:cubicBezTo>
                    <a:cubicBezTo>
                      <a:pt x="37028" y="11954"/>
                      <a:pt x="35471" y="10182"/>
                      <a:pt x="33538" y="9055"/>
                    </a:cubicBezTo>
                    <a:cubicBezTo>
                      <a:pt x="31605" y="7873"/>
                      <a:pt x="29618" y="7283"/>
                      <a:pt x="27631" y="7283"/>
                    </a:cubicBezTo>
                    <a:cubicBezTo>
                      <a:pt x="25698" y="7283"/>
                      <a:pt x="23765" y="7766"/>
                      <a:pt x="21885" y="8840"/>
                    </a:cubicBezTo>
                    <a:cubicBezTo>
                      <a:pt x="20059" y="9860"/>
                      <a:pt x="18287" y="11364"/>
                      <a:pt x="16730" y="13350"/>
                    </a:cubicBezTo>
                    <a:cubicBezTo>
                      <a:pt x="15119" y="15337"/>
                      <a:pt x="13938" y="17646"/>
                      <a:pt x="13132" y="20224"/>
                    </a:cubicBezTo>
                    <a:cubicBezTo>
                      <a:pt x="12327" y="22855"/>
                      <a:pt x="11951" y="25111"/>
                      <a:pt x="11951" y="271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3" name="Freihandform: Form 322">
                <a:extLst>
                  <a:ext uri="{FF2B5EF4-FFF2-40B4-BE49-F238E27FC236}">
                    <a16:creationId xmlns:a16="http://schemas.microsoft.com/office/drawing/2014/main" id="{F22AF2DC-4168-BA5B-3D66-CF8E8BE3B045}"/>
                  </a:ext>
                </a:extLst>
              </p:cNvPr>
              <p:cNvSpPr/>
              <p:nvPr/>
            </p:nvSpPr>
            <p:spPr>
              <a:xfrm>
                <a:off x="7903482" y="3934057"/>
                <a:ext cx="48436" cy="72386"/>
              </a:xfrm>
              <a:custGeom>
                <a:avLst/>
                <a:gdLst>
                  <a:gd name="connsiteX0" fmla="*/ 15230 w 48436"/>
                  <a:gd name="connsiteY0" fmla="*/ 32468 h 72386"/>
                  <a:gd name="connsiteX1" fmla="*/ 9270 w 48436"/>
                  <a:gd name="connsiteY1" fmla="*/ 26883 h 72386"/>
                  <a:gd name="connsiteX2" fmla="*/ 7283 w 48436"/>
                  <a:gd name="connsiteY2" fmla="*/ 19526 h 72386"/>
                  <a:gd name="connsiteX3" fmla="*/ 11955 w 48436"/>
                  <a:gd name="connsiteY3" fmla="*/ 7658 h 72386"/>
                  <a:gd name="connsiteX4" fmla="*/ 28709 w 48436"/>
                  <a:gd name="connsiteY4" fmla="*/ 248 h 72386"/>
                  <a:gd name="connsiteX5" fmla="*/ 43369 w 48436"/>
                  <a:gd name="connsiteY5" fmla="*/ 5242 h 72386"/>
                  <a:gd name="connsiteX6" fmla="*/ 48739 w 48436"/>
                  <a:gd name="connsiteY6" fmla="*/ 17539 h 72386"/>
                  <a:gd name="connsiteX7" fmla="*/ 45839 w 48436"/>
                  <a:gd name="connsiteY7" fmla="*/ 26829 h 72386"/>
                  <a:gd name="connsiteX8" fmla="*/ 36764 w 48436"/>
                  <a:gd name="connsiteY8" fmla="*/ 33488 h 72386"/>
                  <a:gd name="connsiteX9" fmla="*/ 42886 w 48436"/>
                  <a:gd name="connsiteY9" fmla="*/ 39126 h 72386"/>
                  <a:gd name="connsiteX10" fmla="*/ 45248 w 48436"/>
                  <a:gd name="connsiteY10" fmla="*/ 48255 h 72386"/>
                  <a:gd name="connsiteX11" fmla="*/ 38482 w 48436"/>
                  <a:gd name="connsiteY11" fmla="*/ 65224 h 72386"/>
                  <a:gd name="connsiteX12" fmla="*/ 20547 w 48436"/>
                  <a:gd name="connsiteY12" fmla="*/ 72635 h 72386"/>
                  <a:gd name="connsiteX13" fmla="*/ 5940 w 48436"/>
                  <a:gd name="connsiteY13" fmla="*/ 67157 h 72386"/>
                  <a:gd name="connsiteX14" fmla="*/ 302 w 48436"/>
                  <a:gd name="connsiteY14" fmla="*/ 53357 h 72386"/>
                  <a:gd name="connsiteX15" fmla="*/ 4276 w 48436"/>
                  <a:gd name="connsiteY15" fmla="*/ 39985 h 72386"/>
                  <a:gd name="connsiteX16" fmla="*/ 15230 w 48436"/>
                  <a:gd name="connsiteY16" fmla="*/ 32468 h 72386"/>
                  <a:gd name="connsiteX17" fmla="*/ 15875 w 48436"/>
                  <a:gd name="connsiteY17" fmla="*/ 19956 h 72386"/>
                  <a:gd name="connsiteX18" fmla="*/ 18828 w 48436"/>
                  <a:gd name="connsiteY18" fmla="*/ 27259 h 72386"/>
                  <a:gd name="connsiteX19" fmla="*/ 26883 w 48436"/>
                  <a:gd name="connsiteY19" fmla="*/ 30051 h 72386"/>
                  <a:gd name="connsiteX20" fmla="*/ 36603 w 48436"/>
                  <a:gd name="connsiteY20" fmla="*/ 26399 h 72386"/>
                  <a:gd name="connsiteX21" fmla="*/ 40362 w 48436"/>
                  <a:gd name="connsiteY21" fmla="*/ 17432 h 72386"/>
                  <a:gd name="connsiteX22" fmla="*/ 37408 w 48436"/>
                  <a:gd name="connsiteY22" fmla="*/ 10075 h 72386"/>
                  <a:gd name="connsiteX23" fmla="*/ 29353 w 48436"/>
                  <a:gd name="connsiteY23" fmla="*/ 7283 h 72386"/>
                  <a:gd name="connsiteX24" fmla="*/ 22265 w 48436"/>
                  <a:gd name="connsiteY24" fmla="*/ 9055 h 72386"/>
                  <a:gd name="connsiteX25" fmla="*/ 17486 w 48436"/>
                  <a:gd name="connsiteY25" fmla="*/ 13888 h 72386"/>
                  <a:gd name="connsiteX26" fmla="*/ 15875 w 48436"/>
                  <a:gd name="connsiteY26" fmla="*/ 19956 h 72386"/>
                  <a:gd name="connsiteX27" fmla="*/ 9055 w 48436"/>
                  <a:gd name="connsiteY27" fmla="*/ 54108 h 72386"/>
                  <a:gd name="connsiteX28" fmla="*/ 10505 w 48436"/>
                  <a:gd name="connsiteY28" fmla="*/ 59747 h 72386"/>
                  <a:gd name="connsiteX29" fmla="*/ 14855 w 48436"/>
                  <a:gd name="connsiteY29" fmla="*/ 64043 h 72386"/>
                  <a:gd name="connsiteX30" fmla="*/ 21459 w 48436"/>
                  <a:gd name="connsiteY30" fmla="*/ 65654 h 72386"/>
                  <a:gd name="connsiteX31" fmla="*/ 32951 w 48436"/>
                  <a:gd name="connsiteY31" fmla="*/ 58995 h 72386"/>
                  <a:gd name="connsiteX32" fmla="*/ 36442 w 48436"/>
                  <a:gd name="connsiteY32" fmla="*/ 47718 h 72386"/>
                  <a:gd name="connsiteX33" fmla="*/ 33220 w 48436"/>
                  <a:gd name="connsiteY33" fmla="*/ 39663 h 72386"/>
                  <a:gd name="connsiteX34" fmla="*/ 24789 w 48436"/>
                  <a:gd name="connsiteY34" fmla="*/ 36495 h 72386"/>
                  <a:gd name="connsiteX35" fmla="*/ 13673 w 48436"/>
                  <a:gd name="connsiteY35" fmla="*/ 41382 h 72386"/>
                  <a:gd name="connsiteX36" fmla="*/ 9055 w 48436"/>
                  <a:gd name="connsiteY36" fmla="*/ 54108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30" y="32468"/>
                    </a:moveTo>
                    <a:cubicBezTo>
                      <a:pt x="12599" y="31018"/>
                      <a:pt x="10612" y="29138"/>
                      <a:pt x="9270" y="26883"/>
                    </a:cubicBezTo>
                    <a:cubicBezTo>
                      <a:pt x="7927" y="24574"/>
                      <a:pt x="7283" y="22157"/>
                      <a:pt x="7283" y="19526"/>
                    </a:cubicBezTo>
                    <a:cubicBezTo>
                      <a:pt x="7283" y="15284"/>
                      <a:pt x="8840" y="11310"/>
                      <a:pt x="11955" y="7658"/>
                    </a:cubicBezTo>
                    <a:cubicBezTo>
                      <a:pt x="16036" y="2718"/>
                      <a:pt x="21674" y="248"/>
                      <a:pt x="28709" y="248"/>
                    </a:cubicBezTo>
                    <a:cubicBezTo>
                      <a:pt x="34938" y="248"/>
                      <a:pt x="39825" y="1913"/>
                      <a:pt x="43369" y="5242"/>
                    </a:cubicBezTo>
                    <a:cubicBezTo>
                      <a:pt x="46967" y="8571"/>
                      <a:pt x="48739" y="12652"/>
                      <a:pt x="48739" y="17539"/>
                    </a:cubicBezTo>
                    <a:cubicBezTo>
                      <a:pt x="48739" y="20976"/>
                      <a:pt x="47772" y="24090"/>
                      <a:pt x="45839" y="26829"/>
                    </a:cubicBezTo>
                    <a:cubicBezTo>
                      <a:pt x="43906" y="29621"/>
                      <a:pt x="40899" y="31823"/>
                      <a:pt x="36764" y="33488"/>
                    </a:cubicBezTo>
                    <a:cubicBezTo>
                      <a:pt x="39610" y="35260"/>
                      <a:pt x="41651" y="37139"/>
                      <a:pt x="42886" y="39126"/>
                    </a:cubicBezTo>
                    <a:cubicBezTo>
                      <a:pt x="44443" y="41704"/>
                      <a:pt x="45248" y="44765"/>
                      <a:pt x="45248" y="48255"/>
                    </a:cubicBezTo>
                    <a:cubicBezTo>
                      <a:pt x="45248" y="54592"/>
                      <a:pt x="42993" y="60230"/>
                      <a:pt x="38482" y="65224"/>
                    </a:cubicBezTo>
                    <a:cubicBezTo>
                      <a:pt x="33971" y="70164"/>
                      <a:pt x="28011" y="72635"/>
                      <a:pt x="20547" y="72635"/>
                    </a:cubicBezTo>
                    <a:cubicBezTo>
                      <a:pt x="14586" y="72635"/>
                      <a:pt x="9699" y="70809"/>
                      <a:pt x="5940" y="67157"/>
                    </a:cubicBezTo>
                    <a:cubicBezTo>
                      <a:pt x="2182" y="63452"/>
                      <a:pt x="302" y="58888"/>
                      <a:pt x="302" y="53357"/>
                    </a:cubicBezTo>
                    <a:cubicBezTo>
                      <a:pt x="302" y="48201"/>
                      <a:pt x="1645" y="43744"/>
                      <a:pt x="4276" y="39985"/>
                    </a:cubicBezTo>
                    <a:cubicBezTo>
                      <a:pt x="6961" y="36280"/>
                      <a:pt x="10612" y="33756"/>
                      <a:pt x="15230" y="32468"/>
                    </a:cubicBezTo>
                    <a:moveTo>
                      <a:pt x="15875" y="19956"/>
                    </a:moveTo>
                    <a:cubicBezTo>
                      <a:pt x="15875" y="22963"/>
                      <a:pt x="16895" y="25379"/>
                      <a:pt x="18828" y="27259"/>
                    </a:cubicBezTo>
                    <a:cubicBezTo>
                      <a:pt x="20761" y="29085"/>
                      <a:pt x="23446" y="30051"/>
                      <a:pt x="26883" y="30051"/>
                    </a:cubicBezTo>
                    <a:cubicBezTo>
                      <a:pt x="30857" y="30051"/>
                      <a:pt x="34133" y="28816"/>
                      <a:pt x="36603" y="26399"/>
                    </a:cubicBezTo>
                    <a:cubicBezTo>
                      <a:pt x="39127" y="23929"/>
                      <a:pt x="40362" y="20976"/>
                      <a:pt x="40362" y="17432"/>
                    </a:cubicBezTo>
                    <a:cubicBezTo>
                      <a:pt x="40362" y="14425"/>
                      <a:pt x="39395" y="11954"/>
                      <a:pt x="37408" y="10075"/>
                    </a:cubicBezTo>
                    <a:cubicBezTo>
                      <a:pt x="35475" y="8195"/>
                      <a:pt x="32790" y="7283"/>
                      <a:pt x="29353" y="7283"/>
                    </a:cubicBezTo>
                    <a:cubicBezTo>
                      <a:pt x="26776" y="7283"/>
                      <a:pt x="24413" y="7873"/>
                      <a:pt x="22265" y="9055"/>
                    </a:cubicBezTo>
                    <a:cubicBezTo>
                      <a:pt x="20117" y="10236"/>
                      <a:pt x="18506" y="11847"/>
                      <a:pt x="17486" y="13888"/>
                    </a:cubicBezTo>
                    <a:cubicBezTo>
                      <a:pt x="16412" y="15982"/>
                      <a:pt x="15875" y="17969"/>
                      <a:pt x="15875" y="19956"/>
                    </a:cubicBezTo>
                    <a:moveTo>
                      <a:pt x="9055" y="54108"/>
                    </a:moveTo>
                    <a:cubicBezTo>
                      <a:pt x="9055" y="56041"/>
                      <a:pt x="9538" y="57975"/>
                      <a:pt x="10505" y="59747"/>
                    </a:cubicBezTo>
                    <a:cubicBezTo>
                      <a:pt x="11471" y="61572"/>
                      <a:pt x="12921" y="62969"/>
                      <a:pt x="14855" y="64043"/>
                    </a:cubicBezTo>
                    <a:cubicBezTo>
                      <a:pt x="16788" y="65117"/>
                      <a:pt x="18989" y="65654"/>
                      <a:pt x="21459" y="65654"/>
                    </a:cubicBezTo>
                    <a:cubicBezTo>
                      <a:pt x="26185" y="65654"/>
                      <a:pt x="29998" y="63452"/>
                      <a:pt x="32951" y="58995"/>
                    </a:cubicBezTo>
                    <a:cubicBezTo>
                      <a:pt x="35260" y="55504"/>
                      <a:pt x="36442" y="51745"/>
                      <a:pt x="36442" y="47718"/>
                    </a:cubicBezTo>
                    <a:cubicBezTo>
                      <a:pt x="36442" y="44442"/>
                      <a:pt x="35368" y="41757"/>
                      <a:pt x="33220" y="39663"/>
                    </a:cubicBezTo>
                    <a:cubicBezTo>
                      <a:pt x="31072" y="37569"/>
                      <a:pt x="28279" y="36495"/>
                      <a:pt x="24789" y="36495"/>
                    </a:cubicBezTo>
                    <a:cubicBezTo>
                      <a:pt x="20386" y="36495"/>
                      <a:pt x="16680" y="38160"/>
                      <a:pt x="13673" y="41382"/>
                    </a:cubicBezTo>
                    <a:cubicBezTo>
                      <a:pt x="10612" y="44657"/>
                      <a:pt x="9055" y="48899"/>
                      <a:pt x="9055" y="5410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4" name="Freihandform: Form 323">
                <a:extLst>
                  <a:ext uri="{FF2B5EF4-FFF2-40B4-BE49-F238E27FC236}">
                    <a16:creationId xmlns:a16="http://schemas.microsoft.com/office/drawing/2014/main" id="{79DAC77E-6DE9-F900-E62C-CA30D86D4D92}"/>
                  </a:ext>
                </a:extLst>
              </p:cNvPr>
              <p:cNvSpPr/>
              <p:nvPr/>
            </p:nvSpPr>
            <p:spPr>
              <a:xfrm>
                <a:off x="7957774" y="3934057"/>
                <a:ext cx="47899" cy="72332"/>
              </a:xfrm>
              <a:custGeom>
                <a:avLst/>
                <a:gdLst>
                  <a:gd name="connsiteX0" fmla="*/ 306 w 47899"/>
                  <a:gd name="connsiteY0" fmla="*/ 55182 h 72332"/>
                  <a:gd name="connsiteX1" fmla="*/ 8522 w 47899"/>
                  <a:gd name="connsiteY1" fmla="*/ 54323 h 72332"/>
                  <a:gd name="connsiteX2" fmla="*/ 11905 w 47899"/>
                  <a:gd name="connsiteY2" fmla="*/ 62808 h 72332"/>
                  <a:gd name="connsiteX3" fmla="*/ 18027 w 47899"/>
                  <a:gd name="connsiteY3" fmla="*/ 65331 h 72332"/>
                  <a:gd name="connsiteX4" fmla="*/ 27317 w 47899"/>
                  <a:gd name="connsiteY4" fmla="*/ 60982 h 72332"/>
                  <a:gd name="connsiteX5" fmla="*/ 36661 w 47899"/>
                  <a:gd name="connsiteY5" fmla="*/ 42617 h 72332"/>
                  <a:gd name="connsiteX6" fmla="*/ 28874 w 47899"/>
                  <a:gd name="connsiteY6" fmla="*/ 47342 h 72332"/>
                  <a:gd name="connsiteX7" fmla="*/ 21893 w 47899"/>
                  <a:gd name="connsiteY7" fmla="*/ 48738 h 72332"/>
                  <a:gd name="connsiteX8" fmla="*/ 10294 w 47899"/>
                  <a:gd name="connsiteY8" fmla="*/ 44389 h 72332"/>
                  <a:gd name="connsiteX9" fmla="*/ 3528 w 47899"/>
                  <a:gd name="connsiteY9" fmla="*/ 28172 h 72332"/>
                  <a:gd name="connsiteX10" fmla="*/ 11314 w 47899"/>
                  <a:gd name="connsiteY10" fmla="*/ 7605 h 72332"/>
                  <a:gd name="connsiteX11" fmla="*/ 27800 w 47899"/>
                  <a:gd name="connsiteY11" fmla="*/ 248 h 72332"/>
                  <a:gd name="connsiteX12" fmla="*/ 42406 w 47899"/>
                  <a:gd name="connsiteY12" fmla="*/ 6746 h 72332"/>
                  <a:gd name="connsiteX13" fmla="*/ 48206 w 47899"/>
                  <a:gd name="connsiteY13" fmla="*/ 25164 h 72332"/>
                  <a:gd name="connsiteX14" fmla="*/ 44339 w 47899"/>
                  <a:gd name="connsiteY14" fmla="*/ 47987 h 72332"/>
                  <a:gd name="connsiteX15" fmla="*/ 31935 w 47899"/>
                  <a:gd name="connsiteY15" fmla="*/ 67479 h 72332"/>
                  <a:gd name="connsiteX16" fmla="*/ 17544 w 47899"/>
                  <a:gd name="connsiteY16" fmla="*/ 72581 h 72332"/>
                  <a:gd name="connsiteX17" fmla="*/ 5569 w 47899"/>
                  <a:gd name="connsiteY17" fmla="*/ 68016 h 72332"/>
                  <a:gd name="connsiteX18" fmla="*/ 306 w 47899"/>
                  <a:gd name="connsiteY18" fmla="*/ 55182 h 72332"/>
                  <a:gd name="connsiteX19" fmla="*/ 11959 w 47899"/>
                  <a:gd name="connsiteY19" fmla="*/ 27151 h 72332"/>
                  <a:gd name="connsiteX20" fmla="*/ 15503 w 47899"/>
                  <a:gd name="connsiteY20" fmla="*/ 37784 h 72332"/>
                  <a:gd name="connsiteX21" fmla="*/ 23934 w 47899"/>
                  <a:gd name="connsiteY21" fmla="*/ 41704 h 72332"/>
                  <a:gd name="connsiteX22" fmla="*/ 31129 w 47899"/>
                  <a:gd name="connsiteY22" fmla="*/ 39287 h 72332"/>
                  <a:gd name="connsiteX23" fmla="*/ 37305 w 47899"/>
                  <a:gd name="connsiteY23" fmla="*/ 31877 h 72332"/>
                  <a:gd name="connsiteX24" fmla="*/ 39829 w 47899"/>
                  <a:gd name="connsiteY24" fmla="*/ 21835 h 72332"/>
                  <a:gd name="connsiteX25" fmla="*/ 38164 w 47899"/>
                  <a:gd name="connsiteY25" fmla="*/ 14263 h 72332"/>
                  <a:gd name="connsiteX26" fmla="*/ 33546 w 47899"/>
                  <a:gd name="connsiteY26" fmla="*/ 9055 h 72332"/>
                  <a:gd name="connsiteX27" fmla="*/ 27639 w 47899"/>
                  <a:gd name="connsiteY27" fmla="*/ 7283 h 72332"/>
                  <a:gd name="connsiteX28" fmla="*/ 21893 w 47899"/>
                  <a:gd name="connsiteY28" fmla="*/ 8840 h 72332"/>
                  <a:gd name="connsiteX29" fmla="*/ 16738 w 47899"/>
                  <a:gd name="connsiteY29" fmla="*/ 13350 h 72332"/>
                  <a:gd name="connsiteX30" fmla="*/ 13140 w 47899"/>
                  <a:gd name="connsiteY30" fmla="*/ 20224 h 72332"/>
                  <a:gd name="connsiteX31" fmla="*/ 11959 w 47899"/>
                  <a:gd name="connsiteY31" fmla="*/ 2715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06" y="55182"/>
                    </a:moveTo>
                    <a:lnTo>
                      <a:pt x="8522" y="54323"/>
                    </a:lnTo>
                    <a:cubicBezTo>
                      <a:pt x="9059" y="58297"/>
                      <a:pt x="10187" y="61143"/>
                      <a:pt x="11905" y="62808"/>
                    </a:cubicBezTo>
                    <a:cubicBezTo>
                      <a:pt x="13623" y="64472"/>
                      <a:pt x="15664" y="65331"/>
                      <a:pt x="18027" y="65331"/>
                    </a:cubicBezTo>
                    <a:cubicBezTo>
                      <a:pt x="21356" y="65331"/>
                      <a:pt x="24471" y="63882"/>
                      <a:pt x="27317" y="60982"/>
                    </a:cubicBezTo>
                    <a:cubicBezTo>
                      <a:pt x="31559" y="56686"/>
                      <a:pt x="34674" y="50618"/>
                      <a:pt x="36661" y="42617"/>
                    </a:cubicBezTo>
                    <a:cubicBezTo>
                      <a:pt x="33707" y="44818"/>
                      <a:pt x="31129" y="46376"/>
                      <a:pt x="28874" y="47342"/>
                    </a:cubicBezTo>
                    <a:cubicBezTo>
                      <a:pt x="26565" y="48255"/>
                      <a:pt x="24256" y="48738"/>
                      <a:pt x="21893" y="48738"/>
                    </a:cubicBezTo>
                    <a:cubicBezTo>
                      <a:pt x="17544" y="48738"/>
                      <a:pt x="13677" y="47288"/>
                      <a:pt x="10294" y="44389"/>
                    </a:cubicBezTo>
                    <a:cubicBezTo>
                      <a:pt x="5783" y="40630"/>
                      <a:pt x="3528" y="35206"/>
                      <a:pt x="3528" y="28172"/>
                    </a:cubicBezTo>
                    <a:cubicBezTo>
                      <a:pt x="3528" y="20170"/>
                      <a:pt x="6106" y="13297"/>
                      <a:pt x="11314" y="7605"/>
                    </a:cubicBezTo>
                    <a:cubicBezTo>
                      <a:pt x="15825" y="2718"/>
                      <a:pt x="21302" y="248"/>
                      <a:pt x="27800" y="248"/>
                    </a:cubicBezTo>
                    <a:cubicBezTo>
                      <a:pt x="33653" y="248"/>
                      <a:pt x="38540" y="2450"/>
                      <a:pt x="42406" y="6746"/>
                    </a:cubicBezTo>
                    <a:cubicBezTo>
                      <a:pt x="46273" y="11095"/>
                      <a:pt x="48206" y="17217"/>
                      <a:pt x="48206" y="25164"/>
                    </a:cubicBezTo>
                    <a:cubicBezTo>
                      <a:pt x="48206" y="32843"/>
                      <a:pt x="46917" y="40469"/>
                      <a:pt x="44339" y="47987"/>
                    </a:cubicBezTo>
                    <a:cubicBezTo>
                      <a:pt x="41279" y="56793"/>
                      <a:pt x="37144" y="63291"/>
                      <a:pt x="31935" y="67479"/>
                    </a:cubicBezTo>
                    <a:cubicBezTo>
                      <a:pt x="27693" y="70916"/>
                      <a:pt x="22860" y="72581"/>
                      <a:pt x="17544" y="72581"/>
                    </a:cubicBezTo>
                    <a:cubicBezTo>
                      <a:pt x="12657" y="72581"/>
                      <a:pt x="8683" y="71077"/>
                      <a:pt x="5569" y="68016"/>
                    </a:cubicBezTo>
                    <a:cubicBezTo>
                      <a:pt x="2454" y="65009"/>
                      <a:pt x="682" y="60713"/>
                      <a:pt x="306" y="55182"/>
                    </a:cubicBezTo>
                    <a:moveTo>
                      <a:pt x="11959" y="27151"/>
                    </a:moveTo>
                    <a:cubicBezTo>
                      <a:pt x="11959" y="31555"/>
                      <a:pt x="13140" y="35099"/>
                      <a:pt x="15503" y="37784"/>
                    </a:cubicBezTo>
                    <a:cubicBezTo>
                      <a:pt x="17866" y="40415"/>
                      <a:pt x="20712" y="41704"/>
                      <a:pt x="23934" y="41704"/>
                    </a:cubicBezTo>
                    <a:cubicBezTo>
                      <a:pt x="26350" y="41704"/>
                      <a:pt x="28767" y="40898"/>
                      <a:pt x="31129" y="39287"/>
                    </a:cubicBezTo>
                    <a:cubicBezTo>
                      <a:pt x="33546" y="37623"/>
                      <a:pt x="35586" y="35152"/>
                      <a:pt x="37305" y="31877"/>
                    </a:cubicBezTo>
                    <a:cubicBezTo>
                      <a:pt x="38970" y="28601"/>
                      <a:pt x="39829" y="25272"/>
                      <a:pt x="39829" y="21835"/>
                    </a:cubicBezTo>
                    <a:cubicBezTo>
                      <a:pt x="39829" y="19096"/>
                      <a:pt x="39292" y="16573"/>
                      <a:pt x="38164" y="14263"/>
                    </a:cubicBezTo>
                    <a:cubicBezTo>
                      <a:pt x="37036" y="11954"/>
                      <a:pt x="35479" y="10182"/>
                      <a:pt x="33546" y="9055"/>
                    </a:cubicBezTo>
                    <a:cubicBezTo>
                      <a:pt x="31613" y="7873"/>
                      <a:pt x="29626" y="7283"/>
                      <a:pt x="27639" y="7283"/>
                    </a:cubicBezTo>
                    <a:cubicBezTo>
                      <a:pt x="25706" y="7283"/>
                      <a:pt x="23773" y="7766"/>
                      <a:pt x="21893" y="8840"/>
                    </a:cubicBezTo>
                    <a:cubicBezTo>
                      <a:pt x="20067" y="9860"/>
                      <a:pt x="18295" y="11364"/>
                      <a:pt x="16738" y="13350"/>
                    </a:cubicBezTo>
                    <a:cubicBezTo>
                      <a:pt x="15127" y="15337"/>
                      <a:pt x="13946" y="17646"/>
                      <a:pt x="13140" y="20224"/>
                    </a:cubicBezTo>
                    <a:cubicBezTo>
                      <a:pt x="12335" y="22855"/>
                      <a:pt x="11959" y="25111"/>
                      <a:pt x="11959" y="271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5" name="Freihandform: Form 324">
                <a:extLst>
                  <a:ext uri="{FF2B5EF4-FFF2-40B4-BE49-F238E27FC236}">
                    <a16:creationId xmlns:a16="http://schemas.microsoft.com/office/drawing/2014/main" id="{CD959BC1-EE62-5E17-B804-D68384B240E1}"/>
                  </a:ext>
                </a:extLst>
              </p:cNvPr>
              <p:cNvSpPr/>
              <p:nvPr/>
            </p:nvSpPr>
            <p:spPr>
              <a:xfrm>
                <a:off x="8013045" y="3935345"/>
                <a:ext cx="49779" cy="71044"/>
              </a:xfrm>
              <a:custGeom>
                <a:avLst/>
                <a:gdLst>
                  <a:gd name="connsiteX0" fmla="*/ 364 w 49779"/>
                  <a:gd name="connsiteY0" fmla="*/ 49866 h 71044"/>
                  <a:gd name="connsiteX1" fmla="*/ 9224 w 49779"/>
                  <a:gd name="connsiteY1" fmla="*/ 49007 h 71044"/>
                  <a:gd name="connsiteX2" fmla="*/ 9117 w 49779"/>
                  <a:gd name="connsiteY2" fmla="*/ 51262 h 71044"/>
                  <a:gd name="connsiteX3" fmla="*/ 10781 w 49779"/>
                  <a:gd name="connsiteY3" fmla="*/ 57706 h 71044"/>
                  <a:gd name="connsiteX4" fmla="*/ 15185 w 49779"/>
                  <a:gd name="connsiteY4" fmla="*/ 62646 h 71044"/>
                  <a:gd name="connsiteX5" fmla="*/ 21038 w 49779"/>
                  <a:gd name="connsiteY5" fmla="*/ 64365 h 71044"/>
                  <a:gd name="connsiteX6" fmla="*/ 29308 w 49779"/>
                  <a:gd name="connsiteY6" fmla="*/ 61572 h 71044"/>
                  <a:gd name="connsiteX7" fmla="*/ 36127 w 49779"/>
                  <a:gd name="connsiteY7" fmla="*/ 53410 h 71044"/>
                  <a:gd name="connsiteX8" fmla="*/ 38705 w 49779"/>
                  <a:gd name="connsiteY8" fmla="*/ 42778 h 71044"/>
                  <a:gd name="connsiteX9" fmla="*/ 35215 w 49779"/>
                  <a:gd name="connsiteY9" fmla="*/ 33219 h 71044"/>
                  <a:gd name="connsiteX10" fmla="*/ 26032 w 49779"/>
                  <a:gd name="connsiteY10" fmla="*/ 29675 h 71044"/>
                  <a:gd name="connsiteX11" fmla="*/ 18783 w 49779"/>
                  <a:gd name="connsiteY11" fmla="*/ 31501 h 71044"/>
                  <a:gd name="connsiteX12" fmla="*/ 12446 w 49779"/>
                  <a:gd name="connsiteY12" fmla="*/ 37032 h 71044"/>
                  <a:gd name="connsiteX13" fmla="*/ 4767 w 49779"/>
                  <a:gd name="connsiteY13" fmla="*/ 36495 h 71044"/>
                  <a:gd name="connsiteX14" fmla="*/ 15453 w 49779"/>
                  <a:gd name="connsiteY14" fmla="*/ 248 h 71044"/>
                  <a:gd name="connsiteX15" fmla="*/ 50089 w 49779"/>
                  <a:gd name="connsiteY15" fmla="*/ 248 h 71044"/>
                  <a:gd name="connsiteX16" fmla="*/ 48371 w 49779"/>
                  <a:gd name="connsiteY16" fmla="*/ 8249 h 71044"/>
                  <a:gd name="connsiteX17" fmla="*/ 21468 w 49779"/>
                  <a:gd name="connsiteY17" fmla="*/ 8249 h 71044"/>
                  <a:gd name="connsiteX18" fmla="*/ 16151 w 49779"/>
                  <a:gd name="connsiteY18" fmla="*/ 26292 h 71044"/>
                  <a:gd name="connsiteX19" fmla="*/ 22327 w 49779"/>
                  <a:gd name="connsiteY19" fmla="*/ 23016 h 71044"/>
                  <a:gd name="connsiteX20" fmla="*/ 28824 w 49779"/>
                  <a:gd name="connsiteY20" fmla="*/ 21942 h 71044"/>
                  <a:gd name="connsiteX21" fmla="*/ 42142 w 49779"/>
                  <a:gd name="connsiteY21" fmla="*/ 27312 h 71044"/>
                  <a:gd name="connsiteX22" fmla="*/ 47351 w 49779"/>
                  <a:gd name="connsiteY22" fmla="*/ 41972 h 71044"/>
                  <a:gd name="connsiteX23" fmla="*/ 43806 w 49779"/>
                  <a:gd name="connsiteY23" fmla="*/ 57062 h 71044"/>
                  <a:gd name="connsiteX24" fmla="*/ 33980 w 49779"/>
                  <a:gd name="connsiteY24" fmla="*/ 67641 h 71044"/>
                  <a:gd name="connsiteX25" fmla="*/ 20447 w 49779"/>
                  <a:gd name="connsiteY25" fmla="*/ 71292 h 71044"/>
                  <a:gd name="connsiteX26" fmla="*/ 9654 w 49779"/>
                  <a:gd name="connsiteY26" fmla="*/ 68553 h 71044"/>
                  <a:gd name="connsiteX27" fmla="*/ 2619 w 49779"/>
                  <a:gd name="connsiteY27" fmla="*/ 60982 h 71044"/>
                  <a:gd name="connsiteX28" fmla="*/ 310 w 49779"/>
                  <a:gd name="connsiteY28" fmla="*/ 51316 h 71044"/>
                  <a:gd name="connsiteX29" fmla="*/ 364 w 49779"/>
                  <a:gd name="connsiteY29" fmla="*/ 49866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64" y="49866"/>
                    </a:moveTo>
                    <a:lnTo>
                      <a:pt x="9224" y="49007"/>
                    </a:lnTo>
                    <a:cubicBezTo>
                      <a:pt x="9170" y="50242"/>
                      <a:pt x="9117" y="50994"/>
                      <a:pt x="9117" y="51262"/>
                    </a:cubicBezTo>
                    <a:cubicBezTo>
                      <a:pt x="9117" y="53410"/>
                      <a:pt x="9707" y="55558"/>
                      <a:pt x="10781" y="57706"/>
                    </a:cubicBezTo>
                    <a:cubicBezTo>
                      <a:pt x="11855" y="59854"/>
                      <a:pt x="13305" y="61519"/>
                      <a:pt x="15185" y="62646"/>
                    </a:cubicBezTo>
                    <a:cubicBezTo>
                      <a:pt x="17010" y="63774"/>
                      <a:pt x="18944" y="64365"/>
                      <a:pt x="21038" y="64365"/>
                    </a:cubicBezTo>
                    <a:cubicBezTo>
                      <a:pt x="23723" y="64365"/>
                      <a:pt x="26515" y="63452"/>
                      <a:pt x="29308" y="61572"/>
                    </a:cubicBezTo>
                    <a:cubicBezTo>
                      <a:pt x="32100" y="59693"/>
                      <a:pt x="34355" y="56954"/>
                      <a:pt x="36127" y="53410"/>
                    </a:cubicBezTo>
                    <a:cubicBezTo>
                      <a:pt x="37846" y="49812"/>
                      <a:pt x="38705" y="46268"/>
                      <a:pt x="38705" y="42778"/>
                    </a:cubicBezTo>
                    <a:cubicBezTo>
                      <a:pt x="38705" y="38804"/>
                      <a:pt x="37577" y="35636"/>
                      <a:pt x="35215" y="33219"/>
                    </a:cubicBezTo>
                    <a:cubicBezTo>
                      <a:pt x="32905" y="30856"/>
                      <a:pt x="29791" y="29675"/>
                      <a:pt x="26032" y="29675"/>
                    </a:cubicBezTo>
                    <a:cubicBezTo>
                      <a:pt x="23454" y="29675"/>
                      <a:pt x="21038" y="30266"/>
                      <a:pt x="18783" y="31501"/>
                    </a:cubicBezTo>
                    <a:cubicBezTo>
                      <a:pt x="16527" y="32736"/>
                      <a:pt x="14379" y="34562"/>
                      <a:pt x="12446" y="37032"/>
                    </a:cubicBezTo>
                    <a:lnTo>
                      <a:pt x="4767" y="36495"/>
                    </a:lnTo>
                    <a:lnTo>
                      <a:pt x="15453" y="248"/>
                    </a:lnTo>
                    <a:lnTo>
                      <a:pt x="50089" y="248"/>
                    </a:lnTo>
                    <a:lnTo>
                      <a:pt x="48371" y="8249"/>
                    </a:lnTo>
                    <a:lnTo>
                      <a:pt x="21468" y="8249"/>
                    </a:lnTo>
                    <a:lnTo>
                      <a:pt x="16151" y="26292"/>
                    </a:lnTo>
                    <a:cubicBezTo>
                      <a:pt x="18138" y="24842"/>
                      <a:pt x="20179" y="23715"/>
                      <a:pt x="22327" y="23016"/>
                    </a:cubicBezTo>
                    <a:cubicBezTo>
                      <a:pt x="24421" y="22265"/>
                      <a:pt x="26569" y="21942"/>
                      <a:pt x="28824" y="21942"/>
                    </a:cubicBezTo>
                    <a:cubicBezTo>
                      <a:pt x="34248" y="21942"/>
                      <a:pt x="38651" y="23715"/>
                      <a:pt x="42142" y="27312"/>
                    </a:cubicBezTo>
                    <a:cubicBezTo>
                      <a:pt x="45632" y="30856"/>
                      <a:pt x="47351" y="35743"/>
                      <a:pt x="47351" y="41972"/>
                    </a:cubicBezTo>
                    <a:cubicBezTo>
                      <a:pt x="47351" y="47450"/>
                      <a:pt x="46169" y="52444"/>
                      <a:pt x="43806" y="57062"/>
                    </a:cubicBezTo>
                    <a:cubicBezTo>
                      <a:pt x="41390" y="61626"/>
                      <a:pt x="38114" y="65170"/>
                      <a:pt x="33980" y="67641"/>
                    </a:cubicBezTo>
                    <a:cubicBezTo>
                      <a:pt x="29791" y="70111"/>
                      <a:pt x="25280" y="71292"/>
                      <a:pt x="20447" y="71292"/>
                    </a:cubicBezTo>
                    <a:cubicBezTo>
                      <a:pt x="16366" y="71292"/>
                      <a:pt x="12822" y="70379"/>
                      <a:pt x="9654" y="68553"/>
                    </a:cubicBezTo>
                    <a:cubicBezTo>
                      <a:pt x="6539" y="66728"/>
                      <a:pt x="4230" y="64204"/>
                      <a:pt x="2619" y="60982"/>
                    </a:cubicBezTo>
                    <a:cubicBezTo>
                      <a:pt x="1062" y="57760"/>
                      <a:pt x="310" y="54538"/>
                      <a:pt x="310" y="51316"/>
                    </a:cubicBezTo>
                    <a:cubicBezTo>
                      <a:pt x="310" y="50994"/>
                      <a:pt x="310" y="50510"/>
                      <a:pt x="364" y="498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6" name="Freihandform: Form 325">
                <a:extLst>
                  <a:ext uri="{FF2B5EF4-FFF2-40B4-BE49-F238E27FC236}">
                    <a16:creationId xmlns:a16="http://schemas.microsoft.com/office/drawing/2014/main" id="{DF14F5AD-5F5E-1E2D-4AEF-F0EB730D897C}"/>
                  </a:ext>
                </a:extLst>
              </p:cNvPr>
              <p:cNvSpPr/>
              <p:nvPr/>
            </p:nvSpPr>
            <p:spPr>
              <a:xfrm>
                <a:off x="8065726" y="3934379"/>
                <a:ext cx="49188" cy="70829"/>
              </a:xfrm>
              <a:custGeom>
                <a:avLst/>
                <a:gdLst>
                  <a:gd name="connsiteX0" fmla="*/ 25392 w 49188"/>
                  <a:gd name="connsiteY0" fmla="*/ 71077 h 70829"/>
                  <a:gd name="connsiteX1" fmla="*/ 29204 w 49188"/>
                  <a:gd name="connsiteY1" fmla="*/ 52981 h 70829"/>
                  <a:gd name="connsiteX2" fmla="*/ 314 w 49188"/>
                  <a:gd name="connsiteY2" fmla="*/ 52981 h 70829"/>
                  <a:gd name="connsiteX3" fmla="*/ 2140 w 49188"/>
                  <a:gd name="connsiteY3" fmla="*/ 44335 h 70829"/>
                  <a:gd name="connsiteX4" fmla="*/ 41824 w 49188"/>
                  <a:gd name="connsiteY4" fmla="*/ 248 h 70829"/>
                  <a:gd name="connsiteX5" fmla="*/ 48966 w 49188"/>
                  <a:gd name="connsiteY5" fmla="*/ 248 h 70829"/>
                  <a:gd name="connsiteX6" fmla="*/ 39515 w 49188"/>
                  <a:gd name="connsiteY6" fmla="*/ 45248 h 70829"/>
                  <a:gd name="connsiteX7" fmla="*/ 49503 w 49188"/>
                  <a:gd name="connsiteY7" fmla="*/ 45248 h 70829"/>
                  <a:gd name="connsiteX8" fmla="*/ 47892 w 49188"/>
                  <a:gd name="connsiteY8" fmla="*/ 52981 h 70829"/>
                  <a:gd name="connsiteX9" fmla="*/ 37957 w 49188"/>
                  <a:gd name="connsiteY9" fmla="*/ 52981 h 70829"/>
                  <a:gd name="connsiteX10" fmla="*/ 34145 w 49188"/>
                  <a:gd name="connsiteY10" fmla="*/ 71077 h 70829"/>
                  <a:gd name="connsiteX11" fmla="*/ 25392 w 49188"/>
                  <a:gd name="connsiteY11" fmla="*/ 71077 h 70829"/>
                  <a:gd name="connsiteX12" fmla="*/ 30815 w 49188"/>
                  <a:gd name="connsiteY12" fmla="*/ 45248 h 70829"/>
                  <a:gd name="connsiteX13" fmla="*/ 36991 w 49188"/>
                  <a:gd name="connsiteY13" fmla="*/ 15713 h 70829"/>
                  <a:gd name="connsiteX14" fmla="*/ 10571 w 49188"/>
                  <a:gd name="connsiteY14" fmla="*/ 4524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92" y="71077"/>
                    </a:moveTo>
                    <a:lnTo>
                      <a:pt x="29204" y="52981"/>
                    </a:lnTo>
                    <a:lnTo>
                      <a:pt x="314" y="52981"/>
                    </a:lnTo>
                    <a:lnTo>
                      <a:pt x="2140" y="44335"/>
                    </a:lnTo>
                    <a:lnTo>
                      <a:pt x="41824" y="248"/>
                    </a:lnTo>
                    <a:lnTo>
                      <a:pt x="48966" y="248"/>
                    </a:lnTo>
                    <a:lnTo>
                      <a:pt x="39515" y="45248"/>
                    </a:lnTo>
                    <a:lnTo>
                      <a:pt x="49503" y="45248"/>
                    </a:lnTo>
                    <a:lnTo>
                      <a:pt x="47892" y="52981"/>
                    </a:lnTo>
                    <a:lnTo>
                      <a:pt x="37957" y="52981"/>
                    </a:lnTo>
                    <a:lnTo>
                      <a:pt x="34145" y="71077"/>
                    </a:lnTo>
                    <a:lnTo>
                      <a:pt x="25392" y="71077"/>
                    </a:lnTo>
                    <a:moveTo>
                      <a:pt x="30815" y="45248"/>
                    </a:moveTo>
                    <a:lnTo>
                      <a:pt x="36991" y="15713"/>
                    </a:lnTo>
                    <a:lnTo>
                      <a:pt x="10571" y="4524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7" name="Freihandform: Form 326">
                <a:extLst>
                  <a:ext uri="{FF2B5EF4-FFF2-40B4-BE49-F238E27FC236}">
                    <a16:creationId xmlns:a16="http://schemas.microsoft.com/office/drawing/2014/main" id="{BA9CED1B-33C8-FF62-A61B-11F43AE86713}"/>
                  </a:ext>
                </a:extLst>
              </p:cNvPr>
              <p:cNvSpPr/>
              <p:nvPr/>
            </p:nvSpPr>
            <p:spPr>
              <a:xfrm>
                <a:off x="8121950" y="3995327"/>
                <a:ext cx="11974" cy="9880"/>
              </a:xfrm>
              <a:custGeom>
                <a:avLst/>
                <a:gdLst>
                  <a:gd name="connsiteX0" fmla="*/ 318 w 11974"/>
                  <a:gd name="connsiteY0" fmla="*/ 10129 h 9880"/>
                  <a:gd name="connsiteX1" fmla="*/ 2412 w 11974"/>
                  <a:gd name="connsiteY1" fmla="*/ 248 h 9880"/>
                  <a:gd name="connsiteX2" fmla="*/ 12293 w 11974"/>
                  <a:gd name="connsiteY2" fmla="*/ 248 h 9880"/>
                  <a:gd name="connsiteX3" fmla="*/ 10199 w 11974"/>
                  <a:gd name="connsiteY3" fmla="*/ 10129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18" y="10129"/>
                    </a:moveTo>
                    <a:lnTo>
                      <a:pt x="2412" y="248"/>
                    </a:lnTo>
                    <a:lnTo>
                      <a:pt x="12293" y="248"/>
                    </a:lnTo>
                    <a:lnTo>
                      <a:pt x="10199" y="1012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28" name="Freihandform: Form 327">
                <a:extLst>
                  <a:ext uri="{FF2B5EF4-FFF2-40B4-BE49-F238E27FC236}">
                    <a16:creationId xmlns:a16="http://schemas.microsoft.com/office/drawing/2014/main" id="{055DC193-48ED-CD32-E03F-CA452D37FF93}"/>
                  </a:ext>
                </a:extLst>
              </p:cNvPr>
              <p:cNvSpPr/>
              <p:nvPr/>
            </p:nvSpPr>
            <p:spPr>
              <a:xfrm>
                <a:off x="8158426" y="3934057"/>
                <a:ext cx="32810" cy="71151"/>
              </a:xfrm>
              <a:custGeom>
                <a:avLst/>
                <a:gdLst>
                  <a:gd name="connsiteX0" fmla="*/ 9503 w 32810"/>
                  <a:gd name="connsiteY0" fmla="*/ 71399 h 71151"/>
                  <a:gd name="connsiteX1" fmla="*/ 20672 w 32810"/>
                  <a:gd name="connsiteY1" fmla="*/ 17915 h 71151"/>
                  <a:gd name="connsiteX2" fmla="*/ 320 w 32810"/>
                  <a:gd name="connsiteY2" fmla="*/ 27044 h 71151"/>
                  <a:gd name="connsiteX3" fmla="*/ 1931 w 32810"/>
                  <a:gd name="connsiteY3" fmla="*/ 19096 h 71151"/>
                  <a:gd name="connsiteX4" fmla="*/ 14819 w 32810"/>
                  <a:gd name="connsiteY4" fmla="*/ 12277 h 71151"/>
                  <a:gd name="connsiteX5" fmla="*/ 24377 w 32810"/>
                  <a:gd name="connsiteY5" fmla="*/ 4973 h 71151"/>
                  <a:gd name="connsiteX6" fmla="*/ 28029 w 32810"/>
                  <a:gd name="connsiteY6" fmla="*/ 248 h 71151"/>
                  <a:gd name="connsiteX7" fmla="*/ 33130 w 32810"/>
                  <a:gd name="connsiteY7" fmla="*/ 248 h 71151"/>
                  <a:gd name="connsiteX8" fmla="*/ 18256 w 32810"/>
                  <a:gd name="connsiteY8" fmla="*/ 71399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03" y="71399"/>
                    </a:moveTo>
                    <a:lnTo>
                      <a:pt x="20672" y="17915"/>
                    </a:lnTo>
                    <a:cubicBezTo>
                      <a:pt x="15839" y="21728"/>
                      <a:pt x="9073" y="24735"/>
                      <a:pt x="320" y="27044"/>
                    </a:cubicBezTo>
                    <a:lnTo>
                      <a:pt x="1931" y="19096"/>
                    </a:lnTo>
                    <a:cubicBezTo>
                      <a:pt x="6281" y="17378"/>
                      <a:pt x="10577" y="15123"/>
                      <a:pt x="14819" y="12277"/>
                    </a:cubicBezTo>
                    <a:cubicBezTo>
                      <a:pt x="19061" y="9484"/>
                      <a:pt x="22229" y="7068"/>
                      <a:pt x="24377" y="4973"/>
                    </a:cubicBezTo>
                    <a:cubicBezTo>
                      <a:pt x="25666" y="3685"/>
                      <a:pt x="26901" y="2074"/>
                      <a:pt x="28029" y="248"/>
                    </a:cubicBezTo>
                    <a:lnTo>
                      <a:pt x="33130" y="248"/>
                    </a:lnTo>
                    <a:lnTo>
                      <a:pt x="18256" y="7139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329" name="Grafik 4">
              <a:extLst>
                <a:ext uri="{FF2B5EF4-FFF2-40B4-BE49-F238E27FC236}">
                  <a16:creationId xmlns:a16="http://schemas.microsoft.com/office/drawing/2014/main" id="{CD2683FB-5329-D92C-1DF1-4C225BC2AE84}"/>
                </a:ext>
              </a:extLst>
            </p:cNvPr>
            <p:cNvGrpSpPr/>
            <p:nvPr/>
          </p:nvGrpSpPr>
          <p:grpSpPr>
            <a:xfrm>
              <a:off x="7570985" y="4059437"/>
              <a:ext cx="549521" cy="73299"/>
              <a:chOff x="7570985" y="4059437"/>
              <a:chExt cx="549521" cy="73299"/>
            </a:xfrm>
            <a:solidFill>
              <a:srgbClr val="000000"/>
            </a:solidFill>
          </p:grpSpPr>
          <p:sp>
            <p:nvSpPr>
              <p:cNvPr id="330" name="Freihandform: Form 329">
                <a:extLst>
                  <a:ext uri="{FF2B5EF4-FFF2-40B4-BE49-F238E27FC236}">
                    <a16:creationId xmlns:a16="http://schemas.microsoft.com/office/drawing/2014/main" id="{44973B0B-5DC2-38DA-E775-883096386E05}"/>
                  </a:ext>
                </a:extLst>
              </p:cNvPr>
              <p:cNvSpPr/>
              <p:nvPr/>
            </p:nvSpPr>
            <p:spPr>
              <a:xfrm>
                <a:off x="7570985" y="4059437"/>
                <a:ext cx="66211" cy="73245"/>
              </a:xfrm>
              <a:custGeom>
                <a:avLst/>
                <a:gdLst>
                  <a:gd name="connsiteX0" fmla="*/ 31208 w 66211"/>
                  <a:gd name="connsiteY0" fmla="*/ 44398 h 73245"/>
                  <a:gd name="connsiteX1" fmla="*/ 32927 w 66211"/>
                  <a:gd name="connsiteY1" fmla="*/ 36343 h 73245"/>
                  <a:gd name="connsiteX2" fmla="*/ 63911 w 66211"/>
                  <a:gd name="connsiteY2" fmla="*/ 36343 h 73245"/>
                  <a:gd name="connsiteX3" fmla="*/ 57897 w 66211"/>
                  <a:gd name="connsiteY3" fmla="*/ 65233 h 73245"/>
                  <a:gd name="connsiteX4" fmla="*/ 44526 w 66211"/>
                  <a:gd name="connsiteY4" fmla="*/ 71194 h 73245"/>
                  <a:gd name="connsiteX5" fmla="*/ 29812 w 66211"/>
                  <a:gd name="connsiteY5" fmla="*/ 73503 h 73245"/>
                  <a:gd name="connsiteX6" fmla="*/ 6722 w 66211"/>
                  <a:gd name="connsiteY6" fmla="*/ 64213 h 73245"/>
                  <a:gd name="connsiteX7" fmla="*/ 278 w 66211"/>
                  <a:gd name="connsiteY7" fmla="*/ 43968 h 73245"/>
                  <a:gd name="connsiteX8" fmla="*/ 5916 w 66211"/>
                  <a:gd name="connsiteY8" fmla="*/ 20717 h 73245"/>
                  <a:gd name="connsiteX9" fmla="*/ 20146 w 66211"/>
                  <a:gd name="connsiteY9" fmla="*/ 5251 h 73245"/>
                  <a:gd name="connsiteX10" fmla="*/ 39210 w 66211"/>
                  <a:gd name="connsiteY10" fmla="*/ 257 h 73245"/>
                  <a:gd name="connsiteX11" fmla="*/ 52742 w 66211"/>
                  <a:gd name="connsiteY11" fmla="*/ 2996 h 73245"/>
                  <a:gd name="connsiteX12" fmla="*/ 61924 w 66211"/>
                  <a:gd name="connsiteY12" fmla="*/ 10299 h 73245"/>
                  <a:gd name="connsiteX13" fmla="*/ 66489 w 66211"/>
                  <a:gd name="connsiteY13" fmla="*/ 22220 h 73245"/>
                  <a:gd name="connsiteX14" fmla="*/ 57199 w 66211"/>
                  <a:gd name="connsiteY14" fmla="*/ 23240 h 73245"/>
                  <a:gd name="connsiteX15" fmla="*/ 51023 w 66211"/>
                  <a:gd name="connsiteY15" fmla="*/ 12017 h 73245"/>
                  <a:gd name="connsiteX16" fmla="*/ 38887 w 66211"/>
                  <a:gd name="connsiteY16" fmla="*/ 8151 h 73245"/>
                  <a:gd name="connsiteX17" fmla="*/ 24550 w 66211"/>
                  <a:gd name="connsiteY17" fmla="*/ 12340 h 73245"/>
                  <a:gd name="connsiteX18" fmla="*/ 13864 w 66211"/>
                  <a:gd name="connsiteY18" fmla="*/ 24959 h 73245"/>
                  <a:gd name="connsiteX19" fmla="*/ 9890 w 66211"/>
                  <a:gd name="connsiteY19" fmla="*/ 44076 h 73245"/>
                  <a:gd name="connsiteX20" fmla="*/ 15152 w 66211"/>
                  <a:gd name="connsiteY20" fmla="*/ 60239 h 73245"/>
                  <a:gd name="connsiteX21" fmla="*/ 29705 w 66211"/>
                  <a:gd name="connsiteY21" fmla="*/ 65717 h 73245"/>
                  <a:gd name="connsiteX22" fmla="*/ 49574 w 66211"/>
                  <a:gd name="connsiteY22" fmla="*/ 59595 h 73245"/>
                  <a:gd name="connsiteX23" fmla="*/ 52742 w 66211"/>
                  <a:gd name="connsiteY23" fmla="*/ 44398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08" y="44398"/>
                    </a:moveTo>
                    <a:lnTo>
                      <a:pt x="32927" y="36343"/>
                    </a:lnTo>
                    <a:lnTo>
                      <a:pt x="63911" y="36343"/>
                    </a:lnTo>
                    <a:lnTo>
                      <a:pt x="57897" y="65233"/>
                    </a:lnTo>
                    <a:cubicBezTo>
                      <a:pt x="53977" y="67650"/>
                      <a:pt x="49520" y="69690"/>
                      <a:pt x="44526" y="71194"/>
                    </a:cubicBezTo>
                    <a:cubicBezTo>
                      <a:pt x="39532" y="72751"/>
                      <a:pt x="34645" y="73503"/>
                      <a:pt x="29812" y="73503"/>
                    </a:cubicBezTo>
                    <a:cubicBezTo>
                      <a:pt x="19502" y="73503"/>
                      <a:pt x="11823" y="70442"/>
                      <a:pt x="6722" y="64213"/>
                    </a:cubicBezTo>
                    <a:cubicBezTo>
                      <a:pt x="2426" y="58950"/>
                      <a:pt x="278" y="52184"/>
                      <a:pt x="278" y="43968"/>
                    </a:cubicBezTo>
                    <a:cubicBezTo>
                      <a:pt x="278" y="35430"/>
                      <a:pt x="2157" y="27698"/>
                      <a:pt x="5916" y="20717"/>
                    </a:cubicBezTo>
                    <a:cubicBezTo>
                      <a:pt x="9675" y="13736"/>
                      <a:pt x="14401" y="8581"/>
                      <a:pt x="20146" y="5251"/>
                    </a:cubicBezTo>
                    <a:cubicBezTo>
                      <a:pt x="25838" y="1922"/>
                      <a:pt x="32175" y="257"/>
                      <a:pt x="39210" y="257"/>
                    </a:cubicBezTo>
                    <a:cubicBezTo>
                      <a:pt x="44204" y="257"/>
                      <a:pt x="48715" y="1170"/>
                      <a:pt x="52742" y="2996"/>
                    </a:cubicBezTo>
                    <a:cubicBezTo>
                      <a:pt x="56716" y="4822"/>
                      <a:pt x="59776" y="7238"/>
                      <a:pt x="61924" y="10299"/>
                    </a:cubicBezTo>
                    <a:cubicBezTo>
                      <a:pt x="64019" y="13360"/>
                      <a:pt x="65576" y="17334"/>
                      <a:pt x="66489" y="22220"/>
                    </a:cubicBezTo>
                    <a:lnTo>
                      <a:pt x="57199" y="23240"/>
                    </a:lnTo>
                    <a:cubicBezTo>
                      <a:pt x="56232" y="18354"/>
                      <a:pt x="54138" y="14649"/>
                      <a:pt x="51023" y="12017"/>
                    </a:cubicBezTo>
                    <a:cubicBezTo>
                      <a:pt x="47855" y="9440"/>
                      <a:pt x="43828" y="8151"/>
                      <a:pt x="38887" y="8151"/>
                    </a:cubicBezTo>
                    <a:cubicBezTo>
                      <a:pt x="33786" y="8151"/>
                      <a:pt x="29007" y="9547"/>
                      <a:pt x="24550" y="12340"/>
                    </a:cubicBezTo>
                    <a:cubicBezTo>
                      <a:pt x="20093" y="15132"/>
                      <a:pt x="16549" y="19320"/>
                      <a:pt x="13864" y="24959"/>
                    </a:cubicBezTo>
                    <a:cubicBezTo>
                      <a:pt x="11232" y="30544"/>
                      <a:pt x="9890" y="36934"/>
                      <a:pt x="9890" y="44076"/>
                    </a:cubicBezTo>
                    <a:cubicBezTo>
                      <a:pt x="9890" y="51218"/>
                      <a:pt x="11662" y="56588"/>
                      <a:pt x="15152" y="60239"/>
                    </a:cubicBezTo>
                    <a:cubicBezTo>
                      <a:pt x="18697" y="63891"/>
                      <a:pt x="23529" y="65717"/>
                      <a:pt x="29705" y="65717"/>
                    </a:cubicBezTo>
                    <a:cubicBezTo>
                      <a:pt x="35880" y="65717"/>
                      <a:pt x="42485" y="63676"/>
                      <a:pt x="49574" y="59595"/>
                    </a:cubicBezTo>
                    <a:lnTo>
                      <a:pt x="52742" y="4439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1" name="Freihandform: Form 330">
                <a:extLst>
                  <a:ext uri="{FF2B5EF4-FFF2-40B4-BE49-F238E27FC236}">
                    <a16:creationId xmlns:a16="http://schemas.microsoft.com/office/drawing/2014/main" id="{A02AE19A-2DCB-1CE1-860A-17630F7D2E21}"/>
                  </a:ext>
                </a:extLst>
              </p:cNvPr>
              <p:cNvSpPr/>
              <p:nvPr/>
            </p:nvSpPr>
            <p:spPr>
              <a:xfrm>
                <a:off x="7642881" y="4060673"/>
                <a:ext cx="60841" cy="70829"/>
              </a:xfrm>
              <a:custGeom>
                <a:avLst/>
                <a:gdLst>
                  <a:gd name="connsiteX0" fmla="*/ 283 w 60841"/>
                  <a:gd name="connsiteY0" fmla="*/ 71086 h 70829"/>
                  <a:gd name="connsiteX1" fmla="*/ 15051 w 60841"/>
                  <a:gd name="connsiteY1" fmla="*/ 257 h 70829"/>
                  <a:gd name="connsiteX2" fmla="*/ 61125 w 60841"/>
                  <a:gd name="connsiteY2" fmla="*/ 257 h 70829"/>
                  <a:gd name="connsiteX3" fmla="*/ 59406 w 60841"/>
                  <a:gd name="connsiteY3" fmla="*/ 8312 h 70829"/>
                  <a:gd name="connsiteX4" fmla="*/ 22837 w 60841"/>
                  <a:gd name="connsiteY4" fmla="*/ 8312 h 70829"/>
                  <a:gd name="connsiteX5" fmla="*/ 18165 w 60841"/>
                  <a:gd name="connsiteY5" fmla="*/ 30866 h 70829"/>
                  <a:gd name="connsiteX6" fmla="*/ 55432 w 60841"/>
                  <a:gd name="connsiteY6" fmla="*/ 30866 h 70829"/>
                  <a:gd name="connsiteX7" fmla="*/ 53714 w 60841"/>
                  <a:gd name="connsiteY7" fmla="*/ 38974 h 70829"/>
                  <a:gd name="connsiteX8" fmla="*/ 16447 w 60841"/>
                  <a:gd name="connsiteY8" fmla="*/ 38974 h 70829"/>
                  <a:gd name="connsiteX9" fmla="*/ 9734 w 60841"/>
                  <a:gd name="connsiteY9" fmla="*/ 7108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841" h="70829">
                    <a:moveTo>
                      <a:pt x="283" y="71086"/>
                    </a:moveTo>
                    <a:lnTo>
                      <a:pt x="15051" y="257"/>
                    </a:lnTo>
                    <a:lnTo>
                      <a:pt x="61125" y="257"/>
                    </a:lnTo>
                    <a:lnTo>
                      <a:pt x="59406" y="8312"/>
                    </a:lnTo>
                    <a:lnTo>
                      <a:pt x="22837" y="8312"/>
                    </a:lnTo>
                    <a:lnTo>
                      <a:pt x="18165" y="30866"/>
                    </a:lnTo>
                    <a:lnTo>
                      <a:pt x="55432" y="30866"/>
                    </a:lnTo>
                    <a:lnTo>
                      <a:pt x="53714" y="38974"/>
                    </a:lnTo>
                    <a:lnTo>
                      <a:pt x="16447" y="38974"/>
                    </a:lnTo>
                    <a:lnTo>
                      <a:pt x="9734" y="7108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2" name="Freihandform: Form 331">
                <a:extLst>
                  <a:ext uri="{FF2B5EF4-FFF2-40B4-BE49-F238E27FC236}">
                    <a16:creationId xmlns:a16="http://schemas.microsoft.com/office/drawing/2014/main" id="{C6A7C787-0C42-3A10-7034-EB8CE0811A0E}"/>
                  </a:ext>
                </a:extLst>
              </p:cNvPr>
              <p:cNvSpPr/>
              <p:nvPr/>
            </p:nvSpPr>
            <p:spPr>
              <a:xfrm>
                <a:off x="7703448" y="4060673"/>
                <a:ext cx="67607" cy="70829"/>
              </a:xfrm>
              <a:custGeom>
                <a:avLst/>
                <a:gdLst>
                  <a:gd name="connsiteX0" fmla="*/ 288 w 67607"/>
                  <a:gd name="connsiteY0" fmla="*/ 71086 h 70829"/>
                  <a:gd name="connsiteX1" fmla="*/ 15162 w 67607"/>
                  <a:gd name="connsiteY1" fmla="*/ 257 h 70829"/>
                  <a:gd name="connsiteX2" fmla="*/ 44858 w 67607"/>
                  <a:gd name="connsiteY2" fmla="*/ 257 h 70829"/>
                  <a:gd name="connsiteX3" fmla="*/ 58229 w 67607"/>
                  <a:gd name="connsiteY3" fmla="*/ 1707 h 70829"/>
                  <a:gd name="connsiteX4" fmla="*/ 65318 w 67607"/>
                  <a:gd name="connsiteY4" fmla="*/ 7238 h 70829"/>
                  <a:gd name="connsiteX5" fmla="*/ 67895 w 67607"/>
                  <a:gd name="connsiteY5" fmla="*/ 17495 h 70829"/>
                  <a:gd name="connsiteX6" fmla="*/ 62257 w 67607"/>
                  <a:gd name="connsiteY6" fmla="*/ 31832 h 70829"/>
                  <a:gd name="connsiteX7" fmla="*/ 43999 w 67607"/>
                  <a:gd name="connsiteY7" fmla="*/ 39243 h 70829"/>
                  <a:gd name="connsiteX8" fmla="*/ 49852 w 67607"/>
                  <a:gd name="connsiteY8" fmla="*/ 44827 h 70829"/>
                  <a:gd name="connsiteX9" fmla="*/ 56994 w 67607"/>
                  <a:gd name="connsiteY9" fmla="*/ 57769 h 70829"/>
                  <a:gd name="connsiteX10" fmla="*/ 62418 w 67607"/>
                  <a:gd name="connsiteY10" fmla="*/ 71086 h 70829"/>
                  <a:gd name="connsiteX11" fmla="*/ 51839 w 67607"/>
                  <a:gd name="connsiteY11" fmla="*/ 71086 h 70829"/>
                  <a:gd name="connsiteX12" fmla="*/ 46738 w 67607"/>
                  <a:gd name="connsiteY12" fmla="*/ 57876 h 70829"/>
                  <a:gd name="connsiteX13" fmla="*/ 40455 w 67607"/>
                  <a:gd name="connsiteY13" fmla="*/ 45525 h 70829"/>
                  <a:gd name="connsiteX14" fmla="*/ 35514 w 67607"/>
                  <a:gd name="connsiteY14" fmla="*/ 40746 h 70829"/>
                  <a:gd name="connsiteX15" fmla="*/ 27352 w 67607"/>
                  <a:gd name="connsiteY15" fmla="*/ 39619 h 70829"/>
                  <a:gd name="connsiteX16" fmla="*/ 16344 w 67607"/>
                  <a:gd name="connsiteY16" fmla="*/ 39619 h 70829"/>
                  <a:gd name="connsiteX17" fmla="*/ 9792 w 67607"/>
                  <a:gd name="connsiteY17" fmla="*/ 71086 h 70829"/>
                  <a:gd name="connsiteX18" fmla="*/ 288 w 67607"/>
                  <a:gd name="connsiteY18" fmla="*/ 71086 h 70829"/>
                  <a:gd name="connsiteX19" fmla="*/ 17955 w 67607"/>
                  <a:gd name="connsiteY19" fmla="*/ 31940 h 70829"/>
                  <a:gd name="connsiteX20" fmla="*/ 31057 w 67607"/>
                  <a:gd name="connsiteY20" fmla="*/ 31940 h 70829"/>
                  <a:gd name="connsiteX21" fmla="*/ 42871 w 67607"/>
                  <a:gd name="connsiteY21" fmla="*/ 31725 h 70829"/>
                  <a:gd name="connsiteX22" fmla="*/ 51678 w 67607"/>
                  <a:gd name="connsiteY22" fmla="*/ 29308 h 70829"/>
                  <a:gd name="connsiteX23" fmla="*/ 56994 w 67607"/>
                  <a:gd name="connsiteY23" fmla="*/ 24207 h 70829"/>
                  <a:gd name="connsiteX24" fmla="*/ 58874 w 67607"/>
                  <a:gd name="connsiteY24" fmla="*/ 17333 h 70829"/>
                  <a:gd name="connsiteX25" fmla="*/ 57477 w 67607"/>
                  <a:gd name="connsiteY25" fmla="*/ 11964 h 70829"/>
                  <a:gd name="connsiteX26" fmla="*/ 53826 w 67607"/>
                  <a:gd name="connsiteY26" fmla="*/ 8849 h 70829"/>
                  <a:gd name="connsiteX27" fmla="*/ 46093 w 67607"/>
                  <a:gd name="connsiteY27" fmla="*/ 8043 h 70829"/>
                  <a:gd name="connsiteX28" fmla="*/ 22949 w 67607"/>
                  <a:gd name="connsiteY28" fmla="*/ 804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7607" h="70829">
                    <a:moveTo>
                      <a:pt x="288" y="71086"/>
                    </a:moveTo>
                    <a:lnTo>
                      <a:pt x="15162" y="257"/>
                    </a:lnTo>
                    <a:lnTo>
                      <a:pt x="44858" y="257"/>
                    </a:lnTo>
                    <a:cubicBezTo>
                      <a:pt x="50711" y="257"/>
                      <a:pt x="55168" y="740"/>
                      <a:pt x="58229" y="1707"/>
                    </a:cubicBezTo>
                    <a:cubicBezTo>
                      <a:pt x="61236" y="2674"/>
                      <a:pt x="63599" y="4553"/>
                      <a:pt x="65318" y="7238"/>
                    </a:cubicBezTo>
                    <a:cubicBezTo>
                      <a:pt x="67036" y="9977"/>
                      <a:pt x="67895" y="13360"/>
                      <a:pt x="67895" y="17495"/>
                    </a:cubicBezTo>
                    <a:cubicBezTo>
                      <a:pt x="67895" y="23240"/>
                      <a:pt x="66016" y="28020"/>
                      <a:pt x="62257" y="31832"/>
                    </a:cubicBezTo>
                    <a:cubicBezTo>
                      <a:pt x="58498" y="35645"/>
                      <a:pt x="52430" y="38115"/>
                      <a:pt x="43999" y="39243"/>
                    </a:cubicBezTo>
                    <a:cubicBezTo>
                      <a:pt x="46576" y="41122"/>
                      <a:pt x="48510" y="43002"/>
                      <a:pt x="49852" y="44827"/>
                    </a:cubicBezTo>
                    <a:cubicBezTo>
                      <a:pt x="52806" y="49016"/>
                      <a:pt x="55168" y="53312"/>
                      <a:pt x="56994" y="57769"/>
                    </a:cubicBezTo>
                    <a:lnTo>
                      <a:pt x="62418" y="71086"/>
                    </a:lnTo>
                    <a:lnTo>
                      <a:pt x="51839" y="71086"/>
                    </a:lnTo>
                    <a:lnTo>
                      <a:pt x="46738" y="57876"/>
                    </a:lnTo>
                    <a:cubicBezTo>
                      <a:pt x="44912" y="53151"/>
                      <a:pt x="42818" y="49016"/>
                      <a:pt x="40455" y="45525"/>
                    </a:cubicBezTo>
                    <a:cubicBezTo>
                      <a:pt x="38844" y="43109"/>
                      <a:pt x="37233" y="41498"/>
                      <a:pt x="35514" y="40746"/>
                    </a:cubicBezTo>
                    <a:cubicBezTo>
                      <a:pt x="33850" y="39995"/>
                      <a:pt x="31165" y="39619"/>
                      <a:pt x="27352" y="39619"/>
                    </a:cubicBezTo>
                    <a:lnTo>
                      <a:pt x="16344" y="39619"/>
                    </a:lnTo>
                    <a:lnTo>
                      <a:pt x="9792" y="71086"/>
                    </a:lnTo>
                    <a:lnTo>
                      <a:pt x="288" y="71086"/>
                    </a:lnTo>
                    <a:moveTo>
                      <a:pt x="17955" y="31940"/>
                    </a:moveTo>
                    <a:lnTo>
                      <a:pt x="31057" y="31940"/>
                    </a:lnTo>
                    <a:cubicBezTo>
                      <a:pt x="37125" y="31940"/>
                      <a:pt x="41045" y="31886"/>
                      <a:pt x="42871" y="31725"/>
                    </a:cubicBezTo>
                    <a:cubicBezTo>
                      <a:pt x="46469" y="31349"/>
                      <a:pt x="49369" y="30543"/>
                      <a:pt x="51678" y="29308"/>
                    </a:cubicBezTo>
                    <a:cubicBezTo>
                      <a:pt x="53987" y="28020"/>
                      <a:pt x="55759" y="26355"/>
                      <a:pt x="56994" y="24207"/>
                    </a:cubicBezTo>
                    <a:cubicBezTo>
                      <a:pt x="58229" y="22059"/>
                      <a:pt x="58874" y="19804"/>
                      <a:pt x="58874" y="17333"/>
                    </a:cubicBezTo>
                    <a:cubicBezTo>
                      <a:pt x="58874" y="15293"/>
                      <a:pt x="58390" y="13467"/>
                      <a:pt x="57477" y="11964"/>
                    </a:cubicBezTo>
                    <a:cubicBezTo>
                      <a:pt x="56565" y="10406"/>
                      <a:pt x="55329" y="9386"/>
                      <a:pt x="53826" y="8849"/>
                    </a:cubicBezTo>
                    <a:cubicBezTo>
                      <a:pt x="52269" y="8312"/>
                      <a:pt x="49691" y="8043"/>
                      <a:pt x="46093" y="8043"/>
                    </a:cubicBezTo>
                    <a:lnTo>
                      <a:pt x="22949" y="804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3" name="Freihandform: Form 332">
                <a:extLst>
                  <a:ext uri="{FF2B5EF4-FFF2-40B4-BE49-F238E27FC236}">
                    <a16:creationId xmlns:a16="http://schemas.microsoft.com/office/drawing/2014/main" id="{034BCCD0-058E-7E0E-DB8C-95D21F2DFF9A}"/>
                  </a:ext>
                </a:extLst>
              </p:cNvPr>
              <p:cNvSpPr/>
              <p:nvPr/>
            </p:nvSpPr>
            <p:spPr>
              <a:xfrm>
                <a:off x="7774811" y="4060673"/>
                <a:ext cx="49188" cy="70829"/>
              </a:xfrm>
              <a:custGeom>
                <a:avLst/>
                <a:gdLst>
                  <a:gd name="connsiteX0" fmla="*/ 25370 w 49188"/>
                  <a:gd name="connsiteY0" fmla="*/ 71086 h 70829"/>
                  <a:gd name="connsiteX1" fmla="*/ 29183 w 49188"/>
                  <a:gd name="connsiteY1" fmla="*/ 52990 h 70829"/>
                  <a:gd name="connsiteX2" fmla="*/ 293 w 49188"/>
                  <a:gd name="connsiteY2" fmla="*/ 52990 h 70829"/>
                  <a:gd name="connsiteX3" fmla="*/ 2119 w 49188"/>
                  <a:gd name="connsiteY3" fmla="*/ 44344 h 70829"/>
                  <a:gd name="connsiteX4" fmla="*/ 41802 w 49188"/>
                  <a:gd name="connsiteY4" fmla="*/ 257 h 70829"/>
                  <a:gd name="connsiteX5" fmla="*/ 48944 w 49188"/>
                  <a:gd name="connsiteY5" fmla="*/ 257 h 70829"/>
                  <a:gd name="connsiteX6" fmla="*/ 39493 w 49188"/>
                  <a:gd name="connsiteY6" fmla="*/ 45257 h 70829"/>
                  <a:gd name="connsiteX7" fmla="*/ 49481 w 49188"/>
                  <a:gd name="connsiteY7" fmla="*/ 45257 h 70829"/>
                  <a:gd name="connsiteX8" fmla="*/ 47870 w 49188"/>
                  <a:gd name="connsiteY8" fmla="*/ 52990 h 70829"/>
                  <a:gd name="connsiteX9" fmla="*/ 37936 w 49188"/>
                  <a:gd name="connsiteY9" fmla="*/ 52990 h 70829"/>
                  <a:gd name="connsiteX10" fmla="*/ 34123 w 49188"/>
                  <a:gd name="connsiteY10" fmla="*/ 71086 h 70829"/>
                  <a:gd name="connsiteX11" fmla="*/ 25370 w 49188"/>
                  <a:gd name="connsiteY11" fmla="*/ 71086 h 70829"/>
                  <a:gd name="connsiteX12" fmla="*/ 30794 w 49188"/>
                  <a:gd name="connsiteY12" fmla="*/ 45257 h 70829"/>
                  <a:gd name="connsiteX13" fmla="*/ 36969 w 49188"/>
                  <a:gd name="connsiteY13" fmla="*/ 15723 h 70829"/>
                  <a:gd name="connsiteX14" fmla="*/ 10549 w 49188"/>
                  <a:gd name="connsiteY14" fmla="*/ 4525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70" y="71086"/>
                    </a:moveTo>
                    <a:lnTo>
                      <a:pt x="29183" y="52990"/>
                    </a:lnTo>
                    <a:lnTo>
                      <a:pt x="293" y="52990"/>
                    </a:lnTo>
                    <a:lnTo>
                      <a:pt x="2119" y="44344"/>
                    </a:lnTo>
                    <a:lnTo>
                      <a:pt x="41802" y="257"/>
                    </a:lnTo>
                    <a:lnTo>
                      <a:pt x="48944" y="257"/>
                    </a:lnTo>
                    <a:lnTo>
                      <a:pt x="39493" y="45257"/>
                    </a:lnTo>
                    <a:lnTo>
                      <a:pt x="49481" y="45257"/>
                    </a:lnTo>
                    <a:lnTo>
                      <a:pt x="47870" y="52990"/>
                    </a:lnTo>
                    <a:lnTo>
                      <a:pt x="37936" y="52990"/>
                    </a:lnTo>
                    <a:lnTo>
                      <a:pt x="34123" y="71086"/>
                    </a:lnTo>
                    <a:lnTo>
                      <a:pt x="25370" y="71086"/>
                    </a:lnTo>
                    <a:moveTo>
                      <a:pt x="30794" y="45257"/>
                    </a:moveTo>
                    <a:lnTo>
                      <a:pt x="36969" y="15723"/>
                    </a:lnTo>
                    <a:lnTo>
                      <a:pt x="10549" y="4525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4" name="Freihandform: Form 333">
                <a:extLst>
                  <a:ext uri="{FF2B5EF4-FFF2-40B4-BE49-F238E27FC236}">
                    <a16:creationId xmlns:a16="http://schemas.microsoft.com/office/drawing/2014/main" id="{4483C1C2-B060-35DE-A0F5-5DB4B229A763}"/>
                  </a:ext>
                </a:extLst>
              </p:cNvPr>
              <p:cNvSpPr/>
              <p:nvPr/>
            </p:nvSpPr>
            <p:spPr>
              <a:xfrm>
                <a:off x="7830781" y="4060350"/>
                <a:ext cx="49725" cy="72332"/>
              </a:xfrm>
              <a:custGeom>
                <a:avLst/>
                <a:gdLst>
                  <a:gd name="connsiteX0" fmla="*/ 297 w 49725"/>
                  <a:gd name="connsiteY0" fmla="*/ 52829 h 72332"/>
                  <a:gd name="connsiteX1" fmla="*/ 8781 w 49725"/>
                  <a:gd name="connsiteY1" fmla="*/ 51808 h 72332"/>
                  <a:gd name="connsiteX2" fmla="*/ 13077 w 49725"/>
                  <a:gd name="connsiteY2" fmla="*/ 62441 h 72332"/>
                  <a:gd name="connsiteX3" fmla="*/ 21723 w 49725"/>
                  <a:gd name="connsiteY3" fmla="*/ 65663 h 72332"/>
                  <a:gd name="connsiteX4" fmla="*/ 32946 w 49725"/>
                  <a:gd name="connsiteY4" fmla="*/ 61045 h 72332"/>
                  <a:gd name="connsiteX5" fmla="*/ 37618 w 49725"/>
                  <a:gd name="connsiteY5" fmla="*/ 50412 h 72332"/>
                  <a:gd name="connsiteX6" fmla="*/ 34127 w 49725"/>
                  <a:gd name="connsiteY6" fmla="*/ 41767 h 72332"/>
                  <a:gd name="connsiteX7" fmla="*/ 24623 w 49725"/>
                  <a:gd name="connsiteY7" fmla="*/ 38330 h 72332"/>
                  <a:gd name="connsiteX8" fmla="*/ 21830 w 49725"/>
                  <a:gd name="connsiteY8" fmla="*/ 38545 h 72332"/>
                  <a:gd name="connsiteX9" fmla="*/ 23334 w 49725"/>
                  <a:gd name="connsiteY9" fmla="*/ 31242 h 72332"/>
                  <a:gd name="connsiteX10" fmla="*/ 25750 w 49725"/>
                  <a:gd name="connsiteY10" fmla="*/ 31456 h 72332"/>
                  <a:gd name="connsiteX11" fmla="*/ 37296 w 49725"/>
                  <a:gd name="connsiteY11" fmla="*/ 27805 h 72332"/>
                  <a:gd name="connsiteX12" fmla="*/ 41323 w 49725"/>
                  <a:gd name="connsiteY12" fmla="*/ 18837 h 72332"/>
                  <a:gd name="connsiteX13" fmla="*/ 37994 w 49725"/>
                  <a:gd name="connsiteY13" fmla="*/ 10621 h 72332"/>
                  <a:gd name="connsiteX14" fmla="*/ 29885 w 49725"/>
                  <a:gd name="connsiteY14" fmla="*/ 7292 h 72332"/>
                  <a:gd name="connsiteX15" fmla="*/ 21454 w 49725"/>
                  <a:gd name="connsiteY15" fmla="*/ 10675 h 72332"/>
                  <a:gd name="connsiteX16" fmla="*/ 16675 w 49725"/>
                  <a:gd name="connsiteY16" fmla="*/ 20341 h 72332"/>
                  <a:gd name="connsiteX17" fmla="*/ 8083 w 49725"/>
                  <a:gd name="connsiteY17" fmla="*/ 18569 h 72332"/>
                  <a:gd name="connsiteX18" fmla="*/ 16246 w 49725"/>
                  <a:gd name="connsiteY18" fmla="*/ 5036 h 72332"/>
                  <a:gd name="connsiteX19" fmla="*/ 30530 w 49725"/>
                  <a:gd name="connsiteY19" fmla="*/ 257 h 72332"/>
                  <a:gd name="connsiteX20" fmla="*/ 44652 w 49725"/>
                  <a:gd name="connsiteY20" fmla="*/ 5520 h 72332"/>
                  <a:gd name="connsiteX21" fmla="*/ 50022 w 49725"/>
                  <a:gd name="connsiteY21" fmla="*/ 18515 h 72332"/>
                  <a:gd name="connsiteX22" fmla="*/ 47069 w 49725"/>
                  <a:gd name="connsiteY22" fmla="*/ 28288 h 72332"/>
                  <a:gd name="connsiteX23" fmla="*/ 38316 w 49725"/>
                  <a:gd name="connsiteY23" fmla="*/ 35215 h 72332"/>
                  <a:gd name="connsiteX24" fmla="*/ 44545 w 49725"/>
                  <a:gd name="connsiteY24" fmla="*/ 41176 h 72332"/>
                  <a:gd name="connsiteX25" fmla="*/ 46586 w 49725"/>
                  <a:gd name="connsiteY25" fmla="*/ 49124 h 72332"/>
                  <a:gd name="connsiteX26" fmla="*/ 39444 w 49725"/>
                  <a:gd name="connsiteY26" fmla="*/ 65609 h 72332"/>
                  <a:gd name="connsiteX27" fmla="*/ 22421 w 49725"/>
                  <a:gd name="connsiteY27" fmla="*/ 72590 h 72332"/>
                  <a:gd name="connsiteX28" fmla="*/ 6902 w 49725"/>
                  <a:gd name="connsiteY28" fmla="*/ 67220 h 72332"/>
                  <a:gd name="connsiteX29" fmla="*/ 297 w 49725"/>
                  <a:gd name="connsiteY29" fmla="*/ 5282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297" y="52829"/>
                    </a:moveTo>
                    <a:lnTo>
                      <a:pt x="8781" y="51808"/>
                    </a:lnTo>
                    <a:cubicBezTo>
                      <a:pt x="9426" y="56749"/>
                      <a:pt x="10876" y="60293"/>
                      <a:pt x="13077" y="62441"/>
                    </a:cubicBezTo>
                    <a:cubicBezTo>
                      <a:pt x="15279" y="64589"/>
                      <a:pt x="18179" y="65663"/>
                      <a:pt x="21723" y="65663"/>
                    </a:cubicBezTo>
                    <a:cubicBezTo>
                      <a:pt x="26073" y="65663"/>
                      <a:pt x="29778" y="64106"/>
                      <a:pt x="32946" y="61045"/>
                    </a:cubicBezTo>
                    <a:cubicBezTo>
                      <a:pt x="36061" y="57930"/>
                      <a:pt x="37618" y="54386"/>
                      <a:pt x="37618" y="50412"/>
                    </a:cubicBezTo>
                    <a:cubicBezTo>
                      <a:pt x="37618" y="46922"/>
                      <a:pt x="36490" y="44022"/>
                      <a:pt x="34127" y="41767"/>
                    </a:cubicBezTo>
                    <a:cubicBezTo>
                      <a:pt x="31765" y="39511"/>
                      <a:pt x="28596" y="38330"/>
                      <a:pt x="24623" y="38330"/>
                    </a:cubicBezTo>
                    <a:cubicBezTo>
                      <a:pt x="24193" y="38330"/>
                      <a:pt x="23280" y="38437"/>
                      <a:pt x="21830" y="38545"/>
                    </a:cubicBezTo>
                    <a:lnTo>
                      <a:pt x="23334" y="31242"/>
                    </a:lnTo>
                    <a:cubicBezTo>
                      <a:pt x="24193" y="31403"/>
                      <a:pt x="24999" y="31456"/>
                      <a:pt x="25750" y="31456"/>
                    </a:cubicBezTo>
                    <a:cubicBezTo>
                      <a:pt x="30744" y="31456"/>
                      <a:pt x="34611" y="30221"/>
                      <a:pt x="37296" y="27805"/>
                    </a:cubicBezTo>
                    <a:cubicBezTo>
                      <a:pt x="39981" y="25335"/>
                      <a:pt x="41323" y="22381"/>
                      <a:pt x="41323" y="18837"/>
                    </a:cubicBezTo>
                    <a:cubicBezTo>
                      <a:pt x="41323" y="15561"/>
                      <a:pt x="40196" y="12823"/>
                      <a:pt x="37994" y="10621"/>
                    </a:cubicBezTo>
                    <a:cubicBezTo>
                      <a:pt x="35792" y="8366"/>
                      <a:pt x="33107" y="7292"/>
                      <a:pt x="29885" y="7292"/>
                    </a:cubicBezTo>
                    <a:cubicBezTo>
                      <a:pt x="26771" y="7292"/>
                      <a:pt x="23978" y="8419"/>
                      <a:pt x="21454" y="10675"/>
                    </a:cubicBezTo>
                    <a:cubicBezTo>
                      <a:pt x="18984" y="12930"/>
                      <a:pt x="17373" y="16152"/>
                      <a:pt x="16675" y="20341"/>
                    </a:cubicBezTo>
                    <a:lnTo>
                      <a:pt x="8083" y="18569"/>
                    </a:lnTo>
                    <a:cubicBezTo>
                      <a:pt x="9479" y="12769"/>
                      <a:pt x="12218" y="8258"/>
                      <a:pt x="16246" y="5036"/>
                    </a:cubicBezTo>
                    <a:cubicBezTo>
                      <a:pt x="20273" y="1868"/>
                      <a:pt x="25052" y="257"/>
                      <a:pt x="30530" y="257"/>
                    </a:cubicBezTo>
                    <a:cubicBezTo>
                      <a:pt x="36329" y="257"/>
                      <a:pt x="41055" y="2029"/>
                      <a:pt x="44652" y="5520"/>
                    </a:cubicBezTo>
                    <a:cubicBezTo>
                      <a:pt x="48197" y="9064"/>
                      <a:pt x="50022" y="13360"/>
                      <a:pt x="50022" y="18515"/>
                    </a:cubicBezTo>
                    <a:cubicBezTo>
                      <a:pt x="50022" y="22220"/>
                      <a:pt x="49056" y="25496"/>
                      <a:pt x="47069" y="28288"/>
                    </a:cubicBezTo>
                    <a:cubicBezTo>
                      <a:pt x="45136" y="31081"/>
                      <a:pt x="42236" y="33390"/>
                      <a:pt x="38316" y="35215"/>
                    </a:cubicBezTo>
                    <a:cubicBezTo>
                      <a:pt x="41108" y="36880"/>
                      <a:pt x="43149" y="38813"/>
                      <a:pt x="44545" y="41176"/>
                    </a:cubicBezTo>
                    <a:cubicBezTo>
                      <a:pt x="45888" y="43485"/>
                      <a:pt x="46586" y="46116"/>
                      <a:pt x="46586" y="49124"/>
                    </a:cubicBezTo>
                    <a:cubicBezTo>
                      <a:pt x="46586" y="55460"/>
                      <a:pt x="44223" y="60991"/>
                      <a:pt x="39444" y="65609"/>
                    </a:cubicBezTo>
                    <a:cubicBezTo>
                      <a:pt x="34718" y="70281"/>
                      <a:pt x="29026" y="72590"/>
                      <a:pt x="22421" y="72590"/>
                    </a:cubicBezTo>
                    <a:cubicBezTo>
                      <a:pt x="16031" y="72590"/>
                      <a:pt x="10822" y="70818"/>
                      <a:pt x="6902" y="67220"/>
                    </a:cubicBezTo>
                    <a:cubicBezTo>
                      <a:pt x="2928" y="63622"/>
                      <a:pt x="726" y="58843"/>
                      <a:pt x="297" y="528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5" name="Freihandform: Form 334">
                <a:extLst>
                  <a:ext uri="{FF2B5EF4-FFF2-40B4-BE49-F238E27FC236}">
                    <a16:creationId xmlns:a16="http://schemas.microsoft.com/office/drawing/2014/main" id="{FAFC343C-09C4-6763-9988-0FF640C16CDB}"/>
                  </a:ext>
                </a:extLst>
              </p:cNvPr>
              <p:cNvSpPr/>
              <p:nvPr/>
            </p:nvSpPr>
            <p:spPr>
              <a:xfrm>
                <a:off x="7888670" y="4060350"/>
                <a:ext cx="47953" cy="72332"/>
              </a:xfrm>
              <a:custGeom>
                <a:avLst/>
                <a:gdLst>
                  <a:gd name="connsiteX0" fmla="*/ 11954 w 47953"/>
                  <a:gd name="connsiteY0" fmla="*/ 30329 h 72332"/>
                  <a:gd name="connsiteX1" fmla="*/ 19257 w 47953"/>
                  <a:gd name="connsiteY1" fmla="*/ 25764 h 72332"/>
                  <a:gd name="connsiteX2" fmla="*/ 26506 w 47953"/>
                  <a:gd name="connsiteY2" fmla="*/ 24261 h 72332"/>
                  <a:gd name="connsiteX3" fmla="*/ 39824 w 47953"/>
                  <a:gd name="connsiteY3" fmla="*/ 29738 h 72332"/>
                  <a:gd name="connsiteX4" fmla="*/ 45086 w 47953"/>
                  <a:gd name="connsiteY4" fmla="*/ 44613 h 72332"/>
                  <a:gd name="connsiteX5" fmla="*/ 37246 w 47953"/>
                  <a:gd name="connsiteY5" fmla="*/ 65233 h 72332"/>
                  <a:gd name="connsiteX6" fmla="*/ 20814 w 47953"/>
                  <a:gd name="connsiteY6" fmla="*/ 72590 h 72332"/>
                  <a:gd name="connsiteX7" fmla="*/ 6154 w 47953"/>
                  <a:gd name="connsiteY7" fmla="*/ 66146 h 72332"/>
                  <a:gd name="connsiteX8" fmla="*/ 301 w 47953"/>
                  <a:gd name="connsiteY8" fmla="*/ 47781 h 72332"/>
                  <a:gd name="connsiteX9" fmla="*/ 4060 w 47953"/>
                  <a:gd name="connsiteY9" fmla="*/ 25711 h 72332"/>
                  <a:gd name="connsiteX10" fmla="*/ 11256 w 47953"/>
                  <a:gd name="connsiteY10" fmla="*/ 11265 h 72332"/>
                  <a:gd name="connsiteX11" fmla="*/ 20331 w 47953"/>
                  <a:gd name="connsiteY11" fmla="*/ 2942 h 72332"/>
                  <a:gd name="connsiteX12" fmla="*/ 31178 w 47953"/>
                  <a:gd name="connsiteY12" fmla="*/ 257 h 72332"/>
                  <a:gd name="connsiteX13" fmla="*/ 42992 w 47953"/>
                  <a:gd name="connsiteY13" fmla="*/ 4768 h 72332"/>
                  <a:gd name="connsiteX14" fmla="*/ 48254 w 47953"/>
                  <a:gd name="connsiteY14" fmla="*/ 17709 h 72332"/>
                  <a:gd name="connsiteX15" fmla="*/ 40092 w 47953"/>
                  <a:gd name="connsiteY15" fmla="*/ 18515 h 72332"/>
                  <a:gd name="connsiteX16" fmla="*/ 36870 w 47953"/>
                  <a:gd name="connsiteY16" fmla="*/ 10192 h 72332"/>
                  <a:gd name="connsiteX17" fmla="*/ 30534 w 47953"/>
                  <a:gd name="connsiteY17" fmla="*/ 7614 h 72332"/>
                  <a:gd name="connsiteX18" fmla="*/ 22694 w 47953"/>
                  <a:gd name="connsiteY18" fmla="*/ 10675 h 72332"/>
                  <a:gd name="connsiteX19" fmla="*/ 15874 w 47953"/>
                  <a:gd name="connsiteY19" fmla="*/ 19696 h 72332"/>
                  <a:gd name="connsiteX20" fmla="*/ 11954 w 47953"/>
                  <a:gd name="connsiteY20" fmla="*/ 30329 h 72332"/>
                  <a:gd name="connsiteX21" fmla="*/ 8893 w 47953"/>
                  <a:gd name="connsiteY21" fmla="*/ 51486 h 72332"/>
                  <a:gd name="connsiteX22" fmla="*/ 12598 w 47953"/>
                  <a:gd name="connsiteY22" fmla="*/ 61582 h 72332"/>
                  <a:gd name="connsiteX23" fmla="*/ 21029 w 47953"/>
                  <a:gd name="connsiteY23" fmla="*/ 65663 h 72332"/>
                  <a:gd name="connsiteX24" fmla="*/ 28010 w 47953"/>
                  <a:gd name="connsiteY24" fmla="*/ 63193 h 72332"/>
                  <a:gd name="connsiteX25" fmla="*/ 34239 w 47953"/>
                  <a:gd name="connsiteY25" fmla="*/ 55621 h 72332"/>
                  <a:gd name="connsiteX26" fmla="*/ 36763 w 47953"/>
                  <a:gd name="connsiteY26" fmla="*/ 45526 h 72332"/>
                  <a:gd name="connsiteX27" fmla="*/ 33219 w 47953"/>
                  <a:gd name="connsiteY27" fmla="*/ 35162 h 72332"/>
                  <a:gd name="connsiteX28" fmla="*/ 24627 w 47953"/>
                  <a:gd name="connsiteY28" fmla="*/ 31242 h 72332"/>
                  <a:gd name="connsiteX29" fmla="*/ 13887 w 47953"/>
                  <a:gd name="connsiteY29" fmla="*/ 36934 h 72332"/>
                  <a:gd name="connsiteX30" fmla="*/ 8893 w 47953"/>
                  <a:gd name="connsiteY30" fmla="*/ 5148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54" y="30329"/>
                    </a:moveTo>
                    <a:cubicBezTo>
                      <a:pt x="14370" y="28288"/>
                      <a:pt x="16840" y="26785"/>
                      <a:pt x="19257" y="25764"/>
                    </a:cubicBezTo>
                    <a:cubicBezTo>
                      <a:pt x="21673" y="24744"/>
                      <a:pt x="24090" y="24261"/>
                      <a:pt x="26506" y="24261"/>
                    </a:cubicBezTo>
                    <a:cubicBezTo>
                      <a:pt x="31876" y="24261"/>
                      <a:pt x="36333" y="26086"/>
                      <a:pt x="39824" y="29738"/>
                    </a:cubicBezTo>
                    <a:cubicBezTo>
                      <a:pt x="43314" y="33443"/>
                      <a:pt x="45086" y="38384"/>
                      <a:pt x="45086" y="44613"/>
                    </a:cubicBezTo>
                    <a:cubicBezTo>
                      <a:pt x="45086" y="52614"/>
                      <a:pt x="42509" y="59487"/>
                      <a:pt x="37246" y="65233"/>
                    </a:cubicBezTo>
                    <a:cubicBezTo>
                      <a:pt x="32735" y="70174"/>
                      <a:pt x="27258" y="72590"/>
                      <a:pt x="20814" y="72590"/>
                    </a:cubicBezTo>
                    <a:cubicBezTo>
                      <a:pt x="14961" y="72590"/>
                      <a:pt x="10074" y="70442"/>
                      <a:pt x="6154" y="66146"/>
                    </a:cubicBezTo>
                    <a:cubicBezTo>
                      <a:pt x="2234" y="61850"/>
                      <a:pt x="301" y="55729"/>
                      <a:pt x="301" y="47781"/>
                    </a:cubicBezTo>
                    <a:cubicBezTo>
                      <a:pt x="301" y="40639"/>
                      <a:pt x="1536" y="33282"/>
                      <a:pt x="4060" y="25711"/>
                    </a:cubicBezTo>
                    <a:cubicBezTo>
                      <a:pt x="5993" y="19857"/>
                      <a:pt x="8410" y="15024"/>
                      <a:pt x="11256" y="11265"/>
                    </a:cubicBezTo>
                    <a:cubicBezTo>
                      <a:pt x="14102" y="7453"/>
                      <a:pt x="17109" y="4714"/>
                      <a:pt x="20331" y="2942"/>
                    </a:cubicBezTo>
                    <a:cubicBezTo>
                      <a:pt x="23553" y="1170"/>
                      <a:pt x="27151" y="257"/>
                      <a:pt x="31178" y="257"/>
                    </a:cubicBezTo>
                    <a:cubicBezTo>
                      <a:pt x="36011" y="257"/>
                      <a:pt x="39931" y="1761"/>
                      <a:pt x="42992" y="4768"/>
                    </a:cubicBezTo>
                    <a:cubicBezTo>
                      <a:pt x="46053" y="7775"/>
                      <a:pt x="47825" y="12125"/>
                      <a:pt x="48254" y="17709"/>
                    </a:cubicBezTo>
                    <a:lnTo>
                      <a:pt x="40092" y="18515"/>
                    </a:lnTo>
                    <a:cubicBezTo>
                      <a:pt x="39662" y="14648"/>
                      <a:pt x="38589" y="11910"/>
                      <a:pt x="36870" y="10192"/>
                    </a:cubicBezTo>
                    <a:cubicBezTo>
                      <a:pt x="35152" y="8473"/>
                      <a:pt x="33004" y="7614"/>
                      <a:pt x="30534" y="7614"/>
                    </a:cubicBezTo>
                    <a:cubicBezTo>
                      <a:pt x="27956" y="7614"/>
                      <a:pt x="25325" y="8634"/>
                      <a:pt x="22694" y="10675"/>
                    </a:cubicBezTo>
                    <a:cubicBezTo>
                      <a:pt x="20009" y="12662"/>
                      <a:pt x="17753" y="15669"/>
                      <a:pt x="15874" y="19696"/>
                    </a:cubicBezTo>
                    <a:cubicBezTo>
                      <a:pt x="13941" y="23670"/>
                      <a:pt x="12652" y="27214"/>
                      <a:pt x="11954" y="30329"/>
                    </a:cubicBezTo>
                    <a:moveTo>
                      <a:pt x="8893" y="51486"/>
                    </a:moveTo>
                    <a:cubicBezTo>
                      <a:pt x="8893" y="55514"/>
                      <a:pt x="10128" y="58843"/>
                      <a:pt x="12598" y="61582"/>
                    </a:cubicBezTo>
                    <a:cubicBezTo>
                      <a:pt x="15122" y="64320"/>
                      <a:pt x="17914" y="65663"/>
                      <a:pt x="21029" y="65663"/>
                    </a:cubicBezTo>
                    <a:cubicBezTo>
                      <a:pt x="23230" y="65663"/>
                      <a:pt x="25540" y="64804"/>
                      <a:pt x="28010" y="63193"/>
                    </a:cubicBezTo>
                    <a:cubicBezTo>
                      <a:pt x="30426" y="61528"/>
                      <a:pt x="32520" y="59004"/>
                      <a:pt x="34239" y="55621"/>
                    </a:cubicBezTo>
                    <a:cubicBezTo>
                      <a:pt x="35904" y="52238"/>
                      <a:pt x="36763" y="48855"/>
                      <a:pt x="36763" y="45526"/>
                    </a:cubicBezTo>
                    <a:cubicBezTo>
                      <a:pt x="36763" y="41176"/>
                      <a:pt x="35581" y="37739"/>
                      <a:pt x="33219" y="35162"/>
                    </a:cubicBezTo>
                    <a:cubicBezTo>
                      <a:pt x="30856" y="32530"/>
                      <a:pt x="28010" y="31242"/>
                      <a:pt x="24627" y="31242"/>
                    </a:cubicBezTo>
                    <a:cubicBezTo>
                      <a:pt x="20814" y="31242"/>
                      <a:pt x="17216" y="33121"/>
                      <a:pt x="13887" y="36934"/>
                    </a:cubicBezTo>
                    <a:cubicBezTo>
                      <a:pt x="10558" y="40693"/>
                      <a:pt x="8893" y="45579"/>
                      <a:pt x="8893" y="5148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6" name="Freihandform: Form 335">
                <a:extLst>
                  <a:ext uri="{FF2B5EF4-FFF2-40B4-BE49-F238E27FC236}">
                    <a16:creationId xmlns:a16="http://schemas.microsoft.com/office/drawing/2014/main" id="{37DF5BA0-BD6F-5616-4ED9-189E546EE6BE}"/>
                  </a:ext>
                </a:extLst>
              </p:cNvPr>
              <p:cNvSpPr/>
              <p:nvPr/>
            </p:nvSpPr>
            <p:spPr>
              <a:xfrm>
                <a:off x="7950103" y="4060350"/>
                <a:ext cx="32810" cy="71151"/>
              </a:xfrm>
              <a:custGeom>
                <a:avLst/>
                <a:gdLst>
                  <a:gd name="connsiteX0" fmla="*/ 9488 w 32810"/>
                  <a:gd name="connsiteY0" fmla="*/ 71409 h 71151"/>
                  <a:gd name="connsiteX1" fmla="*/ 20657 w 32810"/>
                  <a:gd name="connsiteY1" fmla="*/ 17924 h 71151"/>
                  <a:gd name="connsiteX2" fmla="*/ 305 w 32810"/>
                  <a:gd name="connsiteY2" fmla="*/ 27053 h 71151"/>
                  <a:gd name="connsiteX3" fmla="*/ 1916 w 32810"/>
                  <a:gd name="connsiteY3" fmla="*/ 19106 h 71151"/>
                  <a:gd name="connsiteX4" fmla="*/ 14804 w 32810"/>
                  <a:gd name="connsiteY4" fmla="*/ 12286 h 71151"/>
                  <a:gd name="connsiteX5" fmla="*/ 24362 w 32810"/>
                  <a:gd name="connsiteY5" fmla="*/ 4983 h 71151"/>
                  <a:gd name="connsiteX6" fmla="*/ 28014 w 32810"/>
                  <a:gd name="connsiteY6" fmla="*/ 257 h 71151"/>
                  <a:gd name="connsiteX7" fmla="*/ 33115 w 32810"/>
                  <a:gd name="connsiteY7" fmla="*/ 257 h 71151"/>
                  <a:gd name="connsiteX8" fmla="*/ 18240 w 32810"/>
                  <a:gd name="connsiteY8" fmla="*/ 71409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88" y="71409"/>
                    </a:moveTo>
                    <a:lnTo>
                      <a:pt x="20657" y="17924"/>
                    </a:lnTo>
                    <a:cubicBezTo>
                      <a:pt x="15824" y="21737"/>
                      <a:pt x="9058" y="24744"/>
                      <a:pt x="305" y="27053"/>
                    </a:cubicBezTo>
                    <a:lnTo>
                      <a:pt x="1916" y="19106"/>
                    </a:lnTo>
                    <a:cubicBezTo>
                      <a:pt x="6265" y="17387"/>
                      <a:pt x="10561" y="15132"/>
                      <a:pt x="14804" y="12286"/>
                    </a:cubicBezTo>
                    <a:cubicBezTo>
                      <a:pt x="19046" y="9493"/>
                      <a:pt x="22214" y="7077"/>
                      <a:pt x="24362" y="4983"/>
                    </a:cubicBezTo>
                    <a:cubicBezTo>
                      <a:pt x="25651" y="3694"/>
                      <a:pt x="26886" y="2083"/>
                      <a:pt x="28014" y="257"/>
                    </a:cubicBezTo>
                    <a:lnTo>
                      <a:pt x="33115" y="257"/>
                    </a:lnTo>
                    <a:lnTo>
                      <a:pt x="18240" y="7140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7" name="Freihandform: Form 336">
                <a:extLst>
                  <a:ext uri="{FF2B5EF4-FFF2-40B4-BE49-F238E27FC236}">
                    <a16:creationId xmlns:a16="http://schemas.microsoft.com/office/drawing/2014/main" id="{DCFF75D0-2215-6A8E-97BA-9433592E1CBE}"/>
                  </a:ext>
                </a:extLst>
              </p:cNvPr>
              <p:cNvSpPr/>
              <p:nvPr/>
            </p:nvSpPr>
            <p:spPr>
              <a:xfrm>
                <a:off x="7997911" y="4060350"/>
                <a:ext cx="48436" cy="72386"/>
              </a:xfrm>
              <a:custGeom>
                <a:avLst/>
                <a:gdLst>
                  <a:gd name="connsiteX0" fmla="*/ 15237 w 48436"/>
                  <a:gd name="connsiteY0" fmla="*/ 32477 h 72386"/>
                  <a:gd name="connsiteX1" fmla="*/ 9277 w 48436"/>
                  <a:gd name="connsiteY1" fmla="*/ 26892 h 72386"/>
                  <a:gd name="connsiteX2" fmla="*/ 7290 w 48436"/>
                  <a:gd name="connsiteY2" fmla="*/ 19535 h 72386"/>
                  <a:gd name="connsiteX3" fmla="*/ 11962 w 48436"/>
                  <a:gd name="connsiteY3" fmla="*/ 7668 h 72386"/>
                  <a:gd name="connsiteX4" fmla="*/ 28716 w 48436"/>
                  <a:gd name="connsiteY4" fmla="*/ 257 h 72386"/>
                  <a:gd name="connsiteX5" fmla="*/ 43376 w 48436"/>
                  <a:gd name="connsiteY5" fmla="*/ 5251 h 72386"/>
                  <a:gd name="connsiteX6" fmla="*/ 48746 w 48436"/>
                  <a:gd name="connsiteY6" fmla="*/ 17548 h 72386"/>
                  <a:gd name="connsiteX7" fmla="*/ 45846 w 48436"/>
                  <a:gd name="connsiteY7" fmla="*/ 26838 h 72386"/>
                  <a:gd name="connsiteX8" fmla="*/ 36771 w 48436"/>
                  <a:gd name="connsiteY8" fmla="*/ 33497 h 72386"/>
                  <a:gd name="connsiteX9" fmla="*/ 42892 w 48436"/>
                  <a:gd name="connsiteY9" fmla="*/ 39135 h 72386"/>
                  <a:gd name="connsiteX10" fmla="*/ 45255 w 48436"/>
                  <a:gd name="connsiteY10" fmla="*/ 48264 h 72386"/>
                  <a:gd name="connsiteX11" fmla="*/ 38489 w 48436"/>
                  <a:gd name="connsiteY11" fmla="*/ 65233 h 72386"/>
                  <a:gd name="connsiteX12" fmla="*/ 20554 w 48436"/>
                  <a:gd name="connsiteY12" fmla="*/ 72644 h 72386"/>
                  <a:gd name="connsiteX13" fmla="*/ 5947 w 48436"/>
                  <a:gd name="connsiteY13" fmla="*/ 67166 h 72386"/>
                  <a:gd name="connsiteX14" fmla="*/ 309 w 48436"/>
                  <a:gd name="connsiteY14" fmla="*/ 53366 h 72386"/>
                  <a:gd name="connsiteX15" fmla="*/ 4283 w 48436"/>
                  <a:gd name="connsiteY15" fmla="*/ 39995 h 72386"/>
                  <a:gd name="connsiteX16" fmla="*/ 15237 w 48436"/>
                  <a:gd name="connsiteY16" fmla="*/ 32477 h 72386"/>
                  <a:gd name="connsiteX17" fmla="*/ 15882 w 48436"/>
                  <a:gd name="connsiteY17" fmla="*/ 19965 h 72386"/>
                  <a:gd name="connsiteX18" fmla="*/ 18835 w 48436"/>
                  <a:gd name="connsiteY18" fmla="*/ 27268 h 72386"/>
                  <a:gd name="connsiteX19" fmla="*/ 26890 w 48436"/>
                  <a:gd name="connsiteY19" fmla="*/ 30060 h 72386"/>
                  <a:gd name="connsiteX20" fmla="*/ 36610 w 48436"/>
                  <a:gd name="connsiteY20" fmla="*/ 26409 h 72386"/>
                  <a:gd name="connsiteX21" fmla="*/ 40369 w 48436"/>
                  <a:gd name="connsiteY21" fmla="*/ 17441 h 72386"/>
                  <a:gd name="connsiteX22" fmla="*/ 37415 w 48436"/>
                  <a:gd name="connsiteY22" fmla="*/ 10084 h 72386"/>
                  <a:gd name="connsiteX23" fmla="*/ 29360 w 48436"/>
                  <a:gd name="connsiteY23" fmla="*/ 7292 h 72386"/>
                  <a:gd name="connsiteX24" fmla="*/ 22272 w 48436"/>
                  <a:gd name="connsiteY24" fmla="*/ 9064 h 72386"/>
                  <a:gd name="connsiteX25" fmla="*/ 17493 w 48436"/>
                  <a:gd name="connsiteY25" fmla="*/ 13897 h 72386"/>
                  <a:gd name="connsiteX26" fmla="*/ 15882 w 48436"/>
                  <a:gd name="connsiteY26" fmla="*/ 19965 h 72386"/>
                  <a:gd name="connsiteX27" fmla="*/ 9062 w 48436"/>
                  <a:gd name="connsiteY27" fmla="*/ 54118 h 72386"/>
                  <a:gd name="connsiteX28" fmla="*/ 10512 w 48436"/>
                  <a:gd name="connsiteY28" fmla="*/ 59756 h 72386"/>
                  <a:gd name="connsiteX29" fmla="*/ 14861 w 48436"/>
                  <a:gd name="connsiteY29" fmla="*/ 64052 h 72386"/>
                  <a:gd name="connsiteX30" fmla="*/ 21466 w 48436"/>
                  <a:gd name="connsiteY30" fmla="*/ 65663 h 72386"/>
                  <a:gd name="connsiteX31" fmla="*/ 32958 w 48436"/>
                  <a:gd name="connsiteY31" fmla="*/ 59004 h 72386"/>
                  <a:gd name="connsiteX32" fmla="*/ 36449 w 48436"/>
                  <a:gd name="connsiteY32" fmla="*/ 47727 h 72386"/>
                  <a:gd name="connsiteX33" fmla="*/ 33227 w 48436"/>
                  <a:gd name="connsiteY33" fmla="*/ 39672 h 72386"/>
                  <a:gd name="connsiteX34" fmla="*/ 24796 w 48436"/>
                  <a:gd name="connsiteY34" fmla="*/ 36504 h 72386"/>
                  <a:gd name="connsiteX35" fmla="*/ 13680 w 48436"/>
                  <a:gd name="connsiteY35" fmla="*/ 41391 h 72386"/>
                  <a:gd name="connsiteX36" fmla="*/ 9062 w 48436"/>
                  <a:gd name="connsiteY36" fmla="*/ 54118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37" y="32477"/>
                    </a:moveTo>
                    <a:cubicBezTo>
                      <a:pt x="12606" y="31027"/>
                      <a:pt x="10619" y="29147"/>
                      <a:pt x="9277" y="26892"/>
                    </a:cubicBezTo>
                    <a:cubicBezTo>
                      <a:pt x="7934" y="24583"/>
                      <a:pt x="7290" y="22166"/>
                      <a:pt x="7290" y="19535"/>
                    </a:cubicBezTo>
                    <a:cubicBezTo>
                      <a:pt x="7290" y="15293"/>
                      <a:pt x="8847" y="11319"/>
                      <a:pt x="11962" y="7668"/>
                    </a:cubicBezTo>
                    <a:cubicBezTo>
                      <a:pt x="16043" y="2727"/>
                      <a:pt x="21681" y="257"/>
                      <a:pt x="28716" y="257"/>
                    </a:cubicBezTo>
                    <a:cubicBezTo>
                      <a:pt x="34945" y="257"/>
                      <a:pt x="39832" y="1922"/>
                      <a:pt x="43376" y="5251"/>
                    </a:cubicBezTo>
                    <a:cubicBezTo>
                      <a:pt x="46974" y="8581"/>
                      <a:pt x="48746" y="12662"/>
                      <a:pt x="48746" y="17548"/>
                    </a:cubicBezTo>
                    <a:cubicBezTo>
                      <a:pt x="48746" y="20985"/>
                      <a:pt x="47779" y="24100"/>
                      <a:pt x="45846" y="26838"/>
                    </a:cubicBezTo>
                    <a:cubicBezTo>
                      <a:pt x="43913" y="29631"/>
                      <a:pt x="40906" y="31832"/>
                      <a:pt x="36771" y="33497"/>
                    </a:cubicBezTo>
                    <a:cubicBezTo>
                      <a:pt x="39617" y="35269"/>
                      <a:pt x="41657" y="37148"/>
                      <a:pt x="42892" y="39135"/>
                    </a:cubicBezTo>
                    <a:cubicBezTo>
                      <a:pt x="44450" y="41713"/>
                      <a:pt x="45255" y="44774"/>
                      <a:pt x="45255" y="48264"/>
                    </a:cubicBezTo>
                    <a:cubicBezTo>
                      <a:pt x="45255" y="54601"/>
                      <a:pt x="43000" y="60239"/>
                      <a:pt x="38489" y="65233"/>
                    </a:cubicBezTo>
                    <a:cubicBezTo>
                      <a:pt x="33978" y="70174"/>
                      <a:pt x="28018" y="72644"/>
                      <a:pt x="20554" y="72644"/>
                    </a:cubicBezTo>
                    <a:cubicBezTo>
                      <a:pt x="14593" y="72644"/>
                      <a:pt x="9706" y="70818"/>
                      <a:pt x="5947" y="67166"/>
                    </a:cubicBezTo>
                    <a:cubicBezTo>
                      <a:pt x="2188" y="63461"/>
                      <a:pt x="309" y="58897"/>
                      <a:pt x="309" y="53366"/>
                    </a:cubicBezTo>
                    <a:cubicBezTo>
                      <a:pt x="309" y="48211"/>
                      <a:pt x="1651" y="43754"/>
                      <a:pt x="4283" y="39995"/>
                    </a:cubicBezTo>
                    <a:cubicBezTo>
                      <a:pt x="6968" y="36289"/>
                      <a:pt x="10619" y="33765"/>
                      <a:pt x="15237" y="32477"/>
                    </a:cubicBezTo>
                    <a:moveTo>
                      <a:pt x="15882" y="19965"/>
                    </a:moveTo>
                    <a:cubicBezTo>
                      <a:pt x="15882" y="22972"/>
                      <a:pt x="16902" y="25388"/>
                      <a:pt x="18835" y="27268"/>
                    </a:cubicBezTo>
                    <a:cubicBezTo>
                      <a:pt x="20768" y="29094"/>
                      <a:pt x="23453" y="30060"/>
                      <a:pt x="26890" y="30060"/>
                    </a:cubicBezTo>
                    <a:cubicBezTo>
                      <a:pt x="30864" y="30060"/>
                      <a:pt x="34139" y="28825"/>
                      <a:pt x="36610" y="26409"/>
                    </a:cubicBezTo>
                    <a:cubicBezTo>
                      <a:pt x="39133" y="23939"/>
                      <a:pt x="40369" y="20985"/>
                      <a:pt x="40369" y="17441"/>
                    </a:cubicBezTo>
                    <a:cubicBezTo>
                      <a:pt x="40369" y="14434"/>
                      <a:pt x="39402" y="11964"/>
                      <a:pt x="37415" y="10084"/>
                    </a:cubicBezTo>
                    <a:cubicBezTo>
                      <a:pt x="35482" y="8205"/>
                      <a:pt x="32797" y="7292"/>
                      <a:pt x="29360" y="7292"/>
                    </a:cubicBezTo>
                    <a:cubicBezTo>
                      <a:pt x="26783" y="7292"/>
                      <a:pt x="24420" y="7882"/>
                      <a:pt x="22272" y="9064"/>
                    </a:cubicBezTo>
                    <a:cubicBezTo>
                      <a:pt x="20124" y="10245"/>
                      <a:pt x="18513" y="11856"/>
                      <a:pt x="17493" y="13897"/>
                    </a:cubicBezTo>
                    <a:cubicBezTo>
                      <a:pt x="16419" y="15991"/>
                      <a:pt x="15882" y="17978"/>
                      <a:pt x="15882" y="19965"/>
                    </a:cubicBezTo>
                    <a:moveTo>
                      <a:pt x="9062" y="54118"/>
                    </a:moveTo>
                    <a:cubicBezTo>
                      <a:pt x="9062" y="56051"/>
                      <a:pt x="9545" y="57984"/>
                      <a:pt x="10512" y="59756"/>
                    </a:cubicBezTo>
                    <a:cubicBezTo>
                      <a:pt x="11478" y="61582"/>
                      <a:pt x="12928" y="62978"/>
                      <a:pt x="14861" y="64052"/>
                    </a:cubicBezTo>
                    <a:cubicBezTo>
                      <a:pt x="16795" y="65126"/>
                      <a:pt x="18996" y="65663"/>
                      <a:pt x="21466" y="65663"/>
                    </a:cubicBezTo>
                    <a:cubicBezTo>
                      <a:pt x="26192" y="65663"/>
                      <a:pt x="30005" y="63461"/>
                      <a:pt x="32958" y="59004"/>
                    </a:cubicBezTo>
                    <a:cubicBezTo>
                      <a:pt x="35267" y="55514"/>
                      <a:pt x="36449" y="51755"/>
                      <a:pt x="36449" y="47727"/>
                    </a:cubicBezTo>
                    <a:cubicBezTo>
                      <a:pt x="36449" y="44452"/>
                      <a:pt x="35374" y="41767"/>
                      <a:pt x="33227" y="39672"/>
                    </a:cubicBezTo>
                    <a:cubicBezTo>
                      <a:pt x="31079" y="37578"/>
                      <a:pt x="28286" y="36504"/>
                      <a:pt x="24796" y="36504"/>
                    </a:cubicBezTo>
                    <a:cubicBezTo>
                      <a:pt x="20392" y="36504"/>
                      <a:pt x="16687" y="38169"/>
                      <a:pt x="13680" y="41391"/>
                    </a:cubicBezTo>
                    <a:cubicBezTo>
                      <a:pt x="10619" y="44666"/>
                      <a:pt x="9062" y="48909"/>
                      <a:pt x="9062" y="5411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8" name="Freihandform: Form 337">
                <a:extLst>
                  <a:ext uri="{FF2B5EF4-FFF2-40B4-BE49-F238E27FC236}">
                    <a16:creationId xmlns:a16="http://schemas.microsoft.com/office/drawing/2014/main" id="{3AD071E4-C635-BEC4-642A-22EBC5AACA14}"/>
                  </a:ext>
                </a:extLst>
              </p:cNvPr>
              <p:cNvSpPr/>
              <p:nvPr/>
            </p:nvSpPr>
            <p:spPr>
              <a:xfrm>
                <a:off x="8051235" y="4121621"/>
                <a:ext cx="11974" cy="9880"/>
              </a:xfrm>
              <a:custGeom>
                <a:avLst/>
                <a:gdLst>
                  <a:gd name="connsiteX0" fmla="*/ 313 w 11974"/>
                  <a:gd name="connsiteY0" fmla="*/ 10138 h 9880"/>
                  <a:gd name="connsiteX1" fmla="*/ 2407 w 11974"/>
                  <a:gd name="connsiteY1" fmla="*/ 257 h 9880"/>
                  <a:gd name="connsiteX2" fmla="*/ 12288 w 11974"/>
                  <a:gd name="connsiteY2" fmla="*/ 257 h 9880"/>
                  <a:gd name="connsiteX3" fmla="*/ 10194 w 11974"/>
                  <a:gd name="connsiteY3" fmla="*/ 10138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13" y="10138"/>
                    </a:moveTo>
                    <a:lnTo>
                      <a:pt x="2407" y="257"/>
                    </a:lnTo>
                    <a:lnTo>
                      <a:pt x="12288" y="257"/>
                    </a:lnTo>
                    <a:lnTo>
                      <a:pt x="10194" y="1013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39" name="Freihandform: Form 338">
                <a:extLst>
                  <a:ext uri="{FF2B5EF4-FFF2-40B4-BE49-F238E27FC236}">
                    <a16:creationId xmlns:a16="http://schemas.microsoft.com/office/drawing/2014/main" id="{81FD38DE-2C9D-9AF5-E129-425F16341B1D}"/>
                  </a:ext>
                </a:extLst>
              </p:cNvPr>
              <p:cNvSpPr/>
              <p:nvPr/>
            </p:nvSpPr>
            <p:spPr>
              <a:xfrm>
                <a:off x="8087697" y="4060350"/>
                <a:ext cx="32810" cy="71151"/>
              </a:xfrm>
              <a:custGeom>
                <a:avLst/>
                <a:gdLst>
                  <a:gd name="connsiteX0" fmla="*/ 9498 w 32810"/>
                  <a:gd name="connsiteY0" fmla="*/ 71409 h 71151"/>
                  <a:gd name="connsiteX1" fmla="*/ 20667 w 32810"/>
                  <a:gd name="connsiteY1" fmla="*/ 17924 h 71151"/>
                  <a:gd name="connsiteX2" fmla="*/ 315 w 32810"/>
                  <a:gd name="connsiteY2" fmla="*/ 27053 h 71151"/>
                  <a:gd name="connsiteX3" fmla="*/ 1926 w 32810"/>
                  <a:gd name="connsiteY3" fmla="*/ 19106 h 71151"/>
                  <a:gd name="connsiteX4" fmla="*/ 14814 w 32810"/>
                  <a:gd name="connsiteY4" fmla="*/ 12286 h 71151"/>
                  <a:gd name="connsiteX5" fmla="*/ 24372 w 32810"/>
                  <a:gd name="connsiteY5" fmla="*/ 4983 h 71151"/>
                  <a:gd name="connsiteX6" fmla="*/ 28024 w 32810"/>
                  <a:gd name="connsiteY6" fmla="*/ 257 h 71151"/>
                  <a:gd name="connsiteX7" fmla="*/ 33125 w 32810"/>
                  <a:gd name="connsiteY7" fmla="*/ 257 h 71151"/>
                  <a:gd name="connsiteX8" fmla="*/ 18250 w 32810"/>
                  <a:gd name="connsiteY8" fmla="*/ 71409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98" y="71409"/>
                    </a:moveTo>
                    <a:lnTo>
                      <a:pt x="20667" y="17924"/>
                    </a:lnTo>
                    <a:cubicBezTo>
                      <a:pt x="15834" y="21737"/>
                      <a:pt x="9068" y="24744"/>
                      <a:pt x="315" y="27053"/>
                    </a:cubicBezTo>
                    <a:lnTo>
                      <a:pt x="1926" y="19106"/>
                    </a:lnTo>
                    <a:cubicBezTo>
                      <a:pt x="6275" y="17387"/>
                      <a:pt x="10571" y="15132"/>
                      <a:pt x="14814" y="12286"/>
                    </a:cubicBezTo>
                    <a:cubicBezTo>
                      <a:pt x="19056" y="9493"/>
                      <a:pt x="22224" y="7077"/>
                      <a:pt x="24372" y="4983"/>
                    </a:cubicBezTo>
                    <a:cubicBezTo>
                      <a:pt x="25661" y="3694"/>
                      <a:pt x="26896" y="2083"/>
                      <a:pt x="28024" y="257"/>
                    </a:cubicBezTo>
                    <a:lnTo>
                      <a:pt x="33125" y="257"/>
                    </a:lnTo>
                    <a:lnTo>
                      <a:pt x="18250" y="7140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340" name="Grafik 4">
              <a:extLst>
                <a:ext uri="{FF2B5EF4-FFF2-40B4-BE49-F238E27FC236}">
                  <a16:creationId xmlns:a16="http://schemas.microsoft.com/office/drawing/2014/main" id="{5FDB0635-494F-6570-4D83-2921566DCECC}"/>
                </a:ext>
              </a:extLst>
            </p:cNvPr>
            <p:cNvGrpSpPr/>
            <p:nvPr/>
          </p:nvGrpSpPr>
          <p:grpSpPr>
            <a:xfrm>
              <a:off x="7884969" y="5069843"/>
              <a:ext cx="664926" cy="73245"/>
              <a:chOff x="7884969" y="5069843"/>
              <a:chExt cx="664926" cy="73245"/>
            </a:xfrm>
            <a:solidFill>
              <a:srgbClr val="000000"/>
            </a:solidFill>
          </p:grpSpPr>
          <p:sp>
            <p:nvSpPr>
              <p:cNvPr id="341" name="Freihandform: Form 340">
                <a:extLst>
                  <a:ext uri="{FF2B5EF4-FFF2-40B4-BE49-F238E27FC236}">
                    <a16:creationId xmlns:a16="http://schemas.microsoft.com/office/drawing/2014/main" id="{E04D167C-A39D-A44A-4A50-42A49E136E4F}"/>
                  </a:ext>
                </a:extLst>
              </p:cNvPr>
              <p:cNvSpPr/>
              <p:nvPr/>
            </p:nvSpPr>
            <p:spPr>
              <a:xfrm>
                <a:off x="7884969" y="5071078"/>
                <a:ext cx="68949" cy="70829"/>
              </a:xfrm>
              <a:custGeom>
                <a:avLst/>
                <a:gdLst>
                  <a:gd name="connsiteX0" fmla="*/ 301 w 68949"/>
                  <a:gd name="connsiteY0" fmla="*/ 71160 h 70829"/>
                  <a:gd name="connsiteX1" fmla="*/ 15068 w 68949"/>
                  <a:gd name="connsiteY1" fmla="*/ 331 h 70829"/>
                  <a:gd name="connsiteX2" fmla="*/ 24573 w 68949"/>
                  <a:gd name="connsiteY2" fmla="*/ 331 h 70829"/>
                  <a:gd name="connsiteX3" fmla="*/ 17431 w 68949"/>
                  <a:gd name="connsiteY3" fmla="*/ 34430 h 70829"/>
                  <a:gd name="connsiteX4" fmla="*/ 55933 w 68949"/>
                  <a:gd name="connsiteY4" fmla="*/ 331 h 70829"/>
                  <a:gd name="connsiteX5" fmla="*/ 69251 w 68949"/>
                  <a:gd name="connsiteY5" fmla="*/ 331 h 70829"/>
                  <a:gd name="connsiteX6" fmla="*/ 36333 w 68949"/>
                  <a:gd name="connsiteY6" fmla="*/ 29167 h 70829"/>
                  <a:gd name="connsiteX7" fmla="*/ 60444 w 68949"/>
                  <a:gd name="connsiteY7" fmla="*/ 71160 h 70829"/>
                  <a:gd name="connsiteX8" fmla="*/ 49865 w 68949"/>
                  <a:gd name="connsiteY8" fmla="*/ 71160 h 70829"/>
                  <a:gd name="connsiteX9" fmla="*/ 29460 w 68949"/>
                  <a:gd name="connsiteY9" fmla="*/ 35235 h 70829"/>
                  <a:gd name="connsiteX10" fmla="*/ 14585 w 68949"/>
                  <a:gd name="connsiteY10" fmla="*/ 48177 h 70829"/>
                  <a:gd name="connsiteX11" fmla="*/ 9752 w 68949"/>
                  <a:gd name="connsiteY11" fmla="*/ 71160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301" y="71160"/>
                    </a:moveTo>
                    <a:lnTo>
                      <a:pt x="15068" y="331"/>
                    </a:lnTo>
                    <a:lnTo>
                      <a:pt x="24573" y="331"/>
                    </a:lnTo>
                    <a:lnTo>
                      <a:pt x="17431" y="34430"/>
                    </a:lnTo>
                    <a:lnTo>
                      <a:pt x="55933" y="331"/>
                    </a:lnTo>
                    <a:lnTo>
                      <a:pt x="69251" y="331"/>
                    </a:lnTo>
                    <a:lnTo>
                      <a:pt x="36333" y="29167"/>
                    </a:lnTo>
                    <a:lnTo>
                      <a:pt x="60444" y="71160"/>
                    </a:lnTo>
                    <a:lnTo>
                      <a:pt x="49865" y="71160"/>
                    </a:lnTo>
                    <a:lnTo>
                      <a:pt x="29460" y="35235"/>
                    </a:lnTo>
                    <a:lnTo>
                      <a:pt x="14585" y="48177"/>
                    </a:lnTo>
                    <a:lnTo>
                      <a:pt x="9752" y="7116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2" name="Freihandform: Form 341">
                <a:extLst>
                  <a:ext uri="{FF2B5EF4-FFF2-40B4-BE49-F238E27FC236}">
                    <a16:creationId xmlns:a16="http://schemas.microsoft.com/office/drawing/2014/main" id="{440A4232-CC79-8372-EA4D-2A094B312E4E}"/>
                  </a:ext>
                </a:extLst>
              </p:cNvPr>
              <p:cNvSpPr/>
              <p:nvPr/>
            </p:nvSpPr>
            <p:spPr>
              <a:xfrm>
                <a:off x="7944592" y="5071078"/>
                <a:ext cx="63043" cy="70829"/>
              </a:xfrm>
              <a:custGeom>
                <a:avLst/>
                <a:gdLst>
                  <a:gd name="connsiteX0" fmla="*/ 306 w 63043"/>
                  <a:gd name="connsiteY0" fmla="*/ 71160 h 70829"/>
                  <a:gd name="connsiteX1" fmla="*/ 40473 w 63043"/>
                  <a:gd name="connsiteY1" fmla="*/ 331 h 70829"/>
                  <a:gd name="connsiteX2" fmla="*/ 51642 w 63043"/>
                  <a:gd name="connsiteY2" fmla="*/ 331 h 70829"/>
                  <a:gd name="connsiteX3" fmla="*/ 63349 w 63043"/>
                  <a:gd name="connsiteY3" fmla="*/ 71160 h 70829"/>
                  <a:gd name="connsiteX4" fmla="*/ 54166 w 63043"/>
                  <a:gd name="connsiteY4" fmla="*/ 71160 h 70829"/>
                  <a:gd name="connsiteX5" fmla="*/ 50729 w 63043"/>
                  <a:gd name="connsiteY5" fmla="*/ 50754 h 70829"/>
                  <a:gd name="connsiteX6" fmla="*/ 22054 w 63043"/>
                  <a:gd name="connsiteY6" fmla="*/ 50754 h 70829"/>
                  <a:gd name="connsiteX7" fmla="*/ 10723 w 63043"/>
                  <a:gd name="connsiteY7" fmla="*/ 71160 h 70829"/>
                  <a:gd name="connsiteX8" fmla="*/ 306 w 63043"/>
                  <a:gd name="connsiteY8" fmla="*/ 71160 h 70829"/>
                  <a:gd name="connsiteX9" fmla="*/ 26135 w 63043"/>
                  <a:gd name="connsiteY9" fmla="*/ 43451 h 70829"/>
                  <a:gd name="connsiteX10" fmla="*/ 49548 w 63043"/>
                  <a:gd name="connsiteY10" fmla="*/ 43451 h 70829"/>
                  <a:gd name="connsiteX11" fmla="*/ 46809 w 63043"/>
                  <a:gd name="connsiteY11" fmla="*/ 25677 h 70829"/>
                  <a:gd name="connsiteX12" fmla="*/ 44822 w 63043"/>
                  <a:gd name="connsiteY12" fmla="*/ 8063 h 70829"/>
                  <a:gd name="connsiteX13" fmla="*/ 37788 w 63043"/>
                  <a:gd name="connsiteY13" fmla="*/ 2250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306" y="71160"/>
                    </a:moveTo>
                    <a:lnTo>
                      <a:pt x="40473" y="331"/>
                    </a:lnTo>
                    <a:lnTo>
                      <a:pt x="51642" y="331"/>
                    </a:lnTo>
                    <a:lnTo>
                      <a:pt x="63349" y="71160"/>
                    </a:lnTo>
                    <a:lnTo>
                      <a:pt x="54166" y="71160"/>
                    </a:lnTo>
                    <a:lnTo>
                      <a:pt x="50729" y="50754"/>
                    </a:lnTo>
                    <a:lnTo>
                      <a:pt x="22054" y="50754"/>
                    </a:lnTo>
                    <a:lnTo>
                      <a:pt x="10723" y="71160"/>
                    </a:lnTo>
                    <a:lnTo>
                      <a:pt x="306" y="71160"/>
                    </a:lnTo>
                    <a:moveTo>
                      <a:pt x="26135" y="43451"/>
                    </a:moveTo>
                    <a:lnTo>
                      <a:pt x="49548" y="43451"/>
                    </a:lnTo>
                    <a:lnTo>
                      <a:pt x="46809" y="25677"/>
                    </a:lnTo>
                    <a:cubicBezTo>
                      <a:pt x="45735" y="18642"/>
                      <a:pt x="45091" y="12735"/>
                      <a:pt x="44822" y="8063"/>
                    </a:cubicBezTo>
                    <a:cubicBezTo>
                      <a:pt x="43211" y="12091"/>
                      <a:pt x="40849" y="16924"/>
                      <a:pt x="37788" y="2250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3" name="Freihandform: Form 342">
                <a:extLst>
                  <a:ext uri="{FF2B5EF4-FFF2-40B4-BE49-F238E27FC236}">
                    <a16:creationId xmlns:a16="http://schemas.microsoft.com/office/drawing/2014/main" id="{6C4186F4-5E3A-6F62-F3F3-1100EB50EBAC}"/>
                  </a:ext>
                </a:extLst>
              </p:cNvPr>
              <p:cNvSpPr/>
              <p:nvPr/>
            </p:nvSpPr>
            <p:spPr>
              <a:xfrm>
                <a:off x="8022218" y="5069843"/>
                <a:ext cx="66211" cy="73245"/>
              </a:xfrm>
              <a:custGeom>
                <a:avLst/>
                <a:gdLst>
                  <a:gd name="connsiteX0" fmla="*/ 31241 w 66211"/>
                  <a:gd name="connsiteY0" fmla="*/ 44471 h 73245"/>
                  <a:gd name="connsiteX1" fmla="*/ 32960 w 66211"/>
                  <a:gd name="connsiteY1" fmla="*/ 36417 h 73245"/>
                  <a:gd name="connsiteX2" fmla="*/ 63944 w 66211"/>
                  <a:gd name="connsiteY2" fmla="*/ 36417 h 73245"/>
                  <a:gd name="connsiteX3" fmla="*/ 57930 w 66211"/>
                  <a:gd name="connsiteY3" fmla="*/ 65307 h 73245"/>
                  <a:gd name="connsiteX4" fmla="*/ 44559 w 66211"/>
                  <a:gd name="connsiteY4" fmla="*/ 71267 h 73245"/>
                  <a:gd name="connsiteX5" fmla="*/ 29845 w 66211"/>
                  <a:gd name="connsiteY5" fmla="*/ 73576 h 73245"/>
                  <a:gd name="connsiteX6" fmla="*/ 6754 w 66211"/>
                  <a:gd name="connsiteY6" fmla="*/ 64286 h 73245"/>
                  <a:gd name="connsiteX7" fmla="*/ 311 w 66211"/>
                  <a:gd name="connsiteY7" fmla="*/ 44042 h 73245"/>
                  <a:gd name="connsiteX8" fmla="*/ 5949 w 66211"/>
                  <a:gd name="connsiteY8" fmla="*/ 20790 h 73245"/>
                  <a:gd name="connsiteX9" fmla="*/ 20179 w 66211"/>
                  <a:gd name="connsiteY9" fmla="*/ 5325 h 73245"/>
                  <a:gd name="connsiteX10" fmla="*/ 39242 w 66211"/>
                  <a:gd name="connsiteY10" fmla="*/ 331 h 73245"/>
                  <a:gd name="connsiteX11" fmla="*/ 52775 w 66211"/>
                  <a:gd name="connsiteY11" fmla="*/ 3069 h 73245"/>
                  <a:gd name="connsiteX12" fmla="*/ 61957 w 66211"/>
                  <a:gd name="connsiteY12" fmla="*/ 10372 h 73245"/>
                  <a:gd name="connsiteX13" fmla="*/ 66522 w 66211"/>
                  <a:gd name="connsiteY13" fmla="*/ 22294 h 73245"/>
                  <a:gd name="connsiteX14" fmla="*/ 57232 w 66211"/>
                  <a:gd name="connsiteY14" fmla="*/ 23314 h 73245"/>
                  <a:gd name="connsiteX15" fmla="*/ 51056 w 66211"/>
                  <a:gd name="connsiteY15" fmla="*/ 12091 h 73245"/>
                  <a:gd name="connsiteX16" fmla="*/ 38920 w 66211"/>
                  <a:gd name="connsiteY16" fmla="*/ 8224 h 73245"/>
                  <a:gd name="connsiteX17" fmla="*/ 24583 w 66211"/>
                  <a:gd name="connsiteY17" fmla="*/ 12413 h 73245"/>
                  <a:gd name="connsiteX18" fmla="*/ 13896 w 66211"/>
                  <a:gd name="connsiteY18" fmla="*/ 25032 h 73245"/>
                  <a:gd name="connsiteX19" fmla="*/ 9923 w 66211"/>
                  <a:gd name="connsiteY19" fmla="*/ 44149 h 73245"/>
                  <a:gd name="connsiteX20" fmla="*/ 15185 w 66211"/>
                  <a:gd name="connsiteY20" fmla="*/ 60313 h 73245"/>
                  <a:gd name="connsiteX21" fmla="*/ 29738 w 66211"/>
                  <a:gd name="connsiteY21" fmla="*/ 65790 h 73245"/>
                  <a:gd name="connsiteX22" fmla="*/ 49607 w 66211"/>
                  <a:gd name="connsiteY22" fmla="*/ 59668 h 73245"/>
                  <a:gd name="connsiteX23" fmla="*/ 52775 w 66211"/>
                  <a:gd name="connsiteY23" fmla="*/ 44471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41" y="44471"/>
                    </a:moveTo>
                    <a:lnTo>
                      <a:pt x="32960" y="36417"/>
                    </a:lnTo>
                    <a:lnTo>
                      <a:pt x="63944" y="36417"/>
                    </a:lnTo>
                    <a:lnTo>
                      <a:pt x="57930" y="65307"/>
                    </a:lnTo>
                    <a:cubicBezTo>
                      <a:pt x="54010" y="67723"/>
                      <a:pt x="49553" y="69764"/>
                      <a:pt x="44559" y="71267"/>
                    </a:cubicBezTo>
                    <a:cubicBezTo>
                      <a:pt x="39565" y="72825"/>
                      <a:pt x="34678" y="73576"/>
                      <a:pt x="29845" y="73576"/>
                    </a:cubicBezTo>
                    <a:cubicBezTo>
                      <a:pt x="19535" y="73576"/>
                      <a:pt x="11856" y="70516"/>
                      <a:pt x="6754" y="64286"/>
                    </a:cubicBezTo>
                    <a:cubicBezTo>
                      <a:pt x="2458" y="59024"/>
                      <a:pt x="311" y="52258"/>
                      <a:pt x="311" y="44042"/>
                    </a:cubicBezTo>
                    <a:cubicBezTo>
                      <a:pt x="311" y="35504"/>
                      <a:pt x="2190" y="27771"/>
                      <a:pt x="5949" y="20790"/>
                    </a:cubicBezTo>
                    <a:cubicBezTo>
                      <a:pt x="9708" y="13809"/>
                      <a:pt x="14433" y="8654"/>
                      <a:pt x="20179" y="5325"/>
                    </a:cubicBezTo>
                    <a:cubicBezTo>
                      <a:pt x="25871" y="1995"/>
                      <a:pt x="32208" y="331"/>
                      <a:pt x="39242" y="331"/>
                    </a:cubicBezTo>
                    <a:cubicBezTo>
                      <a:pt x="44237" y="331"/>
                      <a:pt x="48747" y="1244"/>
                      <a:pt x="52775" y="3069"/>
                    </a:cubicBezTo>
                    <a:cubicBezTo>
                      <a:pt x="56748" y="4895"/>
                      <a:pt x="59809" y="7311"/>
                      <a:pt x="61957" y="10372"/>
                    </a:cubicBezTo>
                    <a:cubicBezTo>
                      <a:pt x="64052" y="13433"/>
                      <a:pt x="65609" y="17407"/>
                      <a:pt x="66522" y="22294"/>
                    </a:cubicBezTo>
                    <a:lnTo>
                      <a:pt x="57232" y="23314"/>
                    </a:lnTo>
                    <a:cubicBezTo>
                      <a:pt x="56265" y="18427"/>
                      <a:pt x="54171" y="14722"/>
                      <a:pt x="51056" y="12091"/>
                    </a:cubicBezTo>
                    <a:cubicBezTo>
                      <a:pt x="47888" y="9513"/>
                      <a:pt x="43861" y="8224"/>
                      <a:pt x="38920" y="8224"/>
                    </a:cubicBezTo>
                    <a:cubicBezTo>
                      <a:pt x="33819" y="8224"/>
                      <a:pt x="29040" y="9621"/>
                      <a:pt x="24583" y="12413"/>
                    </a:cubicBezTo>
                    <a:cubicBezTo>
                      <a:pt x="20125" y="15205"/>
                      <a:pt x="16581" y="19394"/>
                      <a:pt x="13896" y="25032"/>
                    </a:cubicBezTo>
                    <a:cubicBezTo>
                      <a:pt x="11265" y="30617"/>
                      <a:pt x="9923" y="37007"/>
                      <a:pt x="9923" y="44149"/>
                    </a:cubicBezTo>
                    <a:cubicBezTo>
                      <a:pt x="9923" y="51291"/>
                      <a:pt x="11695" y="56661"/>
                      <a:pt x="15185" y="60313"/>
                    </a:cubicBezTo>
                    <a:cubicBezTo>
                      <a:pt x="18729" y="63964"/>
                      <a:pt x="23562" y="65790"/>
                      <a:pt x="29738" y="65790"/>
                    </a:cubicBezTo>
                    <a:cubicBezTo>
                      <a:pt x="35913" y="65790"/>
                      <a:pt x="42518" y="63750"/>
                      <a:pt x="49607" y="59668"/>
                    </a:cubicBezTo>
                    <a:lnTo>
                      <a:pt x="52775" y="4447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4" name="Freihandform: Form 343">
                <a:extLst>
                  <a:ext uri="{FF2B5EF4-FFF2-40B4-BE49-F238E27FC236}">
                    <a16:creationId xmlns:a16="http://schemas.microsoft.com/office/drawing/2014/main" id="{690FC279-6DD1-615A-CDC2-BE106FC6220E}"/>
                  </a:ext>
                </a:extLst>
              </p:cNvPr>
              <p:cNvSpPr/>
              <p:nvPr/>
            </p:nvSpPr>
            <p:spPr>
              <a:xfrm>
                <a:off x="8095388" y="5070756"/>
                <a:ext cx="49833" cy="71151"/>
              </a:xfrm>
              <a:custGeom>
                <a:avLst/>
                <a:gdLst>
                  <a:gd name="connsiteX0" fmla="*/ 316 w 49833"/>
                  <a:gd name="connsiteY0" fmla="*/ 71482 h 71151"/>
                  <a:gd name="connsiteX1" fmla="*/ 4075 w 49833"/>
                  <a:gd name="connsiteY1" fmla="*/ 60850 h 71151"/>
                  <a:gd name="connsiteX2" fmla="*/ 10412 w 49833"/>
                  <a:gd name="connsiteY2" fmla="*/ 52741 h 71151"/>
                  <a:gd name="connsiteX3" fmla="*/ 25662 w 49833"/>
                  <a:gd name="connsiteY3" fmla="*/ 39853 h 71151"/>
                  <a:gd name="connsiteX4" fmla="*/ 35060 w 49833"/>
                  <a:gd name="connsiteY4" fmla="*/ 31798 h 71151"/>
                  <a:gd name="connsiteX5" fmla="*/ 40322 w 49833"/>
                  <a:gd name="connsiteY5" fmla="*/ 24388 h 71151"/>
                  <a:gd name="connsiteX6" fmla="*/ 41450 w 49833"/>
                  <a:gd name="connsiteY6" fmla="*/ 19072 h 71151"/>
                  <a:gd name="connsiteX7" fmla="*/ 38013 w 49833"/>
                  <a:gd name="connsiteY7" fmla="*/ 10748 h 71151"/>
                  <a:gd name="connsiteX8" fmla="*/ 29529 w 49833"/>
                  <a:gd name="connsiteY8" fmla="*/ 7365 h 71151"/>
                  <a:gd name="connsiteX9" fmla="*/ 20829 w 49833"/>
                  <a:gd name="connsiteY9" fmla="*/ 10802 h 71151"/>
                  <a:gd name="connsiteX10" fmla="*/ 15513 w 49833"/>
                  <a:gd name="connsiteY10" fmla="*/ 21918 h 71151"/>
                  <a:gd name="connsiteX11" fmla="*/ 6921 w 49833"/>
                  <a:gd name="connsiteY11" fmla="*/ 20629 h 71151"/>
                  <a:gd name="connsiteX12" fmla="*/ 14278 w 49833"/>
                  <a:gd name="connsiteY12" fmla="*/ 5754 h 71151"/>
                  <a:gd name="connsiteX13" fmla="*/ 29367 w 49833"/>
                  <a:gd name="connsiteY13" fmla="*/ 331 h 71151"/>
                  <a:gd name="connsiteX14" fmla="*/ 40322 w 49833"/>
                  <a:gd name="connsiteY14" fmla="*/ 2854 h 71151"/>
                  <a:gd name="connsiteX15" fmla="*/ 47679 w 49833"/>
                  <a:gd name="connsiteY15" fmla="*/ 9889 h 71151"/>
                  <a:gd name="connsiteX16" fmla="*/ 50149 w 49833"/>
                  <a:gd name="connsiteY16" fmla="*/ 19286 h 71151"/>
                  <a:gd name="connsiteX17" fmla="*/ 45101 w 49833"/>
                  <a:gd name="connsiteY17" fmla="*/ 32872 h 71151"/>
                  <a:gd name="connsiteX18" fmla="*/ 26951 w 49833"/>
                  <a:gd name="connsiteY18" fmla="*/ 48875 h 71151"/>
                  <a:gd name="connsiteX19" fmla="*/ 17285 w 49833"/>
                  <a:gd name="connsiteY19" fmla="*/ 57252 h 71151"/>
                  <a:gd name="connsiteX20" fmla="*/ 12560 w 49833"/>
                  <a:gd name="connsiteY20" fmla="*/ 63481 h 71151"/>
                  <a:gd name="connsiteX21" fmla="*/ 44242 w 49833"/>
                  <a:gd name="connsiteY21" fmla="*/ 63481 h 71151"/>
                  <a:gd name="connsiteX22" fmla="*/ 42577 w 49833"/>
                  <a:gd name="connsiteY22" fmla="*/ 71482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16" y="71482"/>
                    </a:moveTo>
                    <a:cubicBezTo>
                      <a:pt x="1229" y="67240"/>
                      <a:pt x="2464" y="63749"/>
                      <a:pt x="4075" y="60850"/>
                    </a:cubicBezTo>
                    <a:cubicBezTo>
                      <a:pt x="5632" y="58004"/>
                      <a:pt x="7780" y="55319"/>
                      <a:pt x="10412" y="52741"/>
                    </a:cubicBezTo>
                    <a:cubicBezTo>
                      <a:pt x="13043" y="50217"/>
                      <a:pt x="18144" y="45921"/>
                      <a:pt x="25662" y="39853"/>
                    </a:cubicBezTo>
                    <a:cubicBezTo>
                      <a:pt x="30280" y="36255"/>
                      <a:pt x="33395" y="33570"/>
                      <a:pt x="35060" y="31798"/>
                    </a:cubicBezTo>
                    <a:cubicBezTo>
                      <a:pt x="37476" y="29275"/>
                      <a:pt x="39248" y="26804"/>
                      <a:pt x="40322" y="24388"/>
                    </a:cubicBezTo>
                    <a:cubicBezTo>
                      <a:pt x="41074" y="22777"/>
                      <a:pt x="41450" y="21005"/>
                      <a:pt x="41450" y="19072"/>
                    </a:cubicBezTo>
                    <a:cubicBezTo>
                      <a:pt x="41450" y="15796"/>
                      <a:pt x="40268" y="13004"/>
                      <a:pt x="38013" y="10748"/>
                    </a:cubicBezTo>
                    <a:cubicBezTo>
                      <a:pt x="35704" y="8493"/>
                      <a:pt x="32858" y="7365"/>
                      <a:pt x="29529" y="7365"/>
                    </a:cubicBezTo>
                    <a:cubicBezTo>
                      <a:pt x="26199" y="7365"/>
                      <a:pt x="23299" y="8493"/>
                      <a:pt x="20829" y="10802"/>
                    </a:cubicBezTo>
                    <a:cubicBezTo>
                      <a:pt x="18305" y="13111"/>
                      <a:pt x="16533" y="16816"/>
                      <a:pt x="15513" y="21918"/>
                    </a:cubicBezTo>
                    <a:lnTo>
                      <a:pt x="6921" y="20629"/>
                    </a:lnTo>
                    <a:cubicBezTo>
                      <a:pt x="7780" y="14346"/>
                      <a:pt x="10197" y="9406"/>
                      <a:pt x="14278" y="5754"/>
                    </a:cubicBezTo>
                    <a:cubicBezTo>
                      <a:pt x="18305" y="2156"/>
                      <a:pt x="23353" y="331"/>
                      <a:pt x="29367" y="331"/>
                    </a:cubicBezTo>
                    <a:cubicBezTo>
                      <a:pt x="33395" y="331"/>
                      <a:pt x="37046" y="1190"/>
                      <a:pt x="40322" y="2854"/>
                    </a:cubicBezTo>
                    <a:cubicBezTo>
                      <a:pt x="43598" y="4519"/>
                      <a:pt x="46014" y="6882"/>
                      <a:pt x="47679" y="9889"/>
                    </a:cubicBezTo>
                    <a:cubicBezTo>
                      <a:pt x="49344" y="12950"/>
                      <a:pt x="50149" y="16064"/>
                      <a:pt x="50149" y="19286"/>
                    </a:cubicBezTo>
                    <a:cubicBezTo>
                      <a:pt x="50149" y="24012"/>
                      <a:pt x="48484" y="28523"/>
                      <a:pt x="45101" y="32872"/>
                    </a:cubicBezTo>
                    <a:cubicBezTo>
                      <a:pt x="43061" y="35557"/>
                      <a:pt x="36993" y="40927"/>
                      <a:pt x="26951" y="48875"/>
                    </a:cubicBezTo>
                    <a:cubicBezTo>
                      <a:pt x="22601" y="52258"/>
                      <a:pt x="19433" y="55104"/>
                      <a:pt x="17285" y="57252"/>
                    </a:cubicBezTo>
                    <a:cubicBezTo>
                      <a:pt x="15191" y="59454"/>
                      <a:pt x="13580" y="61548"/>
                      <a:pt x="12560" y="63481"/>
                    </a:cubicBezTo>
                    <a:lnTo>
                      <a:pt x="44242" y="63481"/>
                    </a:lnTo>
                    <a:lnTo>
                      <a:pt x="42577" y="7148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5" name="Freihandform: Form 344">
                <a:extLst>
                  <a:ext uri="{FF2B5EF4-FFF2-40B4-BE49-F238E27FC236}">
                    <a16:creationId xmlns:a16="http://schemas.microsoft.com/office/drawing/2014/main" id="{53329517-E9F0-E17F-1C87-2DE40779F241}"/>
                  </a:ext>
                </a:extLst>
              </p:cNvPr>
              <p:cNvSpPr/>
              <p:nvPr/>
            </p:nvSpPr>
            <p:spPr>
              <a:xfrm>
                <a:off x="8149142" y="5071078"/>
                <a:ext cx="49188" cy="70829"/>
              </a:xfrm>
              <a:custGeom>
                <a:avLst/>
                <a:gdLst>
                  <a:gd name="connsiteX0" fmla="*/ 25398 w 49188"/>
                  <a:gd name="connsiteY0" fmla="*/ 71160 h 70829"/>
                  <a:gd name="connsiteX1" fmla="*/ 29210 w 49188"/>
                  <a:gd name="connsiteY1" fmla="*/ 53063 h 70829"/>
                  <a:gd name="connsiteX2" fmla="*/ 320 w 49188"/>
                  <a:gd name="connsiteY2" fmla="*/ 53063 h 70829"/>
                  <a:gd name="connsiteX3" fmla="*/ 2146 w 49188"/>
                  <a:gd name="connsiteY3" fmla="*/ 44418 h 70829"/>
                  <a:gd name="connsiteX4" fmla="*/ 41830 w 49188"/>
                  <a:gd name="connsiteY4" fmla="*/ 331 h 70829"/>
                  <a:gd name="connsiteX5" fmla="*/ 48972 w 49188"/>
                  <a:gd name="connsiteY5" fmla="*/ 331 h 70829"/>
                  <a:gd name="connsiteX6" fmla="*/ 39521 w 49188"/>
                  <a:gd name="connsiteY6" fmla="*/ 45331 h 70829"/>
                  <a:gd name="connsiteX7" fmla="*/ 49509 w 49188"/>
                  <a:gd name="connsiteY7" fmla="*/ 45331 h 70829"/>
                  <a:gd name="connsiteX8" fmla="*/ 47898 w 49188"/>
                  <a:gd name="connsiteY8" fmla="*/ 53063 h 70829"/>
                  <a:gd name="connsiteX9" fmla="*/ 37963 w 49188"/>
                  <a:gd name="connsiteY9" fmla="*/ 53063 h 70829"/>
                  <a:gd name="connsiteX10" fmla="*/ 34151 w 49188"/>
                  <a:gd name="connsiteY10" fmla="*/ 71160 h 70829"/>
                  <a:gd name="connsiteX11" fmla="*/ 25398 w 49188"/>
                  <a:gd name="connsiteY11" fmla="*/ 71160 h 70829"/>
                  <a:gd name="connsiteX12" fmla="*/ 30821 w 49188"/>
                  <a:gd name="connsiteY12" fmla="*/ 45331 h 70829"/>
                  <a:gd name="connsiteX13" fmla="*/ 36997 w 49188"/>
                  <a:gd name="connsiteY13" fmla="*/ 15796 h 70829"/>
                  <a:gd name="connsiteX14" fmla="*/ 10577 w 49188"/>
                  <a:gd name="connsiteY14" fmla="*/ 4533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98" y="71160"/>
                    </a:moveTo>
                    <a:lnTo>
                      <a:pt x="29210" y="53063"/>
                    </a:lnTo>
                    <a:lnTo>
                      <a:pt x="320" y="53063"/>
                    </a:lnTo>
                    <a:lnTo>
                      <a:pt x="2146" y="44418"/>
                    </a:lnTo>
                    <a:lnTo>
                      <a:pt x="41830" y="331"/>
                    </a:lnTo>
                    <a:lnTo>
                      <a:pt x="48972" y="331"/>
                    </a:lnTo>
                    <a:lnTo>
                      <a:pt x="39521" y="45331"/>
                    </a:lnTo>
                    <a:lnTo>
                      <a:pt x="49509" y="45331"/>
                    </a:lnTo>
                    <a:lnTo>
                      <a:pt x="47898" y="53063"/>
                    </a:lnTo>
                    <a:lnTo>
                      <a:pt x="37963" y="53063"/>
                    </a:lnTo>
                    <a:lnTo>
                      <a:pt x="34151" y="71160"/>
                    </a:lnTo>
                    <a:lnTo>
                      <a:pt x="25398" y="71160"/>
                    </a:lnTo>
                    <a:moveTo>
                      <a:pt x="30821" y="45331"/>
                    </a:moveTo>
                    <a:lnTo>
                      <a:pt x="36997" y="15796"/>
                    </a:lnTo>
                    <a:lnTo>
                      <a:pt x="10577" y="4533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6" name="Freihandform: Form 345">
                <a:extLst>
                  <a:ext uri="{FF2B5EF4-FFF2-40B4-BE49-F238E27FC236}">
                    <a16:creationId xmlns:a16="http://schemas.microsoft.com/office/drawing/2014/main" id="{1FEA1149-4EFA-CF1F-1C0E-17786AFEF364}"/>
                  </a:ext>
                </a:extLst>
              </p:cNvPr>
              <p:cNvSpPr/>
              <p:nvPr/>
            </p:nvSpPr>
            <p:spPr>
              <a:xfrm>
                <a:off x="8206562" y="5072045"/>
                <a:ext cx="49779" cy="71044"/>
              </a:xfrm>
              <a:custGeom>
                <a:avLst/>
                <a:gdLst>
                  <a:gd name="connsiteX0" fmla="*/ 378 w 49779"/>
                  <a:gd name="connsiteY0" fmla="*/ 49949 h 71044"/>
                  <a:gd name="connsiteX1" fmla="*/ 9238 w 49779"/>
                  <a:gd name="connsiteY1" fmla="*/ 49090 h 71044"/>
                  <a:gd name="connsiteX2" fmla="*/ 9131 w 49779"/>
                  <a:gd name="connsiteY2" fmla="*/ 51345 h 71044"/>
                  <a:gd name="connsiteX3" fmla="*/ 10796 w 49779"/>
                  <a:gd name="connsiteY3" fmla="*/ 57789 h 71044"/>
                  <a:gd name="connsiteX4" fmla="*/ 15199 w 49779"/>
                  <a:gd name="connsiteY4" fmla="*/ 62729 h 71044"/>
                  <a:gd name="connsiteX5" fmla="*/ 21052 w 49779"/>
                  <a:gd name="connsiteY5" fmla="*/ 64448 h 71044"/>
                  <a:gd name="connsiteX6" fmla="*/ 29322 w 49779"/>
                  <a:gd name="connsiteY6" fmla="*/ 61655 h 71044"/>
                  <a:gd name="connsiteX7" fmla="*/ 36142 w 49779"/>
                  <a:gd name="connsiteY7" fmla="*/ 53493 h 71044"/>
                  <a:gd name="connsiteX8" fmla="*/ 38719 w 49779"/>
                  <a:gd name="connsiteY8" fmla="*/ 42860 h 71044"/>
                  <a:gd name="connsiteX9" fmla="*/ 35229 w 49779"/>
                  <a:gd name="connsiteY9" fmla="*/ 33302 h 71044"/>
                  <a:gd name="connsiteX10" fmla="*/ 26046 w 49779"/>
                  <a:gd name="connsiteY10" fmla="*/ 29758 h 71044"/>
                  <a:gd name="connsiteX11" fmla="*/ 18797 w 49779"/>
                  <a:gd name="connsiteY11" fmla="*/ 31584 h 71044"/>
                  <a:gd name="connsiteX12" fmla="*/ 12460 w 49779"/>
                  <a:gd name="connsiteY12" fmla="*/ 37115 h 71044"/>
                  <a:gd name="connsiteX13" fmla="*/ 4781 w 49779"/>
                  <a:gd name="connsiteY13" fmla="*/ 36578 h 71044"/>
                  <a:gd name="connsiteX14" fmla="*/ 15467 w 49779"/>
                  <a:gd name="connsiteY14" fmla="*/ 331 h 71044"/>
                  <a:gd name="connsiteX15" fmla="*/ 50103 w 49779"/>
                  <a:gd name="connsiteY15" fmla="*/ 331 h 71044"/>
                  <a:gd name="connsiteX16" fmla="*/ 48385 w 49779"/>
                  <a:gd name="connsiteY16" fmla="*/ 8332 h 71044"/>
                  <a:gd name="connsiteX17" fmla="*/ 21482 w 49779"/>
                  <a:gd name="connsiteY17" fmla="*/ 8332 h 71044"/>
                  <a:gd name="connsiteX18" fmla="*/ 16165 w 49779"/>
                  <a:gd name="connsiteY18" fmla="*/ 26375 h 71044"/>
                  <a:gd name="connsiteX19" fmla="*/ 22341 w 49779"/>
                  <a:gd name="connsiteY19" fmla="*/ 23099 h 71044"/>
                  <a:gd name="connsiteX20" fmla="*/ 28838 w 49779"/>
                  <a:gd name="connsiteY20" fmla="*/ 22025 h 71044"/>
                  <a:gd name="connsiteX21" fmla="*/ 42156 w 49779"/>
                  <a:gd name="connsiteY21" fmla="*/ 27395 h 71044"/>
                  <a:gd name="connsiteX22" fmla="*/ 47365 w 49779"/>
                  <a:gd name="connsiteY22" fmla="*/ 42055 h 71044"/>
                  <a:gd name="connsiteX23" fmla="*/ 43821 w 49779"/>
                  <a:gd name="connsiteY23" fmla="*/ 57144 h 71044"/>
                  <a:gd name="connsiteX24" fmla="*/ 33994 w 49779"/>
                  <a:gd name="connsiteY24" fmla="*/ 67723 h 71044"/>
                  <a:gd name="connsiteX25" fmla="*/ 20461 w 49779"/>
                  <a:gd name="connsiteY25" fmla="*/ 71375 h 71044"/>
                  <a:gd name="connsiteX26" fmla="*/ 9668 w 49779"/>
                  <a:gd name="connsiteY26" fmla="*/ 68636 h 71044"/>
                  <a:gd name="connsiteX27" fmla="*/ 2633 w 49779"/>
                  <a:gd name="connsiteY27" fmla="*/ 61064 h 71044"/>
                  <a:gd name="connsiteX28" fmla="*/ 324 w 49779"/>
                  <a:gd name="connsiteY28" fmla="*/ 51399 h 71044"/>
                  <a:gd name="connsiteX29" fmla="*/ 378 w 49779"/>
                  <a:gd name="connsiteY29" fmla="*/ 49949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78" y="49949"/>
                    </a:moveTo>
                    <a:lnTo>
                      <a:pt x="9238" y="49090"/>
                    </a:lnTo>
                    <a:cubicBezTo>
                      <a:pt x="9184" y="50325"/>
                      <a:pt x="9131" y="51076"/>
                      <a:pt x="9131" y="51345"/>
                    </a:cubicBezTo>
                    <a:cubicBezTo>
                      <a:pt x="9131" y="53493"/>
                      <a:pt x="9721" y="55641"/>
                      <a:pt x="10796" y="57789"/>
                    </a:cubicBezTo>
                    <a:cubicBezTo>
                      <a:pt x="11869" y="59937"/>
                      <a:pt x="13319" y="61601"/>
                      <a:pt x="15199" y="62729"/>
                    </a:cubicBezTo>
                    <a:cubicBezTo>
                      <a:pt x="17025" y="63857"/>
                      <a:pt x="18958" y="64448"/>
                      <a:pt x="21052" y="64448"/>
                    </a:cubicBezTo>
                    <a:cubicBezTo>
                      <a:pt x="23737" y="64448"/>
                      <a:pt x="26529" y="63535"/>
                      <a:pt x="29322" y="61655"/>
                    </a:cubicBezTo>
                    <a:cubicBezTo>
                      <a:pt x="32114" y="59776"/>
                      <a:pt x="34369" y="57037"/>
                      <a:pt x="36142" y="53493"/>
                    </a:cubicBezTo>
                    <a:cubicBezTo>
                      <a:pt x="37860" y="49895"/>
                      <a:pt x="38719" y="46351"/>
                      <a:pt x="38719" y="42860"/>
                    </a:cubicBezTo>
                    <a:cubicBezTo>
                      <a:pt x="38719" y="38887"/>
                      <a:pt x="37591" y="35718"/>
                      <a:pt x="35229" y="33302"/>
                    </a:cubicBezTo>
                    <a:cubicBezTo>
                      <a:pt x="32920" y="30939"/>
                      <a:pt x="29805" y="29758"/>
                      <a:pt x="26046" y="29758"/>
                    </a:cubicBezTo>
                    <a:cubicBezTo>
                      <a:pt x="23468" y="29758"/>
                      <a:pt x="21052" y="30348"/>
                      <a:pt x="18797" y="31584"/>
                    </a:cubicBezTo>
                    <a:cubicBezTo>
                      <a:pt x="16541" y="32819"/>
                      <a:pt x="14393" y="34644"/>
                      <a:pt x="12460" y="37115"/>
                    </a:cubicBezTo>
                    <a:lnTo>
                      <a:pt x="4781" y="36578"/>
                    </a:lnTo>
                    <a:lnTo>
                      <a:pt x="15467" y="331"/>
                    </a:lnTo>
                    <a:lnTo>
                      <a:pt x="50103" y="331"/>
                    </a:lnTo>
                    <a:lnTo>
                      <a:pt x="48385" y="8332"/>
                    </a:lnTo>
                    <a:lnTo>
                      <a:pt x="21482" y="8332"/>
                    </a:lnTo>
                    <a:lnTo>
                      <a:pt x="16165" y="26375"/>
                    </a:lnTo>
                    <a:cubicBezTo>
                      <a:pt x="18152" y="24925"/>
                      <a:pt x="20193" y="23797"/>
                      <a:pt x="22341" y="23099"/>
                    </a:cubicBezTo>
                    <a:cubicBezTo>
                      <a:pt x="24435" y="22347"/>
                      <a:pt x="26583" y="22025"/>
                      <a:pt x="28838" y="22025"/>
                    </a:cubicBezTo>
                    <a:cubicBezTo>
                      <a:pt x="34262" y="22025"/>
                      <a:pt x="38665" y="23797"/>
                      <a:pt x="42156" y="27395"/>
                    </a:cubicBezTo>
                    <a:cubicBezTo>
                      <a:pt x="45646" y="30939"/>
                      <a:pt x="47365" y="35826"/>
                      <a:pt x="47365" y="42055"/>
                    </a:cubicBezTo>
                    <a:cubicBezTo>
                      <a:pt x="47365" y="47532"/>
                      <a:pt x="46183" y="52526"/>
                      <a:pt x="43821" y="57144"/>
                    </a:cubicBezTo>
                    <a:cubicBezTo>
                      <a:pt x="41404" y="61709"/>
                      <a:pt x="38128" y="65253"/>
                      <a:pt x="33994" y="67723"/>
                    </a:cubicBezTo>
                    <a:cubicBezTo>
                      <a:pt x="29805" y="70193"/>
                      <a:pt x="25294" y="71375"/>
                      <a:pt x="20461" y="71375"/>
                    </a:cubicBezTo>
                    <a:cubicBezTo>
                      <a:pt x="16380" y="71375"/>
                      <a:pt x="12836" y="70462"/>
                      <a:pt x="9668" y="68636"/>
                    </a:cubicBezTo>
                    <a:cubicBezTo>
                      <a:pt x="6553" y="66810"/>
                      <a:pt x="4244" y="64286"/>
                      <a:pt x="2633" y="61064"/>
                    </a:cubicBezTo>
                    <a:cubicBezTo>
                      <a:pt x="1076" y="57843"/>
                      <a:pt x="324" y="54621"/>
                      <a:pt x="324" y="51399"/>
                    </a:cubicBezTo>
                    <a:cubicBezTo>
                      <a:pt x="324" y="51076"/>
                      <a:pt x="324" y="50593"/>
                      <a:pt x="378" y="4994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7" name="Freihandform: Form 346">
                <a:extLst>
                  <a:ext uri="{FF2B5EF4-FFF2-40B4-BE49-F238E27FC236}">
                    <a16:creationId xmlns:a16="http://schemas.microsoft.com/office/drawing/2014/main" id="{6CC35341-8913-7D47-2B0F-4E333F7A9B35}"/>
                  </a:ext>
                </a:extLst>
              </p:cNvPr>
              <p:cNvSpPr/>
              <p:nvPr/>
            </p:nvSpPr>
            <p:spPr>
              <a:xfrm>
                <a:off x="8260155" y="5070756"/>
                <a:ext cx="49725" cy="72332"/>
              </a:xfrm>
              <a:custGeom>
                <a:avLst/>
                <a:gdLst>
                  <a:gd name="connsiteX0" fmla="*/ 328 w 49725"/>
                  <a:gd name="connsiteY0" fmla="*/ 52902 h 72332"/>
                  <a:gd name="connsiteX1" fmla="*/ 8813 w 49725"/>
                  <a:gd name="connsiteY1" fmla="*/ 51882 h 72332"/>
                  <a:gd name="connsiteX2" fmla="*/ 13109 w 49725"/>
                  <a:gd name="connsiteY2" fmla="*/ 62514 h 72332"/>
                  <a:gd name="connsiteX3" fmla="*/ 21754 w 49725"/>
                  <a:gd name="connsiteY3" fmla="*/ 65736 h 72332"/>
                  <a:gd name="connsiteX4" fmla="*/ 32977 w 49725"/>
                  <a:gd name="connsiteY4" fmla="*/ 61118 h 72332"/>
                  <a:gd name="connsiteX5" fmla="*/ 37649 w 49725"/>
                  <a:gd name="connsiteY5" fmla="*/ 50486 h 72332"/>
                  <a:gd name="connsiteX6" fmla="*/ 34159 w 49725"/>
                  <a:gd name="connsiteY6" fmla="*/ 41840 h 72332"/>
                  <a:gd name="connsiteX7" fmla="*/ 24654 w 49725"/>
                  <a:gd name="connsiteY7" fmla="*/ 38403 h 72332"/>
                  <a:gd name="connsiteX8" fmla="*/ 21862 w 49725"/>
                  <a:gd name="connsiteY8" fmla="*/ 38618 h 72332"/>
                  <a:gd name="connsiteX9" fmla="*/ 23365 w 49725"/>
                  <a:gd name="connsiteY9" fmla="*/ 31315 h 72332"/>
                  <a:gd name="connsiteX10" fmla="*/ 25782 w 49725"/>
                  <a:gd name="connsiteY10" fmla="*/ 31530 h 72332"/>
                  <a:gd name="connsiteX11" fmla="*/ 37327 w 49725"/>
                  <a:gd name="connsiteY11" fmla="*/ 27878 h 72332"/>
                  <a:gd name="connsiteX12" fmla="*/ 41354 w 49725"/>
                  <a:gd name="connsiteY12" fmla="*/ 18911 h 72332"/>
                  <a:gd name="connsiteX13" fmla="*/ 38025 w 49725"/>
                  <a:gd name="connsiteY13" fmla="*/ 10695 h 72332"/>
                  <a:gd name="connsiteX14" fmla="*/ 29917 w 49725"/>
                  <a:gd name="connsiteY14" fmla="*/ 7365 h 72332"/>
                  <a:gd name="connsiteX15" fmla="*/ 21486 w 49725"/>
                  <a:gd name="connsiteY15" fmla="*/ 10748 h 72332"/>
                  <a:gd name="connsiteX16" fmla="*/ 16706 w 49725"/>
                  <a:gd name="connsiteY16" fmla="*/ 20414 h 72332"/>
                  <a:gd name="connsiteX17" fmla="*/ 8115 w 49725"/>
                  <a:gd name="connsiteY17" fmla="*/ 18642 h 72332"/>
                  <a:gd name="connsiteX18" fmla="*/ 16277 w 49725"/>
                  <a:gd name="connsiteY18" fmla="*/ 5110 h 72332"/>
                  <a:gd name="connsiteX19" fmla="*/ 30561 w 49725"/>
                  <a:gd name="connsiteY19" fmla="*/ 331 h 72332"/>
                  <a:gd name="connsiteX20" fmla="*/ 44684 w 49725"/>
                  <a:gd name="connsiteY20" fmla="*/ 5593 h 72332"/>
                  <a:gd name="connsiteX21" fmla="*/ 50054 w 49725"/>
                  <a:gd name="connsiteY21" fmla="*/ 18588 h 72332"/>
                  <a:gd name="connsiteX22" fmla="*/ 47100 w 49725"/>
                  <a:gd name="connsiteY22" fmla="*/ 28362 h 72332"/>
                  <a:gd name="connsiteX23" fmla="*/ 38347 w 49725"/>
                  <a:gd name="connsiteY23" fmla="*/ 35289 h 72332"/>
                  <a:gd name="connsiteX24" fmla="*/ 44576 w 49725"/>
                  <a:gd name="connsiteY24" fmla="*/ 41249 h 72332"/>
                  <a:gd name="connsiteX25" fmla="*/ 46617 w 49725"/>
                  <a:gd name="connsiteY25" fmla="*/ 49197 h 72332"/>
                  <a:gd name="connsiteX26" fmla="*/ 39475 w 49725"/>
                  <a:gd name="connsiteY26" fmla="*/ 65683 h 72332"/>
                  <a:gd name="connsiteX27" fmla="*/ 22452 w 49725"/>
                  <a:gd name="connsiteY27" fmla="*/ 72664 h 72332"/>
                  <a:gd name="connsiteX28" fmla="*/ 6933 w 49725"/>
                  <a:gd name="connsiteY28" fmla="*/ 67294 h 72332"/>
                  <a:gd name="connsiteX29" fmla="*/ 328 w 49725"/>
                  <a:gd name="connsiteY29" fmla="*/ 52902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28" y="52902"/>
                    </a:moveTo>
                    <a:lnTo>
                      <a:pt x="8813" y="51882"/>
                    </a:lnTo>
                    <a:cubicBezTo>
                      <a:pt x="9457" y="56822"/>
                      <a:pt x="10907" y="60366"/>
                      <a:pt x="13109" y="62514"/>
                    </a:cubicBezTo>
                    <a:cubicBezTo>
                      <a:pt x="15310" y="64662"/>
                      <a:pt x="18210" y="65736"/>
                      <a:pt x="21754" y="65736"/>
                    </a:cubicBezTo>
                    <a:cubicBezTo>
                      <a:pt x="26104" y="65736"/>
                      <a:pt x="29809" y="64179"/>
                      <a:pt x="32977" y="61118"/>
                    </a:cubicBezTo>
                    <a:cubicBezTo>
                      <a:pt x="36092" y="58004"/>
                      <a:pt x="37649" y="54459"/>
                      <a:pt x="37649" y="50486"/>
                    </a:cubicBezTo>
                    <a:cubicBezTo>
                      <a:pt x="37649" y="46995"/>
                      <a:pt x="36521" y="44095"/>
                      <a:pt x="34159" y="41840"/>
                    </a:cubicBezTo>
                    <a:cubicBezTo>
                      <a:pt x="31796" y="39585"/>
                      <a:pt x="28628" y="38403"/>
                      <a:pt x="24654" y="38403"/>
                    </a:cubicBezTo>
                    <a:cubicBezTo>
                      <a:pt x="24224" y="38403"/>
                      <a:pt x="23311" y="38511"/>
                      <a:pt x="21862" y="38618"/>
                    </a:cubicBezTo>
                    <a:lnTo>
                      <a:pt x="23365" y="31315"/>
                    </a:lnTo>
                    <a:cubicBezTo>
                      <a:pt x="24224" y="31476"/>
                      <a:pt x="25030" y="31530"/>
                      <a:pt x="25782" y="31530"/>
                    </a:cubicBezTo>
                    <a:cubicBezTo>
                      <a:pt x="30776" y="31530"/>
                      <a:pt x="34642" y="30295"/>
                      <a:pt x="37327" y="27878"/>
                    </a:cubicBezTo>
                    <a:cubicBezTo>
                      <a:pt x="40012" y="25408"/>
                      <a:pt x="41354" y="22455"/>
                      <a:pt x="41354" y="18911"/>
                    </a:cubicBezTo>
                    <a:cubicBezTo>
                      <a:pt x="41354" y="15635"/>
                      <a:pt x="40227" y="12896"/>
                      <a:pt x="38025" y="10695"/>
                    </a:cubicBezTo>
                    <a:cubicBezTo>
                      <a:pt x="35823" y="8439"/>
                      <a:pt x="33138" y="7365"/>
                      <a:pt x="29917" y="7365"/>
                    </a:cubicBezTo>
                    <a:cubicBezTo>
                      <a:pt x="26802" y="7365"/>
                      <a:pt x="24010" y="8493"/>
                      <a:pt x="21486" y="10748"/>
                    </a:cubicBezTo>
                    <a:cubicBezTo>
                      <a:pt x="19016" y="13004"/>
                      <a:pt x="17405" y="16226"/>
                      <a:pt x="16706" y="20414"/>
                    </a:cubicBezTo>
                    <a:lnTo>
                      <a:pt x="8115" y="18642"/>
                    </a:lnTo>
                    <a:cubicBezTo>
                      <a:pt x="9511" y="12843"/>
                      <a:pt x="12249" y="8332"/>
                      <a:pt x="16277" y="5110"/>
                    </a:cubicBezTo>
                    <a:cubicBezTo>
                      <a:pt x="20304" y="1942"/>
                      <a:pt x="25083" y="331"/>
                      <a:pt x="30561" y="331"/>
                    </a:cubicBezTo>
                    <a:cubicBezTo>
                      <a:pt x="36360" y="331"/>
                      <a:pt x="41086" y="2103"/>
                      <a:pt x="44684" y="5593"/>
                    </a:cubicBezTo>
                    <a:cubicBezTo>
                      <a:pt x="48228" y="9137"/>
                      <a:pt x="50054" y="13433"/>
                      <a:pt x="50054" y="18588"/>
                    </a:cubicBezTo>
                    <a:cubicBezTo>
                      <a:pt x="50054" y="22294"/>
                      <a:pt x="49087" y="25569"/>
                      <a:pt x="47100" y="28362"/>
                    </a:cubicBezTo>
                    <a:cubicBezTo>
                      <a:pt x="45167" y="31154"/>
                      <a:pt x="42267" y="33463"/>
                      <a:pt x="38347" y="35289"/>
                    </a:cubicBezTo>
                    <a:cubicBezTo>
                      <a:pt x="41140" y="36953"/>
                      <a:pt x="43180" y="38887"/>
                      <a:pt x="44576" y="41249"/>
                    </a:cubicBezTo>
                    <a:cubicBezTo>
                      <a:pt x="45919" y="43559"/>
                      <a:pt x="46617" y="46190"/>
                      <a:pt x="46617" y="49197"/>
                    </a:cubicBezTo>
                    <a:cubicBezTo>
                      <a:pt x="46617" y="55533"/>
                      <a:pt x="44254" y="61064"/>
                      <a:pt x="39475" y="65683"/>
                    </a:cubicBezTo>
                    <a:cubicBezTo>
                      <a:pt x="34749" y="70354"/>
                      <a:pt x="29057" y="72664"/>
                      <a:pt x="22452" y="72664"/>
                    </a:cubicBezTo>
                    <a:cubicBezTo>
                      <a:pt x="16062" y="72664"/>
                      <a:pt x="10853" y="70891"/>
                      <a:pt x="6933" y="67294"/>
                    </a:cubicBezTo>
                    <a:cubicBezTo>
                      <a:pt x="2959" y="63696"/>
                      <a:pt x="758" y="58917"/>
                      <a:pt x="328" y="529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8" name="Freihandform: Form 347">
                <a:extLst>
                  <a:ext uri="{FF2B5EF4-FFF2-40B4-BE49-F238E27FC236}">
                    <a16:creationId xmlns:a16="http://schemas.microsoft.com/office/drawing/2014/main" id="{A25A6425-B85B-8BCD-5CDD-9564E2AE8062}"/>
                  </a:ext>
                </a:extLst>
              </p:cNvPr>
              <p:cNvSpPr/>
              <p:nvPr/>
            </p:nvSpPr>
            <p:spPr>
              <a:xfrm>
                <a:off x="8321750" y="5072045"/>
                <a:ext cx="46933" cy="69862"/>
              </a:xfrm>
              <a:custGeom>
                <a:avLst/>
                <a:gdLst>
                  <a:gd name="connsiteX0" fmla="*/ 2695 w 46933"/>
                  <a:gd name="connsiteY0" fmla="*/ 70193 h 69862"/>
                  <a:gd name="connsiteX1" fmla="*/ 7635 w 46933"/>
                  <a:gd name="connsiteY1" fmla="*/ 53010 h 69862"/>
                  <a:gd name="connsiteX2" fmla="*/ 19449 w 46933"/>
                  <a:gd name="connsiteY2" fmla="*/ 28899 h 69862"/>
                  <a:gd name="connsiteX3" fmla="*/ 35666 w 46933"/>
                  <a:gd name="connsiteY3" fmla="*/ 8332 h 69862"/>
                  <a:gd name="connsiteX4" fmla="*/ 332 w 46933"/>
                  <a:gd name="connsiteY4" fmla="*/ 8332 h 69862"/>
                  <a:gd name="connsiteX5" fmla="*/ 2051 w 46933"/>
                  <a:gd name="connsiteY5" fmla="*/ 331 h 69862"/>
                  <a:gd name="connsiteX6" fmla="*/ 47265 w 46933"/>
                  <a:gd name="connsiteY6" fmla="*/ 331 h 69862"/>
                  <a:gd name="connsiteX7" fmla="*/ 45601 w 46933"/>
                  <a:gd name="connsiteY7" fmla="*/ 8332 h 69862"/>
                  <a:gd name="connsiteX8" fmla="*/ 25517 w 46933"/>
                  <a:gd name="connsiteY8" fmla="*/ 34376 h 69862"/>
                  <a:gd name="connsiteX9" fmla="*/ 11824 w 46933"/>
                  <a:gd name="connsiteY9" fmla="*/ 70193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95" y="70193"/>
                    </a:moveTo>
                    <a:cubicBezTo>
                      <a:pt x="3500" y="65414"/>
                      <a:pt x="5111" y="59668"/>
                      <a:pt x="7635" y="53010"/>
                    </a:cubicBezTo>
                    <a:cubicBezTo>
                      <a:pt x="10642" y="44901"/>
                      <a:pt x="14562" y="36846"/>
                      <a:pt x="19449" y="28899"/>
                    </a:cubicBezTo>
                    <a:cubicBezTo>
                      <a:pt x="24282" y="20897"/>
                      <a:pt x="29706" y="14078"/>
                      <a:pt x="35666" y="8332"/>
                    </a:cubicBezTo>
                    <a:lnTo>
                      <a:pt x="332" y="8332"/>
                    </a:lnTo>
                    <a:lnTo>
                      <a:pt x="2051" y="331"/>
                    </a:lnTo>
                    <a:lnTo>
                      <a:pt x="47265" y="331"/>
                    </a:lnTo>
                    <a:lnTo>
                      <a:pt x="45601" y="8332"/>
                    </a:lnTo>
                    <a:cubicBezTo>
                      <a:pt x="37975" y="15044"/>
                      <a:pt x="31263" y="23743"/>
                      <a:pt x="25517" y="34376"/>
                    </a:cubicBezTo>
                    <a:cubicBezTo>
                      <a:pt x="18858" y="46673"/>
                      <a:pt x="14294" y="58594"/>
                      <a:pt x="11824" y="7019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49" name="Freihandform: Form 348">
                <a:extLst>
                  <a:ext uri="{FF2B5EF4-FFF2-40B4-BE49-F238E27FC236}">
                    <a16:creationId xmlns:a16="http://schemas.microsoft.com/office/drawing/2014/main" id="{837CE86C-AD9C-9DD5-8290-BEE21E4BB6A5}"/>
                  </a:ext>
                </a:extLst>
              </p:cNvPr>
              <p:cNvSpPr/>
              <p:nvPr/>
            </p:nvSpPr>
            <p:spPr>
              <a:xfrm>
                <a:off x="8370631" y="5070756"/>
                <a:ext cx="49833" cy="71151"/>
              </a:xfrm>
              <a:custGeom>
                <a:avLst/>
                <a:gdLst>
                  <a:gd name="connsiteX0" fmla="*/ 336 w 49833"/>
                  <a:gd name="connsiteY0" fmla="*/ 71482 h 71151"/>
                  <a:gd name="connsiteX1" fmla="*/ 4095 w 49833"/>
                  <a:gd name="connsiteY1" fmla="*/ 60850 h 71151"/>
                  <a:gd name="connsiteX2" fmla="*/ 10432 w 49833"/>
                  <a:gd name="connsiteY2" fmla="*/ 52741 h 71151"/>
                  <a:gd name="connsiteX3" fmla="*/ 25682 w 49833"/>
                  <a:gd name="connsiteY3" fmla="*/ 39853 h 71151"/>
                  <a:gd name="connsiteX4" fmla="*/ 35080 w 49833"/>
                  <a:gd name="connsiteY4" fmla="*/ 31798 h 71151"/>
                  <a:gd name="connsiteX5" fmla="*/ 40342 w 49833"/>
                  <a:gd name="connsiteY5" fmla="*/ 24388 h 71151"/>
                  <a:gd name="connsiteX6" fmla="*/ 41470 w 49833"/>
                  <a:gd name="connsiteY6" fmla="*/ 19072 h 71151"/>
                  <a:gd name="connsiteX7" fmla="*/ 38033 w 49833"/>
                  <a:gd name="connsiteY7" fmla="*/ 10748 h 71151"/>
                  <a:gd name="connsiteX8" fmla="*/ 29549 w 49833"/>
                  <a:gd name="connsiteY8" fmla="*/ 7365 h 71151"/>
                  <a:gd name="connsiteX9" fmla="*/ 20849 w 49833"/>
                  <a:gd name="connsiteY9" fmla="*/ 10802 h 71151"/>
                  <a:gd name="connsiteX10" fmla="*/ 15533 w 49833"/>
                  <a:gd name="connsiteY10" fmla="*/ 21918 h 71151"/>
                  <a:gd name="connsiteX11" fmla="*/ 6941 w 49833"/>
                  <a:gd name="connsiteY11" fmla="*/ 20629 h 71151"/>
                  <a:gd name="connsiteX12" fmla="*/ 14298 w 49833"/>
                  <a:gd name="connsiteY12" fmla="*/ 5754 h 71151"/>
                  <a:gd name="connsiteX13" fmla="*/ 29388 w 49833"/>
                  <a:gd name="connsiteY13" fmla="*/ 331 h 71151"/>
                  <a:gd name="connsiteX14" fmla="*/ 40342 w 49833"/>
                  <a:gd name="connsiteY14" fmla="*/ 2854 h 71151"/>
                  <a:gd name="connsiteX15" fmla="*/ 47699 w 49833"/>
                  <a:gd name="connsiteY15" fmla="*/ 9889 h 71151"/>
                  <a:gd name="connsiteX16" fmla="*/ 50169 w 49833"/>
                  <a:gd name="connsiteY16" fmla="*/ 19286 h 71151"/>
                  <a:gd name="connsiteX17" fmla="*/ 45121 w 49833"/>
                  <a:gd name="connsiteY17" fmla="*/ 32872 h 71151"/>
                  <a:gd name="connsiteX18" fmla="*/ 26971 w 49833"/>
                  <a:gd name="connsiteY18" fmla="*/ 48875 h 71151"/>
                  <a:gd name="connsiteX19" fmla="*/ 17305 w 49833"/>
                  <a:gd name="connsiteY19" fmla="*/ 57252 h 71151"/>
                  <a:gd name="connsiteX20" fmla="*/ 12580 w 49833"/>
                  <a:gd name="connsiteY20" fmla="*/ 63481 h 71151"/>
                  <a:gd name="connsiteX21" fmla="*/ 44262 w 49833"/>
                  <a:gd name="connsiteY21" fmla="*/ 63481 h 71151"/>
                  <a:gd name="connsiteX22" fmla="*/ 42597 w 49833"/>
                  <a:gd name="connsiteY22" fmla="*/ 71482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36" y="71482"/>
                    </a:moveTo>
                    <a:cubicBezTo>
                      <a:pt x="1249" y="67240"/>
                      <a:pt x="2484" y="63749"/>
                      <a:pt x="4095" y="60850"/>
                    </a:cubicBezTo>
                    <a:cubicBezTo>
                      <a:pt x="5652" y="58004"/>
                      <a:pt x="7800" y="55319"/>
                      <a:pt x="10432" y="52741"/>
                    </a:cubicBezTo>
                    <a:cubicBezTo>
                      <a:pt x="13063" y="50217"/>
                      <a:pt x="18164" y="45921"/>
                      <a:pt x="25682" y="39853"/>
                    </a:cubicBezTo>
                    <a:cubicBezTo>
                      <a:pt x="30300" y="36255"/>
                      <a:pt x="33415" y="33570"/>
                      <a:pt x="35080" y="31798"/>
                    </a:cubicBezTo>
                    <a:cubicBezTo>
                      <a:pt x="37496" y="29275"/>
                      <a:pt x="39268" y="26804"/>
                      <a:pt x="40342" y="24388"/>
                    </a:cubicBezTo>
                    <a:cubicBezTo>
                      <a:pt x="41094" y="22777"/>
                      <a:pt x="41470" y="21005"/>
                      <a:pt x="41470" y="19072"/>
                    </a:cubicBezTo>
                    <a:cubicBezTo>
                      <a:pt x="41470" y="15796"/>
                      <a:pt x="40288" y="13004"/>
                      <a:pt x="38033" y="10748"/>
                    </a:cubicBezTo>
                    <a:cubicBezTo>
                      <a:pt x="35724" y="8493"/>
                      <a:pt x="32878" y="7365"/>
                      <a:pt x="29549" y="7365"/>
                    </a:cubicBezTo>
                    <a:cubicBezTo>
                      <a:pt x="26219" y="7365"/>
                      <a:pt x="23319" y="8493"/>
                      <a:pt x="20849" y="10802"/>
                    </a:cubicBezTo>
                    <a:cubicBezTo>
                      <a:pt x="18325" y="13111"/>
                      <a:pt x="16553" y="16816"/>
                      <a:pt x="15533" y="21918"/>
                    </a:cubicBezTo>
                    <a:lnTo>
                      <a:pt x="6941" y="20629"/>
                    </a:lnTo>
                    <a:cubicBezTo>
                      <a:pt x="7800" y="14346"/>
                      <a:pt x="10217" y="9406"/>
                      <a:pt x="14298" y="5754"/>
                    </a:cubicBezTo>
                    <a:cubicBezTo>
                      <a:pt x="18325" y="2156"/>
                      <a:pt x="23373" y="331"/>
                      <a:pt x="29388" y="331"/>
                    </a:cubicBezTo>
                    <a:cubicBezTo>
                      <a:pt x="33415" y="331"/>
                      <a:pt x="37066" y="1190"/>
                      <a:pt x="40342" y="2854"/>
                    </a:cubicBezTo>
                    <a:cubicBezTo>
                      <a:pt x="43618" y="4519"/>
                      <a:pt x="46034" y="6882"/>
                      <a:pt x="47699" y="9889"/>
                    </a:cubicBezTo>
                    <a:cubicBezTo>
                      <a:pt x="49364" y="12950"/>
                      <a:pt x="50169" y="16064"/>
                      <a:pt x="50169" y="19286"/>
                    </a:cubicBezTo>
                    <a:cubicBezTo>
                      <a:pt x="50169" y="24012"/>
                      <a:pt x="48504" y="28523"/>
                      <a:pt x="45121" y="32872"/>
                    </a:cubicBezTo>
                    <a:cubicBezTo>
                      <a:pt x="43081" y="35557"/>
                      <a:pt x="37013" y="40927"/>
                      <a:pt x="26971" y="48875"/>
                    </a:cubicBezTo>
                    <a:cubicBezTo>
                      <a:pt x="22621" y="52258"/>
                      <a:pt x="19453" y="55104"/>
                      <a:pt x="17305" y="57252"/>
                    </a:cubicBezTo>
                    <a:cubicBezTo>
                      <a:pt x="15211" y="59454"/>
                      <a:pt x="13600" y="61548"/>
                      <a:pt x="12580" y="63481"/>
                    </a:cubicBezTo>
                    <a:lnTo>
                      <a:pt x="44262" y="63481"/>
                    </a:lnTo>
                    <a:lnTo>
                      <a:pt x="42597" y="7148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0" name="Freihandform: Form 349">
                <a:extLst>
                  <a:ext uri="{FF2B5EF4-FFF2-40B4-BE49-F238E27FC236}">
                    <a16:creationId xmlns:a16="http://schemas.microsoft.com/office/drawing/2014/main" id="{A62B63C6-48E4-F909-960D-85EE033D49B9}"/>
                  </a:ext>
                </a:extLst>
              </p:cNvPr>
              <p:cNvSpPr/>
              <p:nvPr/>
            </p:nvSpPr>
            <p:spPr>
              <a:xfrm>
                <a:off x="8428144" y="5070756"/>
                <a:ext cx="47953" cy="72332"/>
              </a:xfrm>
              <a:custGeom>
                <a:avLst/>
                <a:gdLst>
                  <a:gd name="connsiteX0" fmla="*/ 11993 w 47953"/>
                  <a:gd name="connsiteY0" fmla="*/ 30402 h 72332"/>
                  <a:gd name="connsiteX1" fmla="*/ 19296 w 47953"/>
                  <a:gd name="connsiteY1" fmla="*/ 25838 h 72332"/>
                  <a:gd name="connsiteX2" fmla="*/ 26545 w 47953"/>
                  <a:gd name="connsiteY2" fmla="*/ 24334 h 72332"/>
                  <a:gd name="connsiteX3" fmla="*/ 39863 w 47953"/>
                  <a:gd name="connsiteY3" fmla="*/ 29812 h 72332"/>
                  <a:gd name="connsiteX4" fmla="*/ 45125 w 47953"/>
                  <a:gd name="connsiteY4" fmla="*/ 44686 h 72332"/>
                  <a:gd name="connsiteX5" fmla="*/ 37285 w 47953"/>
                  <a:gd name="connsiteY5" fmla="*/ 65307 h 72332"/>
                  <a:gd name="connsiteX6" fmla="*/ 20853 w 47953"/>
                  <a:gd name="connsiteY6" fmla="*/ 72664 h 72332"/>
                  <a:gd name="connsiteX7" fmla="*/ 6193 w 47953"/>
                  <a:gd name="connsiteY7" fmla="*/ 66220 h 72332"/>
                  <a:gd name="connsiteX8" fmla="*/ 340 w 47953"/>
                  <a:gd name="connsiteY8" fmla="*/ 47854 h 72332"/>
                  <a:gd name="connsiteX9" fmla="*/ 4099 w 47953"/>
                  <a:gd name="connsiteY9" fmla="*/ 25784 h 72332"/>
                  <a:gd name="connsiteX10" fmla="*/ 11295 w 47953"/>
                  <a:gd name="connsiteY10" fmla="*/ 11339 h 72332"/>
                  <a:gd name="connsiteX11" fmla="*/ 20370 w 47953"/>
                  <a:gd name="connsiteY11" fmla="*/ 3016 h 72332"/>
                  <a:gd name="connsiteX12" fmla="*/ 31217 w 47953"/>
                  <a:gd name="connsiteY12" fmla="*/ 331 h 72332"/>
                  <a:gd name="connsiteX13" fmla="*/ 43031 w 47953"/>
                  <a:gd name="connsiteY13" fmla="*/ 4841 h 72332"/>
                  <a:gd name="connsiteX14" fmla="*/ 48294 w 47953"/>
                  <a:gd name="connsiteY14" fmla="*/ 17783 h 72332"/>
                  <a:gd name="connsiteX15" fmla="*/ 40131 w 47953"/>
                  <a:gd name="connsiteY15" fmla="*/ 18588 h 72332"/>
                  <a:gd name="connsiteX16" fmla="*/ 36909 w 47953"/>
                  <a:gd name="connsiteY16" fmla="*/ 10265 h 72332"/>
                  <a:gd name="connsiteX17" fmla="*/ 30573 w 47953"/>
                  <a:gd name="connsiteY17" fmla="*/ 7687 h 72332"/>
                  <a:gd name="connsiteX18" fmla="*/ 22733 w 47953"/>
                  <a:gd name="connsiteY18" fmla="*/ 10748 h 72332"/>
                  <a:gd name="connsiteX19" fmla="*/ 15913 w 47953"/>
                  <a:gd name="connsiteY19" fmla="*/ 19770 h 72332"/>
                  <a:gd name="connsiteX20" fmla="*/ 11993 w 47953"/>
                  <a:gd name="connsiteY20" fmla="*/ 30402 h 72332"/>
                  <a:gd name="connsiteX21" fmla="*/ 8932 w 47953"/>
                  <a:gd name="connsiteY21" fmla="*/ 51560 h 72332"/>
                  <a:gd name="connsiteX22" fmla="*/ 12637 w 47953"/>
                  <a:gd name="connsiteY22" fmla="*/ 61655 h 72332"/>
                  <a:gd name="connsiteX23" fmla="*/ 21068 w 47953"/>
                  <a:gd name="connsiteY23" fmla="*/ 65736 h 72332"/>
                  <a:gd name="connsiteX24" fmla="*/ 28049 w 47953"/>
                  <a:gd name="connsiteY24" fmla="*/ 63266 h 72332"/>
                  <a:gd name="connsiteX25" fmla="*/ 34278 w 47953"/>
                  <a:gd name="connsiteY25" fmla="*/ 55695 h 72332"/>
                  <a:gd name="connsiteX26" fmla="*/ 36802 w 47953"/>
                  <a:gd name="connsiteY26" fmla="*/ 45599 h 72332"/>
                  <a:gd name="connsiteX27" fmla="*/ 33258 w 47953"/>
                  <a:gd name="connsiteY27" fmla="*/ 35235 h 72332"/>
                  <a:gd name="connsiteX28" fmla="*/ 24666 w 47953"/>
                  <a:gd name="connsiteY28" fmla="*/ 31315 h 72332"/>
                  <a:gd name="connsiteX29" fmla="*/ 13926 w 47953"/>
                  <a:gd name="connsiteY29" fmla="*/ 37007 h 72332"/>
                  <a:gd name="connsiteX30" fmla="*/ 8932 w 47953"/>
                  <a:gd name="connsiteY30" fmla="*/ 51560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93" y="30402"/>
                    </a:moveTo>
                    <a:cubicBezTo>
                      <a:pt x="14409" y="28362"/>
                      <a:pt x="16880" y="26858"/>
                      <a:pt x="19296" y="25838"/>
                    </a:cubicBezTo>
                    <a:cubicBezTo>
                      <a:pt x="21712" y="24817"/>
                      <a:pt x="24129" y="24334"/>
                      <a:pt x="26545" y="24334"/>
                    </a:cubicBezTo>
                    <a:cubicBezTo>
                      <a:pt x="31915" y="24334"/>
                      <a:pt x="36372" y="26160"/>
                      <a:pt x="39863" y="29812"/>
                    </a:cubicBezTo>
                    <a:cubicBezTo>
                      <a:pt x="43353" y="33517"/>
                      <a:pt x="45125" y="38457"/>
                      <a:pt x="45125" y="44686"/>
                    </a:cubicBezTo>
                    <a:cubicBezTo>
                      <a:pt x="45125" y="52687"/>
                      <a:pt x="42548" y="59561"/>
                      <a:pt x="37285" y="65307"/>
                    </a:cubicBezTo>
                    <a:cubicBezTo>
                      <a:pt x="32775" y="70247"/>
                      <a:pt x="27297" y="72664"/>
                      <a:pt x="20853" y="72664"/>
                    </a:cubicBezTo>
                    <a:cubicBezTo>
                      <a:pt x="15000" y="72664"/>
                      <a:pt x="10113" y="70516"/>
                      <a:pt x="6193" y="66220"/>
                    </a:cubicBezTo>
                    <a:cubicBezTo>
                      <a:pt x="2273" y="61924"/>
                      <a:pt x="340" y="55802"/>
                      <a:pt x="340" y="47854"/>
                    </a:cubicBezTo>
                    <a:cubicBezTo>
                      <a:pt x="340" y="40712"/>
                      <a:pt x="1575" y="33356"/>
                      <a:pt x="4099" y="25784"/>
                    </a:cubicBezTo>
                    <a:cubicBezTo>
                      <a:pt x="6032" y="19931"/>
                      <a:pt x="8449" y="15098"/>
                      <a:pt x="11295" y="11339"/>
                    </a:cubicBezTo>
                    <a:cubicBezTo>
                      <a:pt x="14141" y="7526"/>
                      <a:pt x="17148" y="4788"/>
                      <a:pt x="20370" y="3016"/>
                    </a:cubicBezTo>
                    <a:cubicBezTo>
                      <a:pt x="23592" y="1243"/>
                      <a:pt x="27190" y="331"/>
                      <a:pt x="31217" y="331"/>
                    </a:cubicBezTo>
                    <a:cubicBezTo>
                      <a:pt x="36050" y="331"/>
                      <a:pt x="39970" y="1834"/>
                      <a:pt x="43031" y="4841"/>
                    </a:cubicBezTo>
                    <a:cubicBezTo>
                      <a:pt x="46092" y="7848"/>
                      <a:pt x="47864" y="12198"/>
                      <a:pt x="48294" y="17783"/>
                    </a:cubicBezTo>
                    <a:lnTo>
                      <a:pt x="40131" y="18588"/>
                    </a:lnTo>
                    <a:cubicBezTo>
                      <a:pt x="39702" y="14722"/>
                      <a:pt x="38628" y="11983"/>
                      <a:pt x="36909" y="10265"/>
                    </a:cubicBezTo>
                    <a:cubicBezTo>
                      <a:pt x="35191" y="8547"/>
                      <a:pt x="33043" y="7687"/>
                      <a:pt x="30573" y="7687"/>
                    </a:cubicBezTo>
                    <a:cubicBezTo>
                      <a:pt x="27995" y="7687"/>
                      <a:pt x="25364" y="8708"/>
                      <a:pt x="22733" y="10748"/>
                    </a:cubicBezTo>
                    <a:cubicBezTo>
                      <a:pt x="20048" y="12735"/>
                      <a:pt x="17792" y="15742"/>
                      <a:pt x="15913" y="19770"/>
                    </a:cubicBezTo>
                    <a:cubicBezTo>
                      <a:pt x="13980" y="23743"/>
                      <a:pt x="12691" y="27288"/>
                      <a:pt x="11993" y="30402"/>
                    </a:cubicBezTo>
                    <a:moveTo>
                      <a:pt x="8932" y="51560"/>
                    </a:moveTo>
                    <a:cubicBezTo>
                      <a:pt x="8932" y="55587"/>
                      <a:pt x="10167" y="58917"/>
                      <a:pt x="12637" y="61655"/>
                    </a:cubicBezTo>
                    <a:cubicBezTo>
                      <a:pt x="15161" y="64394"/>
                      <a:pt x="17953" y="65736"/>
                      <a:pt x="21068" y="65736"/>
                    </a:cubicBezTo>
                    <a:cubicBezTo>
                      <a:pt x="23270" y="65736"/>
                      <a:pt x="25579" y="64877"/>
                      <a:pt x="28049" y="63266"/>
                    </a:cubicBezTo>
                    <a:cubicBezTo>
                      <a:pt x="30465" y="61601"/>
                      <a:pt x="32560" y="59078"/>
                      <a:pt x="34278" y="55695"/>
                    </a:cubicBezTo>
                    <a:cubicBezTo>
                      <a:pt x="35943" y="52312"/>
                      <a:pt x="36802" y="48929"/>
                      <a:pt x="36802" y="45599"/>
                    </a:cubicBezTo>
                    <a:cubicBezTo>
                      <a:pt x="36802" y="41249"/>
                      <a:pt x="35621" y="37813"/>
                      <a:pt x="33258" y="35235"/>
                    </a:cubicBezTo>
                    <a:cubicBezTo>
                      <a:pt x="30895" y="32604"/>
                      <a:pt x="28049" y="31315"/>
                      <a:pt x="24666" y="31315"/>
                    </a:cubicBezTo>
                    <a:cubicBezTo>
                      <a:pt x="20853" y="31315"/>
                      <a:pt x="17255" y="33195"/>
                      <a:pt x="13926" y="37007"/>
                    </a:cubicBezTo>
                    <a:cubicBezTo>
                      <a:pt x="10597" y="40766"/>
                      <a:pt x="8932" y="45653"/>
                      <a:pt x="8932" y="515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1" name="Freihandform: Form 350">
                <a:extLst>
                  <a:ext uri="{FF2B5EF4-FFF2-40B4-BE49-F238E27FC236}">
                    <a16:creationId xmlns:a16="http://schemas.microsoft.com/office/drawing/2014/main" id="{DDD48006-8380-5D7B-1F00-41E0128BE6AF}"/>
                  </a:ext>
                </a:extLst>
              </p:cNvPr>
              <p:cNvSpPr/>
              <p:nvPr/>
            </p:nvSpPr>
            <p:spPr>
              <a:xfrm>
                <a:off x="8480610" y="5132027"/>
                <a:ext cx="11974" cy="9880"/>
              </a:xfrm>
              <a:custGeom>
                <a:avLst/>
                <a:gdLst>
                  <a:gd name="connsiteX0" fmla="*/ 344 w 11974"/>
                  <a:gd name="connsiteY0" fmla="*/ 10211 h 9880"/>
                  <a:gd name="connsiteX1" fmla="*/ 2438 w 11974"/>
                  <a:gd name="connsiteY1" fmla="*/ 331 h 9880"/>
                  <a:gd name="connsiteX2" fmla="*/ 12319 w 11974"/>
                  <a:gd name="connsiteY2" fmla="*/ 331 h 9880"/>
                  <a:gd name="connsiteX3" fmla="*/ 10225 w 11974"/>
                  <a:gd name="connsiteY3" fmla="*/ 10211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44" y="10211"/>
                    </a:moveTo>
                    <a:lnTo>
                      <a:pt x="2438" y="331"/>
                    </a:lnTo>
                    <a:lnTo>
                      <a:pt x="12319" y="331"/>
                    </a:lnTo>
                    <a:lnTo>
                      <a:pt x="10225" y="1021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2" name="Freihandform: Form 351">
                <a:extLst>
                  <a:ext uri="{FF2B5EF4-FFF2-40B4-BE49-F238E27FC236}">
                    <a16:creationId xmlns:a16="http://schemas.microsoft.com/office/drawing/2014/main" id="{9D9D7512-AB48-40C9-FB93-CFB5CB0A872C}"/>
                  </a:ext>
                </a:extLst>
              </p:cNvPr>
              <p:cNvSpPr/>
              <p:nvPr/>
            </p:nvSpPr>
            <p:spPr>
              <a:xfrm>
                <a:off x="8517085" y="5070756"/>
                <a:ext cx="32810" cy="71151"/>
              </a:xfrm>
              <a:custGeom>
                <a:avLst/>
                <a:gdLst>
                  <a:gd name="connsiteX0" fmla="*/ 9529 w 32810"/>
                  <a:gd name="connsiteY0" fmla="*/ 71482 h 71151"/>
                  <a:gd name="connsiteX1" fmla="*/ 20698 w 32810"/>
                  <a:gd name="connsiteY1" fmla="*/ 17998 h 71151"/>
                  <a:gd name="connsiteX2" fmla="*/ 346 w 32810"/>
                  <a:gd name="connsiteY2" fmla="*/ 27127 h 71151"/>
                  <a:gd name="connsiteX3" fmla="*/ 1957 w 32810"/>
                  <a:gd name="connsiteY3" fmla="*/ 19179 h 71151"/>
                  <a:gd name="connsiteX4" fmla="*/ 14845 w 32810"/>
                  <a:gd name="connsiteY4" fmla="*/ 12359 h 71151"/>
                  <a:gd name="connsiteX5" fmla="*/ 24403 w 32810"/>
                  <a:gd name="connsiteY5" fmla="*/ 5056 h 71151"/>
                  <a:gd name="connsiteX6" fmla="*/ 28055 w 32810"/>
                  <a:gd name="connsiteY6" fmla="*/ 331 h 71151"/>
                  <a:gd name="connsiteX7" fmla="*/ 33156 w 32810"/>
                  <a:gd name="connsiteY7" fmla="*/ 331 h 71151"/>
                  <a:gd name="connsiteX8" fmla="*/ 18282 w 32810"/>
                  <a:gd name="connsiteY8" fmla="*/ 71482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29" y="71482"/>
                    </a:moveTo>
                    <a:lnTo>
                      <a:pt x="20698" y="17998"/>
                    </a:lnTo>
                    <a:cubicBezTo>
                      <a:pt x="15865" y="21810"/>
                      <a:pt x="9099" y="24817"/>
                      <a:pt x="346" y="27127"/>
                    </a:cubicBezTo>
                    <a:lnTo>
                      <a:pt x="1957" y="19179"/>
                    </a:lnTo>
                    <a:cubicBezTo>
                      <a:pt x="6307" y="17461"/>
                      <a:pt x="10603" y="15205"/>
                      <a:pt x="14845" y="12359"/>
                    </a:cubicBezTo>
                    <a:cubicBezTo>
                      <a:pt x="19087" y="9567"/>
                      <a:pt x="22255" y="7150"/>
                      <a:pt x="24403" y="5056"/>
                    </a:cubicBezTo>
                    <a:cubicBezTo>
                      <a:pt x="25692" y="3767"/>
                      <a:pt x="26927" y="2156"/>
                      <a:pt x="28055" y="331"/>
                    </a:cubicBezTo>
                    <a:lnTo>
                      <a:pt x="33156" y="331"/>
                    </a:lnTo>
                    <a:lnTo>
                      <a:pt x="18282" y="7148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353" name="Grafik 4">
              <a:extLst>
                <a:ext uri="{FF2B5EF4-FFF2-40B4-BE49-F238E27FC236}">
                  <a16:creationId xmlns:a16="http://schemas.microsoft.com/office/drawing/2014/main" id="{806555D3-348F-0591-5BBF-69C0C4C8B724}"/>
                </a:ext>
              </a:extLst>
            </p:cNvPr>
            <p:cNvGrpSpPr/>
            <p:nvPr/>
          </p:nvGrpSpPr>
          <p:grpSpPr>
            <a:xfrm>
              <a:off x="7748572" y="5196624"/>
              <a:ext cx="656733" cy="72332"/>
              <a:chOff x="7748572" y="5196624"/>
              <a:chExt cx="656733" cy="72332"/>
            </a:xfrm>
            <a:solidFill>
              <a:srgbClr val="000000"/>
            </a:solidFill>
          </p:grpSpPr>
          <p:sp>
            <p:nvSpPr>
              <p:cNvPr id="354" name="Freihandform: Form 353">
                <a:extLst>
                  <a:ext uri="{FF2B5EF4-FFF2-40B4-BE49-F238E27FC236}">
                    <a16:creationId xmlns:a16="http://schemas.microsoft.com/office/drawing/2014/main" id="{5E59E49D-0C50-F7C2-5396-32DF375F9EC1}"/>
                  </a:ext>
                </a:extLst>
              </p:cNvPr>
              <p:cNvSpPr/>
              <p:nvPr/>
            </p:nvSpPr>
            <p:spPr>
              <a:xfrm>
                <a:off x="7748572" y="5196946"/>
                <a:ext cx="79206" cy="70829"/>
              </a:xfrm>
              <a:custGeom>
                <a:avLst/>
                <a:gdLst>
                  <a:gd name="connsiteX0" fmla="*/ 292 w 79206"/>
                  <a:gd name="connsiteY0" fmla="*/ 71169 h 70829"/>
                  <a:gd name="connsiteX1" fmla="*/ 34122 w 79206"/>
                  <a:gd name="connsiteY1" fmla="*/ 35352 h 70829"/>
                  <a:gd name="connsiteX2" fmla="*/ 14039 w 79206"/>
                  <a:gd name="connsiteY2" fmla="*/ 340 h 70829"/>
                  <a:gd name="connsiteX3" fmla="*/ 24456 w 79206"/>
                  <a:gd name="connsiteY3" fmla="*/ 340 h 70829"/>
                  <a:gd name="connsiteX4" fmla="*/ 33585 w 79206"/>
                  <a:gd name="connsiteY4" fmla="*/ 16342 h 70829"/>
                  <a:gd name="connsiteX5" fmla="*/ 37774 w 79206"/>
                  <a:gd name="connsiteY5" fmla="*/ 23753 h 70829"/>
                  <a:gd name="connsiteX6" fmla="*/ 40512 w 79206"/>
                  <a:gd name="connsiteY6" fmla="*/ 29391 h 70829"/>
                  <a:gd name="connsiteX7" fmla="*/ 51574 w 79206"/>
                  <a:gd name="connsiteY7" fmla="*/ 16718 h 70829"/>
                  <a:gd name="connsiteX8" fmla="*/ 67147 w 79206"/>
                  <a:gd name="connsiteY8" fmla="*/ 340 h 70829"/>
                  <a:gd name="connsiteX9" fmla="*/ 79498 w 79206"/>
                  <a:gd name="connsiteY9" fmla="*/ 340 h 70829"/>
                  <a:gd name="connsiteX10" fmla="*/ 45238 w 79206"/>
                  <a:gd name="connsiteY10" fmla="*/ 36909 h 70829"/>
                  <a:gd name="connsiteX11" fmla="*/ 64677 w 79206"/>
                  <a:gd name="connsiteY11" fmla="*/ 71169 h 70829"/>
                  <a:gd name="connsiteX12" fmla="*/ 54367 w 79206"/>
                  <a:gd name="connsiteY12" fmla="*/ 71169 h 70829"/>
                  <a:gd name="connsiteX13" fmla="*/ 42875 w 79206"/>
                  <a:gd name="connsiteY13" fmla="*/ 50441 h 70829"/>
                  <a:gd name="connsiteX14" fmla="*/ 38955 w 79206"/>
                  <a:gd name="connsiteY14" fmla="*/ 42601 h 70829"/>
                  <a:gd name="connsiteX15" fmla="*/ 32619 w 79206"/>
                  <a:gd name="connsiteY15" fmla="*/ 50119 h 70829"/>
                  <a:gd name="connsiteX16" fmla="*/ 12803 w 79206"/>
                  <a:gd name="connsiteY16" fmla="*/ 7116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92" y="71169"/>
                    </a:moveTo>
                    <a:lnTo>
                      <a:pt x="34122" y="35352"/>
                    </a:lnTo>
                    <a:lnTo>
                      <a:pt x="14039" y="340"/>
                    </a:lnTo>
                    <a:lnTo>
                      <a:pt x="24456" y="340"/>
                    </a:lnTo>
                    <a:lnTo>
                      <a:pt x="33585" y="16342"/>
                    </a:lnTo>
                    <a:cubicBezTo>
                      <a:pt x="36002" y="20584"/>
                      <a:pt x="37398" y="23055"/>
                      <a:pt x="37774" y="23753"/>
                    </a:cubicBezTo>
                    <a:cubicBezTo>
                      <a:pt x="38579" y="25364"/>
                      <a:pt x="39546" y="27243"/>
                      <a:pt x="40512" y="29391"/>
                    </a:cubicBezTo>
                    <a:cubicBezTo>
                      <a:pt x="42929" y="26169"/>
                      <a:pt x="46580" y="21981"/>
                      <a:pt x="51574" y="16718"/>
                    </a:cubicBezTo>
                    <a:lnTo>
                      <a:pt x="67147" y="340"/>
                    </a:lnTo>
                    <a:lnTo>
                      <a:pt x="79498" y="340"/>
                    </a:lnTo>
                    <a:lnTo>
                      <a:pt x="45238" y="36909"/>
                    </a:lnTo>
                    <a:lnTo>
                      <a:pt x="64677" y="71169"/>
                    </a:lnTo>
                    <a:lnTo>
                      <a:pt x="54367" y="71169"/>
                    </a:lnTo>
                    <a:lnTo>
                      <a:pt x="42875" y="50441"/>
                    </a:lnTo>
                    <a:cubicBezTo>
                      <a:pt x="41747" y="48401"/>
                      <a:pt x="40459" y="45823"/>
                      <a:pt x="38955" y="42601"/>
                    </a:cubicBezTo>
                    <a:cubicBezTo>
                      <a:pt x="37237" y="44964"/>
                      <a:pt x="35089" y="47434"/>
                      <a:pt x="32619" y="50119"/>
                    </a:cubicBezTo>
                    <a:lnTo>
                      <a:pt x="12803" y="7116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5" name="Freihandform: Form 354">
                <a:extLst>
                  <a:ext uri="{FF2B5EF4-FFF2-40B4-BE49-F238E27FC236}">
                    <a16:creationId xmlns:a16="http://schemas.microsoft.com/office/drawing/2014/main" id="{AEC7B2BD-709C-DBAB-FBDA-E19C23CFAE85}"/>
                  </a:ext>
                </a:extLst>
              </p:cNvPr>
              <p:cNvSpPr/>
              <p:nvPr/>
            </p:nvSpPr>
            <p:spPr>
              <a:xfrm>
                <a:off x="7821942" y="5196946"/>
                <a:ext cx="64815" cy="70829"/>
              </a:xfrm>
              <a:custGeom>
                <a:avLst/>
                <a:gdLst>
                  <a:gd name="connsiteX0" fmla="*/ 296 w 64815"/>
                  <a:gd name="connsiteY0" fmla="*/ 71169 h 70829"/>
                  <a:gd name="connsiteX1" fmla="*/ 15117 w 64815"/>
                  <a:gd name="connsiteY1" fmla="*/ 340 h 70829"/>
                  <a:gd name="connsiteX2" fmla="*/ 44706 w 64815"/>
                  <a:gd name="connsiteY2" fmla="*/ 340 h 70829"/>
                  <a:gd name="connsiteX3" fmla="*/ 56251 w 64815"/>
                  <a:gd name="connsiteY3" fmla="*/ 2058 h 70829"/>
                  <a:gd name="connsiteX4" fmla="*/ 62587 w 64815"/>
                  <a:gd name="connsiteY4" fmla="*/ 8126 h 70829"/>
                  <a:gd name="connsiteX5" fmla="*/ 65111 w 64815"/>
                  <a:gd name="connsiteY5" fmla="*/ 17738 h 70829"/>
                  <a:gd name="connsiteX6" fmla="*/ 63339 w 64815"/>
                  <a:gd name="connsiteY6" fmla="*/ 26652 h 70829"/>
                  <a:gd name="connsiteX7" fmla="*/ 58829 w 64815"/>
                  <a:gd name="connsiteY7" fmla="*/ 34170 h 70829"/>
                  <a:gd name="connsiteX8" fmla="*/ 53298 w 64815"/>
                  <a:gd name="connsiteY8" fmla="*/ 38574 h 70829"/>
                  <a:gd name="connsiteX9" fmla="*/ 47283 w 64815"/>
                  <a:gd name="connsiteY9" fmla="*/ 40829 h 70829"/>
                  <a:gd name="connsiteX10" fmla="*/ 33483 w 64815"/>
                  <a:gd name="connsiteY10" fmla="*/ 42386 h 70829"/>
                  <a:gd name="connsiteX11" fmla="*/ 15762 w 64815"/>
                  <a:gd name="connsiteY11" fmla="*/ 42386 h 70829"/>
                  <a:gd name="connsiteX12" fmla="*/ 9801 w 64815"/>
                  <a:gd name="connsiteY12" fmla="*/ 71169 h 70829"/>
                  <a:gd name="connsiteX13" fmla="*/ 296 w 64815"/>
                  <a:gd name="connsiteY13" fmla="*/ 71169 h 70829"/>
                  <a:gd name="connsiteX14" fmla="*/ 17480 w 64815"/>
                  <a:gd name="connsiteY14" fmla="*/ 34385 h 70829"/>
                  <a:gd name="connsiteX15" fmla="*/ 33053 w 64815"/>
                  <a:gd name="connsiteY15" fmla="*/ 34385 h 70829"/>
                  <a:gd name="connsiteX16" fmla="*/ 46424 w 64815"/>
                  <a:gd name="connsiteY16" fmla="*/ 32452 h 70829"/>
                  <a:gd name="connsiteX17" fmla="*/ 53244 w 64815"/>
                  <a:gd name="connsiteY17" fmla="*/ 26491 h 70829"/>
                  <a:gd name="connsiteX18" fmla="*/ 55768 w 64815"/>
                  <a:gd name="connsiteY18" fmla="*/ 17953 h 70829"/>
                  <a:gd name="connsiteX19" fmla="*/ 54425 w 64815"/>
                  <a:gd name="connsiteY19" fmla="*/ 12261 h 70829"/>
                  <a:gd name="connsiteX20" fmla="*/ 50613 w 64815"/>
                  <a:gd name="connsiteY20" fmla="*/ 9039 h 70829"/>
                  <a:gd name="connsiteX21" fmla="*/ 41161 w 64815"/>
                  <a:gd name="connsiteY21" fmla="*/ 8019 h 70829"/>
                  <a:gd name="connsiteX22" fmla="*/ 22957 w 64815"/>
                  <a:gd name="connsiteY22" fmla="*/ 801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296" y="71169"/>
                    </a:moveTo>
                    <a:lnTo>
                      <a:pt x="15117" y="340"/>
                    </a:lnTo>
                    <a:lnTo>
                      <a:pt x="44706" y="340"/>
                    </a:lnTo>
                    <a:cubicBezTo>
                      <a:pt x="49861" y="340"/>
                      <a:pt x="53673" y="930"/>
                      <a:pt x="56251" y="2058"/>
                    </a:cubicBezTo>
                    <a:cubicBezTo>
                      <a:pt x="58829" y="3239"/>
                      <a:pt x="60923" y="5280"/>
                      <a:pt x="62587" y="8126"/>
                    </a:cubicBezTo>
                    <a:cubicBezTo>
                      <a:pt x="64252" y="10972"/>
                      <a:pt x="65111" y="14194"/>
                      <a:pt x="65111" y="17738"/>
                    </a:cubicBezTo>
                    <a:cubicBezTo>
                      <a:pt x="65111" y="20638"/>
                      <a:pt x="64521" y="23645"/>
                      <a:pt x="63339" y="26652"/>
                    </a:cubicBezTo>
                    <a:cubicBezTo>
                      <a:pt x="62158" y="29713"/>
                      <a:pt x="60654" y="32183"/>
                      <a:pt x="58829" y="34170"/>
                    </a:cubicBezTo>
                    <a:cubicBezTo>
                      <a:pt x="57003" y="36103"/>
                      <a:pt x="55123" y="37607"/>
                      <a:pt x="53298" y="38574"/>
                    </a:cubicBezTo>
                    <a:cubicBezTo>
                      <a:pt x="51418" y="39594"/>
                      <a:pt x="49431" y="40346"/>
                      <a:pt x="47283" y="40829"/>
                    </a:cubicBezTo>
                    <a:cubicBezTo>
                      <a:pt x="42719" y="41903"/>
                      <a:pt x="38154" y="42386"/>
                      <a:pt x="33483" y="42386"/>
                    </a:cubicBezTo>
                    <a:lnTo>
                      <a:pt x="15762" y="42386"/>
                    </a:lnTo>
                    <a:lnTo>
                      <a:pt x="9801" y="71169"/>
                    </a:lnTo>
                    <a:lnTo>
                      <a:pt x="296" y="71169"/>
                    </a:lnTo>
                    <a:moveTo>
                      <a:pt x="17480" y="34385"/>
                    </a:moveTo>
                    <a:lnTo>
                      <a:pt x="33053" y="34385"/>
                    </a:lnTo>
                    <a:cubicBezTo>
                      <a:pt x="39121" y="34385"/>
                      <a:pt x="43578" y="33741"/>
                      <a:pt x="46424" y="32452"/>
                    </a:cubicBezTo>
                    <a:cubicBezTo>
                      <a:pt x="49270" y="31109"/>
                      <a:pt x="51526" y="29123"/>
                      <a:pt x="53244" y="26491"/>
                    </a:cubicBezTo>
                    <a:cubicBezTo>
                      <a:pt x="54909" y="23806"/>
                      <a:pt x="55768" y="20960"/>
                      <a:pt x="55768" y="17953"/>
                    </a:cubicBezTo>
                    <a:cubicBezTo>
                      <a:pt x="55768" y="15644"/>
                      <a:pt x="55338" y="13765"/>
                      <a:pt x="54425" y="12261"/>
                    </a:cubicBezTo>
                    <a:cubicBezTo>
                      <a:pt x="53512" y="10811"/>
                      <a:pt x="52277" y="9737"/>
                      <a:pt x="50613" y="9039"/>
                    </a:cubicBezTo>
                    <a:cubicBezTo>
                      <a:pt x="48948" y="8341"/>
                      <a:pt x="45833" y="8019"/>
                      <a:pt x="41161" y="8019"/>
                    </a:cubicBezTo>
                    <a:lnTo>
                      <a:pt x="22957" y="801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6" name="Freihandform: Form 355">
                <a:extLst>
                  <a:ext uri="{FF2B5EF4-FFF2-40B4-BE49-F238E27FC236}">
                    <a16:creationId xmlns:a16="http://schemas.microsoft.com/office/drawing/2014/main" id="{D03AC2EE-9B6C-C759-C77B-5241B2E79DEE}"/>
                  </a:ext>
                </a:extLst>
              </p:cNvPr>
              <p:cNvSpPr/>
              <p:nvPr/>
            </p:nvSpPr>
            <p:spPr>
              <a:xfrm>
                <a:off x="7918202" y="5196624"/>
                <a:ext cx="48973" cy="72332"/>
              </a:xfrm>
              <a:custGeom>
                <a:avLst/>
                <a:gdLst>
                  <a:gd name="connsiteX0" fmla="*/ 303 w 48973"/>
                  <a:gd name="connsiteY0" fmla="*/ 48239 h 72332"/>
                  <a:gd name="connsiteX1" fmla="*/ 2988 w 48973"/>
                  <a:gd name="connsiteY1" fmla="*/ 29982 h 72332"/>
                  <a:gd name="connsiteX2" fmla="*/ 9002 w 48973"/>
                  <a:gd name="connsiteY2" fmla="*/ 15161 h 72332"/>
                  <a:gd name="connsiteX3" fmla="*/ 15769 w 48973"/>
                  <a:gd name="connsiteY3" fmla="*/ 6461 h 72332"/>
                  <a:gd name="connsiteX4" fmla="*/ 22749 w 48973"/>
                  <a:gd name="connsiteY4" fmla="*/ 1843 h 72332"/>
                  <a:gd name="connsiteX5" fmla="*/ 30267 w 48973"/>
                  <a:gd name="connsiteY5" fmla="*/ 340 h 72332"/>
                  <a:gd name="connsiteX6" fmla="*/ 43853 w 48973"/>
                  <a:gd name="connsiteY6" fmla="*/ 6408 h 72332"/>
                  <a:gd name="connsiteX7" fmla="*/ 49277 w 48973"/>
                  <a:gd name="connsiteY7" fmla="*/ 23860 h 72332"/>
                  <a:gd name="connsiteX8" fmla="*/ 45518 w 48973"/>
                  <a:gd name="connsiteY8" fmla="*/ 47112 h 72332"/>
                  <a:gd name="connsiteX9" fmla="*/ 33167 w 48973"/>
                  <a:gd name="connsiteY9" fmla="*/ 67518 h 72332"/>
                  <a:gd name="connsiteX10" fmla="*/ 19259 w 48973"/>
                  <a:gd name="connsiteY10" fmla="*/ 72673 h 72332"/>
                  <a:gd name="connsiteX11" fmla="*/ 5834 w 48973"/>
                  <a:gd name="connsiteY11" fmla="*/ 66444 h 72332"/>
                  <a:gd name="connsiteX12" fmla="*/ 303 w 48973"/>
                  <a:gd name="connsiteY12" fmla="*/ 48239 h 72332"/>
                  <a:gd name="connsiteX13" fmla="*/ 8788 w 48973"/>
                  <a:gd name="connsiteY13" fmla="*/ 50495 h 72332"/>
                  <a:gd name="connsiteX14" fmla="*/ 10936 w 48973"/>
                  <a:gd name="connsiteY14" fmla="*/ 60644 h 72332"/>
                  <a:gd name="connsiteX15" fmla="*/ 19689 w 48973"/>
                  <a:gd name="connsiteY15" fmla="*/ 65745 h 72332"/>
                  <a:gd name="connsiteX16" fmla="*/ 28925 w 48973"/>
                  <a:gd name="connsiteY16" fmla="*/ 61127 h 72332"/>
                  <a:gd name="connsiteX17" fmla="*/ 37946 w 48973"/>
                  <a:gd name="connsiteY17" fmla="*/ 42172 h 72332"/>
                  <a:gd name="connsiteX18" fmla="*/ 40953 w 48973"/>
                  <a:gd name="connsiteY18" fmla="*/ 21766 h 72332"/>
                  <a:gd name="connsiteX19" fmla="*/ 38054 w 48973"/>
                  <a:gd name="connsiteY19" fmla="*/ 10757 h 72332"/>
                  <a:gd name="connsiteX20" fmla="*/ 30321 w 48973"/>
                  <a:gd name="connsiteY20" fmla="*/ 7374 h 72332"/>
                  <a:gd name="connsiteX21" fmla="*/ 23823 w 48973"/>
                  <a:gd name="connsiteY21" fmla="*/ 9146 h 72332"/>
                  <a:gd name="connsiteX22" fmla="*/ 18078 w 48973"/>
                  <a:gd name="connsiteY22" fmla="*/ 15268 h 72332"/>
                  <a:gd name="connsiteX23" fmla="*/ 11258 w 48973"/>
                  <a:gd name="connsiteY23" fmla="*/ 33633 h 72332"/>
                  <a:gd name="connsiteX24" fmla="*/ 8788 w 48973"/>
                  <a:gd name="connsiteY24" fmla="*/ 5049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03" y="48239"/>
                    </a:moveTo>
                    <a:cubicBezTo>
                      <a:pt x="303" y="42279"/>
                      <a:pt x="1216" y="36157"/>
                      <a:pt x="2988" y="29982"/>
                    </a:cubicBezTo>
                    <a:cubicBezTo>
                      <a:pt x="4814" y="23806"/>
                      <a:pt x="6801" y="18866"/>
                      <a:pt x="9002" y="15161"/>
                    </a:cubicBezTo>
                    <a:cubicBezTo>
                      <a:pt x="11150" y="11455"/>
                      <a:pt x="13459" y="8556"/>
                      <a:pt x="15769" y="6461"/>
                    </a:cubicBezTo>
                    <a:cubicBezTo>
                      <a:pt x="18131" y="4367"/>
                      <a:pt x="20440" y="2810"/>
                      <a:pt x="22749" y="1843"/>
                    </a:cubicBezTo>
                    <a:cubicBezTo>
                      <a:pt x="25005" y="823"/>
                      <a:pt x="27529" y="340"/>
                      <a:pt x="30267" y="340"/>
                    </a:cubicBezTo>
                    <a:cubicBezTo>
                      <a:pt x="35691" y="340"/>
                      <a:pt x="40202" y="2380"/>
                      <a:pt x="43853" y="6408"/>
                    </a:cubicBezTo>
                    <a:cubicBezTo>
                      <a:pt x="47451" y="10435"/>
                      <a:pt x="49277" y="16235"/>
                      <a:pt x="49277" y="23860"/>
                    </a:cubicBezTo>
                    <a:cubicBezTo>
                      <a:pt x="49277" y="31646"/>
                      <a:pt x="48042" y="39433"/>
                      <a:pt x="45518" y="47112"/>
                    </a:cubicBezTo>
                    <a:cubicBezTo>
                      <a:pt x="42564" y="56187"/>
                      <a:pt x="38430" y="63007"/>
                      <a:pt x="33167" y="67518"/>
                    </a:cubicBezTo>
                    <a:cubicBezTo>
                      <a:pt x="29086" y="70954"/>
                      <a:pt x="24468" y="72673"/>
                      <a:pt x="19259" y="72673"/>
                    </a:cubicBezTo>
                    <a:cubicBezTo>
                      <a:pt x="13943" y="72673"/>
                      <a:pt x="9486" y="70632"/>
                      <a:pt x="5834" y="66444"/>
                    </a:cubicBezTo>
                    <a:cubicBezTo>
                      <a:pt x="2183" y="62255"/>
                      <a:pt x="303" y="56187"/>
                      <a:pt x="303" y="48239"/>
                    </a:cubicBezTo>
                    <a:moveTo>
                      <a:pt x="8788" y="50495"/>
                    </a:moveTo>
                    <a:cubicBezTo>
                      <a:pt x="8788" y="54844"/>
                      <a:pt x="9486" y="58228"/>
                      <a:pt x="10936" y="60644"/>
                    </a:cubicBezTo>
                    <a:cubicBezTo>
                      <a:pt x="12922" y="64027"/>
                      <a:pt x="15822" y="65745"/>
                      <a:pt x="19689" y="65745"/>
                    </a:cubicBezTo>
                    <a:cubicBezTo>
                      <a:pt x="23072" y="65745"/>
                      <a:pt x="26186" y="64188"/>
                      <a:pt x="28925" y="61127"/>
                    </a:cubicBezTo>
                    <a:cubicBezTo>
                      <a:pt x="32952" y="56831"/>
                      <a:pt x="35959" y="50495"/>
                      <a:pt x="37946" y="42172"/>
                    </a:cubicBezTo>
                    <a:cubicBezTo>
                      <a:pt x="39987" y="33848"/>
                      <a:pt x="40953" y="27028"/>
                      <a:pt x="40953" y="21766"/>
                    </a:cubicBezTo>
                    <a:cubicBezTo>
                      <a:pt x="40953" y="16664"/>
                      <a:pt x="39987" y="13013"/>
                      <a:pt x="38054" y="10757"/>
                    </a:cubicBezTo>
                    <a:cubicBezTo>
                      <a:pt x="36121" y="8502"/>
                      <a:pt x="33543" y="7374"/>
                      <a:pt x="30321" y="7374"/>
                    </a:cubicBezTo>
                    <a:cubicBezTo>
                      <a:pt x="28012" y="7374"/>
                      <a:pt x="25864" y="7965"/>
                      <a:pt x="23823" y="9146"/>
                    </a:cubicBezTo>
                    <a:cubicBezTo>
                      <a:pt x="21837" y="10328"/>
                      <a:pt x="19903" y="12368"/>
                      <a:pt x="18078" y="15268"/>
                    </a:cubicBezTo>
                    <a:cubicBezTo>
                      <a:pt x="15446" y="19403"/>
                      <a:pt x="13191" y="25525"/>
                      <a:pt x="11258" y="33633"/>
                    </a:cubicBezTo>
                    <a:cubicBezTo>
                      <a:pt x="9593" y="40614"/>
                      <a:pt x="8788" y="46199"/>
                      <a:pt x="8788" y="504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7" name="Freihandform: Form 356">
                <a:extLst>
                  <a:ext uri="{FF2B5EF4-FFF2-40B4-BE49-F238E27FC236}">
                    <a16:creationId xmlns:a16="http://schemas.microsoft.com/office/drawing/2014/main" id="{BA8F23D8-A03D-3E0B-6A53-87F61D41364A}"/>
                  </a:ext>
                </a:extLst>
              </p:cNvPr>
              <p:cNvSpPr/>
              <p:nvPr/>
            </p:nvSpPr>
            <p:spPr>
              <a:xfrm>
                <a:off x="7973245" y="5196624"/>
                <a:ext cx="48973" cy="72332"/>
              </a:xfrm>
              <a:custGeom>
                <a:avLst/>
                <a:gdLst>
                  <a:gd name="connsiteX0" fmla="*/ 307 w 48973"/>
                  <a:gd name="connsiteY0" fmla="*/ 48239 h 72332"/>
                  <a:gd name="connsiteX1" fmla="*/ 2992 w 48973"/>
                  <a:gd name="connsiteY1" fmla="*/ 29982 h 72332"/>
                  <a:gd name="connsiteX2" fmla="*/ 9006 w 48973"/>
                  <a:gd name="connsiteY2" fmla="*/ 15161 h 72332"/>
                  <a:gd name="connsiteX3" fmla="*/ 15773 w 48973"/>
                  <a:gd name="connsiteY3" fmla="*/ 6461 h 72332"/>
                  <a:gd name="connsiteX4" fmla="*/ 22753 w 48973"/>
                  <a:gd name="connsiteY4" fmla="*/ 1843 h 72332"/>
                  <a:gd name="connsiteX5" fmla="*/ 30271 w 48973"/>
                  <a:gd name="connsiteY5" fmla="*/ 340 h 72332"/>
                  <a:gd name="connsiteX6" fmla="*/ 43857 w 48973"/>
                  <a:gd name="connsiteY6" fmla="*/ 6408 h 72332"/>
                  <a:gd name="connsiteX7" fmla="*/ 49281 w 48973"/>
                  <a:gd name="connsiteY7" fmla="*/ 23860 h 72332"/>
                  <a:gd name="connsiteX8" fmla="*/ 45522 w 48973"/>
                  <a:gd name="connsiteY8" fmla="*/ 47112 h 72332"/>
                  <a:gd name="connsiteX9" fmla="*/ 33171 w 48973"/>
                  <a:gd name="connsiteY9" fmla="*/ 67518 h 72332"/>
                  <a:gd name="connsiteX10" fmla="*/ 19263 w 48973"/>
                  <a:gd name="connsiteY10" fmla="*/ 72673 h 72332"/>
                  <a:gd name="connsiteX11" fmla="*/ 5838 w 48973"/>
                  <a:gd name="connsiteY11" fmla="*/ 66444 h 72332"/>
                  <a:gd name="connsiteX12" fmla="*/ 307 w 48973"/>
                  <a:gd name="connsiteY12" fmla="*/ 48239 h 72332"/>
                  <a:gd name="connsiteX13" fmla="*/ 8792 w 48973"/>
                  <a:gd name="connsiteY13" fmla="*/ 50495 h 72332"/>
                  <a:gd name="connsiteX14" fmla="*/ 10940 w 48973"/>
                  <a:gd name="connsiteY14" fmla="*/ 60644 h 72332"/>
                  <a:gd name="connsiteX15" fmla="*/ 19693 w 48973"/>
                  <a:gd name="connsiteY15" fmla="*/ 65745 h 72332"/>
                  <a:gd name="connsiteX16" fmla="*/ 28929 w 48973"/>
                  <a:gd name="connsiteY16" fmla="*/ 61127 h 72332"/>
                  <a:gd name="connsiteX17" fmla="*/ 37950 w 48973"/>
                  <a:gd name="connsiteY17" fmla="*/ 42172 h 72332"/>
                  <a:gd name="connsiteX18" fmla="*/ 40957 w 48973"/>
                  <a:gd name="connsiteY18" fmla="*/ 21766 h 72332"/>
                  <a:gd name="connsiteX19" fmla="*/ 38058 w 48973"/>
                  <a:gd name="connsiteY19" fmla="*/ 10757 h 72332"/>
                  <a:gd name="connsiteX20" fmla="*/ 30325 w 48973"/>
                  <a:gd name="connsiteY20" fmla="*/ 7374 h 72332"/>
                  <a:gd name="connsiteX21" fmla="*/ 23827 w 48973"/>
                  <a:gd name="connsiteY21" fmla="*/ 9146 h 72332"/>
                  <a:gd name="connsiteX22" fmla="*/ 18082 w 48973"/>
                  <a:gd name="connsiteY22" fmla="*/ 15268 h 72332"/>
                  <a:gd name="connsiteX23" fmla="*/ 11262 w 48973"/>
                  <a:gd name="connsiteY23" fmla="*/ 33633 h 72332"/>
                  <a:gd name="connsiteX24" fmla="*/ 8792 w 48973"/>
                  <a:gd name="connsiteY24" fmla="*/ 5049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07" y="48239"/>
                    </a:moveTo>
                    <a:cubicBezTo>
                      <a:pt x="307" y="42279"/>
                      <a:pt x="1220" y="36157"/>
                      <a:pt x="2992" y="29982"/>
                    </a:cubicBezTo>
                    <a:cubicBezTo>
                      <a:pt x="4818" y="23806"/>
                      <a:pt x="6805" y="18866"/>
                      <a:pt x="9006" y="15161"/>
                    </a:cubicBezTo>
                    <a:cubicBezTo>
                      <a:pt x="11154" y="11455"/>
                      <a:pt x="13463" y="8556"/>
                      <a:pt x="15773" y="6461"/>
                    </a:cubicBezTo>
                    <a:cubicBezTo>
                      <a:pt x="18135" y="4367"/>
                      <a:pt x="20444" y="2810"/>
                      <a:pt x="22753" y="1843"/>
                    </a:cubicBezTo>
                    <a:cubicBezTo>
                      <a:pt x="25009" y="823"/>
                      <a:pt x="27533" y="340"/>
                      <a:pt x="30271" y="340"/>
                    </a:cubicBezTo>
                    <a:cubicBezTo>
                      <a:pt x="35695" y="340"/>
                      <a:pt x="40206" y="2380"/>
                      <a:pt x="43857" y="6408"/>
                    </a:cubicBezTo>
                    <a:cubicBezTo>
                      <a:pt x="47455" y="10435"/>
                      <a:pt x="49281" y="16235"/>
                      <a:pt x="49281" y="23860"/>
                    </a:cubicBezTo>
                    <a:cubicBezTo>
                      <a:pt x="49281" y="31646"/>
                      <a:pt x="48046" y="39433"/>
                      <a:pt x="45522" y="47112"/>
                    </a:cubicBezTo>
                    <a:cubicBezTo>
                      <a:pt x="42568" y="56187"/>
                      <a:pt x="38434" y="63007"/>
                      <a:pt x="33171" y="67518"/>
                    </a:cubicBezTo>
                    <a:cubicBezTo>
                      <a:pt x="29090" y="70954"/>
                      <a:pt x="24472" y="72673"/>
                      <a:pt x="19263" y="72673"/>
                    </a:cubicBezTo>
                    <a:cubicBezTo>
                      <a:pt x="13947" y="72673"/>
                      <a:pt x="9490" y="70632"/>
                      <a:pt x="5838" y="66444"/>
                    </a:cubicBezTo>
                    <a:cubicBezTo>
                      <a:pt x="2187" y="62255"/>
                      <a:pt x="307" y="56187"/>
                      <a:pt x="307" y="48239"/>
                    </a:cubicBezTo>
                    <a:moveTo>
                      <a:pt x="8792" y="50495"/>
                    </a:moveTo>
                    <a:cubicBezTo>
                      <a:pt x="8792" y="54844"/>
                      <a:pt x="9490" y="58228"/>
                      <a:pt x="10940" y="60644"/>
                    </a:cubicBezTo>
                    <a:cubicBezTo>
                      <a:pt x="12926" y="64027"/>
                      <a:pt x="15826" y="65745"/>
                      <a:pt x="19693" y="65745"/>
                    </a:cubicBezTo>
                    <a:cubicBezTo>
                      <a:pt x="23076" y="65745"/>
                      <a:pt x="26190" y="64188"/>
                      <a:pt x="28929" y="61127"/>
                    </a:cubicBezTo>
                    <a:cubicBezTo>
                      <a:pt x="32956" y="56831"/>
                      <a:pt x="35963" y="50495"/>
                      <a:pt x="37950" y="42172"/>
                    </a:cubicBezTo>
                    <a:cubicBezTo>
                      <a:pt x="39991" y="33848"/>
                      <a:pt x="40957" y="27028"/>
                      <a:pt x="40957" y="21766"/>
                    </a:cubicBezTo>
                    <a:cubicBezTo>
                      <a:pt x="40957" y="16664"/>
                      <a:pt x="39991" y="13013"/>
                      <a:pt x="38058" y="10757"/>
                    </a:cubicBezTo>
                    <a:cubicBezTo>
                      <a:pt x="36125" y="8502"/>
                      <a:pt x="33547" y="7374"/>
                      <a:pt x="30325" y="7374"/>
                    </a:cubicBezTo>
                    <a:cubicBezTo>
                      <a:pt x="28016" y="7374"/>
                      <a:pt x="25868" y="7965"/>
                      <a:pt x="23827" y="9146"/>
                    </a:cubicBezTo>
                    <a:cubicBezTo>
                      <a:pt x="21841" y="10328"/>
                      <a:pt x="19907" y="12368"/>
                      <a:pt x="18082" y="15268"/>
                    </a:cubicBezTo>
                    <a:cubicBezTo>
                      <a:pt x="15450" y="19403"/>
                      <a:pt x="13195" y="25525"/>
                      <a:pt x="11262" y="33633"/>
                    </a:cubicBezTo>
                    <a:cubicBezTo>
                      <a:pt x="9597" y="40614"/>
                      <a:pt x="8792" y="46199"/>
                      <a:pt x="8792" y="504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8" name="Freihandform: Form 357">
                <a:extLst>
                  <a:ext uri="{FF2B5EF4-FFF2-40B4-BE49-F238E27FC236}">
                    <a16:creationId xmlns:a16="http://schemas.microsoft.com/office/drawing/2014/main" id="{B3C8BE70-B2FB-BB09-56AF-A99579FED5B8}"/>
                  </a:ext>
                </a:extLst>
              </p:cNvPr>
              <p:cNvSpPr/>
              <p:nvPr/>
            </p:nvSpPr>
            <p:spPr>
              <a:xfrm>
                <a:off x="8035981" y="5196624"/>
                <a:ext cx="32810" cy="71151"/>
              </a:xfrm>
              <a:custGeom>
                <a:avLst/>
                <a:gdLst>
                  <a:gd name="connsiteX0" fmla="*/ 9494 w 32810"/>
                  <a:gd name="connsiteY0" fmla="*/ 71491 h 71151"/>
                  <a:gd name="connsiteX1" fmla="*/ 20663 w 32810"/>
                  <a:gd name="connsiteY1" fmla="*/ 18007 h 71151"/>
                  <a:gd name="connsiteX2" fmla="*/ 311 w 32810"/>
                  <a:gd name="connsiteY2" fmla="*/ 27136 h 71151"/>
                  <a:gd name="connsiteX3" fmla="*/ 1922 w 32810"/>
                  <a:gd name="connsiteY3" fmla="*/ 19188 h 71151"/>
                  <a:gd name="connsiteX4" fmla="*/ 14810 w 32810"/>
                  <a:gd name="connsiteY4" fmla="*/ 12368 h 71151"/>
                  <a:gd name="connsiteX5" fmla="*/ 24368 w 32810"/>
                  <a:gd name="connsiteY5" fmla="*/ 5065 h 71151"/>
                  <a:gd name="connsiteX6" fmla="*/ 28020 w 32810"/>
                  <a:gd name="connsiteY6" fmla="*/ 340 h 71151"/>
                  <a:gd name="connsiteX7" fmla="*/ 33121 w 32810"/>
                  <a:gd name="connsiteY7" fmla="*/ 340 h 71151"/>
                  <a:gd name="connsiteX8" fmla="*/ 18247 w 32810"/>
                  <a:gd name="connsiteY8" fmla="*/ 71491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94" y="71491"/>
                    </a:moveTo>
                    <a:lnTo>
                      <a:pt x="20663" y="18007"/>
                    </a:lnTo>
                    <a:cubicBezTo>
                      <a:pt x="15830" y="21819"/>
                      <a:pt x="9064" y="24827"/>
                      <a:pt x="311" y="27136"/>
                    </a:cubicBezTo>
                    <a:lnTo>
                      <a:pt x="1922" y="19188"/>
                    </a:lnTo>
                    <a:cubicBezTo>
                      <a:pt x="6272" y="17470"/>
                      <a:pt x="10568" y="15214"/>
                      <a:pt x="14810" y="12368"/>
                    </a:cubicBezTo>
                    <a:cubicBezTo>
                      <a:pt x="19052" y="9576"/>
                      <a:pt x="22220" y="7160"/>
                      <a:pt x="24368" y="5065"/>
                    </a:cubicBezTo>
                    <a:cubicBezTo>
                      <a:pt x="25657" y="3777"/>
                      <a:pt x="26892" y="2166"/>
                      <a:pt x="28020" y="340"/>
                    </a:cubicBezTo>
                    <a:lnTo>
                      <a:pt x="33121" y="340"/>
                    </a:lnTo>
                    <a:lnTo>
                      <a:pt x="18247" y="7149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59" name="Freihandform: Form 358">
                <a:extLst>
                  <a:ext uri="{FF2B5EF4-FFF2-40B4-BE49-F238E27FC236}">
                    <a16:creationId xmlns:a16="http://schemas.microsoft.com/office/drawing/2014/main" id="{D397F5EF-37E7-976A-67C4-50455E779491}"/>
                  </a:ext>
                </a:extLst>
              </p:cNvPr>
              <p:cNvSpPr/>
              <p:nvPr/>
            </p:nvSpPr>
            <p:spPr>
              <a:xfrm>
                <a:off x="8088339" y="5197912"/>
                <a:ext cx="46933" cy="69862"/>
              </a:xfrm>
              <a:custGeom>
                <a:avLst/>
                <a:gdLst>
                  <a:gd name="connsiteX0" fmla="*/ 2678 w 46933"/>
                  <a:gd name="connsiteY0" fmla="*/ 70203 h 69862"/>
                  <a:gd name="connsiteX1" fmla="*/ 7618 w 46933"/>
                  <a:gd name="connsiteY1" fmla="*/ 53019 h 69862"/>
                  <a:gd name="connsiteX2" fmla="*/ 19432 w 46933"/>
                  <a:gd name="connsiteY2" fmla="*/ 28908 h 69862"/>
                  <a:gd name="connsiteX3" fmla="*/ 35649 w 46933"/>
                  <a:gd name="connsiteY3" fmla="*/ 8341 h 69862"/>
                  <a:gd name="connsiteX4" fmla="*/ 315 w 46933"/>
                  <a:gd name="connsiteY4" fmla="*/ 8341 h 69862"/>
                  <a:gd name="connsiteX5" fmla="*/ 2034 w 46933"/>
                  <a:gd name="connsiteY5" fmla="*/ 340 h 69862"/>
                  <a:gd name="connsiteX6" fmla="*/ 47248 w 46933"/>
                  <a:gd name="connsiteY6" fmla="*/ 340 h 69862"/>
                  <a:gd name="connsiteX7" fmla="*/ 45584 w 46933"/>
                  <a:gd name="connsiteY7" fmla="*/ 8341 h 69862"/>
                  <a:gd name="connsiteX8" fmla="*/ 25500 w 46933"/>
                  <a:gd name="connsiteY8" fmla="*/ 34385 h 69862"/>
                  <a:gd name="connsiteX9" fmla="*/ 11807 w 46933"/>
                  <a:gd name="connsiteY9" fmla="*/ 70203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78" y="70203"/>
                    </a:moveTo>
                    <a:cubicBezTo>
                      <a:pt x="3483" y="65423"/>
                      <a:pt x="5094" y="59677"/>
                      <a:pt x="7618" y="53019"/>
                    </a:cubicBezTo>
                    <a:cubicBezTo>
                      <a:pt x="10625" y="44910"/>
                      <a:pt x="14545" y="36855"/>
                      <a:pt x="19432" y="28908"/>
                    </a:cubicBezTo>
                    <a:cubicBezTo>
                      <a:pt x="24265" y="20907"/>
                      <a:pt x="29689" y="14087"/>
                      <a:pt x="35649" y="8341"/>
                    </a:cubicBezTo>
                    <a:lnTo>
                      <a:pt x="315" y="8341"/>
                    </a:lnTo>
                    <a:lnTo>
                      <a:pt x="2034" y="340"/>
                    </a:lnTo>
                    <a:lnTo>
                      <a:pt x="47248" y="340"/>
                    </a:lnTo>
                    <a:lnTo>
                      <a:pt x="45584" y="8341"/>
                    </a:lnTo>
                    <a:cubicBezTo>
                      <a:pt x="37958" y="15053"/>
                      <a:pt x="31246" y="23753"/>
                      <a:pt x="25500" y="34385"/>
                    </a:cubicBezTo>
                    <a:cubicBezTo>
                      <a:pt x="18841" y="46682"/>
                      <a:pt x="14277" y="58603"/>
                      <a:pt x="11807" y="702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0" name="Freihandform: Form 359">
                <a:extLst>
                  <a:ext uri="{FF2B5EF4-FFF2-40B4-BE49-F238E27FC236}">
                    <a16:creationId xmlns:a16="http://schemas.microsoft.com/office/drawing/2014/main" id="{F21275F5-F242-AB2C-1F9D-07CFC88E079A}"/>
                  </a:ext>
                </a:extLst>
              </p:cNvPr>
              <p:cNvSpPr/>
              <p:nvPr/>
            </p:nvSpPr>
            <p:spPr>
              <a:xfrm>
                <a:off x="8138388" y="5196624"/>
                <a:ext cx="48973" cy="72332"/>
              </a:xfrm>
              <a:custGeom>
                <a:avLst/>
                <a:gdLst>
                  <a:gd name="connsiteX0" fmla="*/ 319 w 48973"/>
                  <a:gd name="connsiteY0" fmla="*/ 48239 h 72332"/>
                  <a:gd name="connsiteX1" fmla="*/ 3004 w 48973"/>
                  <a:gd name="connsiteY1" fmla="*/ 29982 h 72332"/>
                  <a:gd name="connsiteX2" fmla="*/ 9018 w 48973"/>
                  <a:gd name="connsiteY2" fmla="*/ 15161 h 72332"/>
                  <a:gd name="connsiteX3" fmla="*/ 15785 w 48973"/>
                  <a:gd name="connsiteY3" fmla="*/ 6461 h 72332"/>
                  <a:gd name="connsiteX4" fmla="*/ 22765 w 48973"/>
                  <a:gd name="connsiteY4" fmla="*/ 1843 h 72332"/>
                  <a:gd name="connsiteX5" fmla="*/ 30283 w 48973"/>
                  <a:gd name="connsiteY5" fmla="*/ 340 h 72332"/>
                  <a:gd name="connsiteX6" fmla="*/ 43869 w 48973"/>
                  <a:gd name="connsiteY6" fmla="*/ 6408 h 72332"/>
                  <a:gd name="connsiteX7" fmla="*/ 49293 w 48973"/>
                  <a:gd name="connsiteY7" fmla="*/ 23860 h 72332"/>
                  <a:gd name="connsiteX8" fmla="*/ 45534 w 48973"/>
                  <a:gd name="connsiteY8" fmla="*/ 47112 h 72332"/>
                  <a:gd name="connsiteX9" fmla="*/ 33183 w 48973"/>
                  <a:gd name="connsiteY9" fmla="*/ 67518 h 72332"/>
                  <a:gd name="connsiteX10" fmla="*/ 19275 w 48973"/>
                  <a:gd name="connsiteY10" fmla="*/ 72673 h 72332"/>
                  <a:gd name="connsiteX11" fmla="*/ 5850 w 48973"/>
                  <a:gd name="connsiteY11" fmla="*/ 66444 h 72332"/>
                  <a:gd name="connsiteX12" fmla="*/ 319 w 48973"/>
                  <a:gd name="connsiteY12" fmla="*/ 48239 h 72332"/>
                  <a:gd name="connsiteX13" fmla="*/ 8804 w 48973"/>
                  <a:gd name="connsiteY13" fmla="*/ 50495 h 72332"/>
                  <a:gd name="connsiteX14" fmla="*/ 10952 w 48973"/>
                  <a:gd name="connsiteY14" fmla="*/ 60644 h 72332"/>
                  <a:gd name="connsiteX15" fmla="*/ 19705 w 48973"/>
                  <a:gd name="connsiteY15" fmla="*/ 65745 h 72332"/>
                  <a:gd name="connsiteX16" fmla="*/ 28941 w 48973"/>
                  <a:gd name="connsiteY16" fmla="*/ 61127 h 72332"/>
                  <a:gd name="connsiteX17" fmla="*/ 37962 w 48973"/>
                  <a:gd name="connsiteY17" fmla="*/ 42172 h 72332"/>
                  <a:gd name="connsiteX18" fmla="*/ 40969 w 48973"/>
                  <a:gd name="connsiteY18" fmla="*/ 21766 h 72332"/>
                  <a:gd name="connsiteX19" fmla="*/ 38070 w 48973"/>
                  <a:gd name="connsiteY19" fmla="*/ 10757 h 72332"/>
                  <a:gd name="connsiteX20" fmla="*/ 30337 w 48973"/>
                  <a:gd name="connsiteY20" fmla="*/ 7374 h 72332"/>
                  <a:gd name="connsiteX21" fmla="*/ 23839 w 48973"/>
                  <a:gd name="connsiteY21" fmla="*/ 9146 h 72332"/>
                  <a:gd name="connsiteX22" fmla="*/ 18094 w 48973"/>
                  <a:gd name="connsiteY22" fmla="*/ 15268 h 72332"/>
                  <a:gd name="connsiteX23" fmla="*/ 11274 w 48973"/>
                  <a:gd name="connsiteY23" fmla="*/ 33633 h 72332"/>
                  <a:gd name="connsiteX24" fmla="*/ 8804 w 48973"/>
                  <a:gd name="connsiteY24" fmla="*/ 5049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19" y="48239"/>
                    </a:moveTo>
                    <a:cubicBezTo>
                      <a:pt x="319" y="42279"/>
                      <a:pt x="1232" y="36157"/>
                      <a:pt x="3004" y="29982"/>
                    </a:cubicBezTo>
                    <a:cubicBezTo>
                      <a:pt x="4830" y="23806"/>
                      <a:pt x="6817" y="18866"/>
                      <a:pt x="9018" y="15161"/>
                    </a:cubicBezTo>
                    <a:cubicBezTo>
                      <a:pt x="11166" y="11455"/>
                      <a:pt x="13475" y="8556"/>
                      <a:pt x="15785" y="6461"/>
                    </a:cubicBezTo>
                    <a:cubicBezTo>
                      <a:pt x="18147" y="4367"/>
                      <a:pt x="20456" y="2810"/>
                      <a:pt x="22765" y="1843"/>
                    </a:cubicBezTo>
                    <a:cubicBezTo>
                      <a:pt x="25021" y="823"/>
                      <a:pt x="27545" y="340"/>
                      <a:pt x="30283" y="340"/>
                    </a:cubicBezTo>
                    <a:cubicBezTo>
                      <a:pt x="35707" y="340"/>
                      <a:pt x="40218" y="2380"/>
                      <a:pt x="43869" y="6408"/>
                    </a:cubicBezTo>
                    <a:cubicBezTo>
                      <a:pt x="47467" y="10435"/>
                      <a:pt x="49293" y="16235"/>
                      <a:pt x="49293" y="23860"/>
                    </a:cubicBezTo>
                    <a:cubicBezTo>
                      <a:pt x="49293" y="31646"/>
                      <a:pt x="48058" y="39433"/>
                      <a:pt x="45534" y="47112"/>
                    </a:cubicBezTo>
                    <a:cubicBezTo>
                      <a:pt x="42580" y="56187"/>
                      <a:pt x="38446" y="63007"/>
                      <a:pt x="33183" y="67518"/>
                    </a:cubicBezTo>
                    <a:cubicBezTo>
                      <a:pt x="29102" y="70954"/>
                      <a:pt x="24484" y="72673"/>
                      <a:pt x="19275" y="72673"/>
                    </a:cubicBezTo>
                    <a:cubicBezTo>
                      <a:pt x="13959" y="72673"/>
                      <a:pt x="9502" y="70632"/>
                      <a:pt x="5850" y="66444"/>
                    </a:cubicBezTo>
                    <a:cubicBezTo>
                      <a:pt x="2199" y="62255"/>
                      <a:pt x="319" y="56187"/>
                      <a:pt x="319" y="48239"/>
                    </a:cubicBezTo>
                    <a:moveTo>
                      <a:pt x="8804" y="50495"/>
                    </a:moveTo>
                    <a:cubicBezTo>
                      <a:pt x="8804" y="54844"/>
                      <a:pt x="9502" y="58228"/>
                      <a:pt x="10952" y="60644"/>
                    </a:cubicBezTo>
                    <a:cubicBezTo>
                      <a:pt x="12938" y="64027"/>
                      <a:pt x="15838" y="65745"/>
                      <a:pt x="19705" y="65745"/>
                    </a:cubicBezTo>
                    <a:cubicBezTo>
                      <a:pt x="23088" y="65745"/>
                      <a:pt x="26202" y="64188"/>
                      <a:pt x="28941" y="61127"/>
                    </a:cubicBezTo>
                    <a:cubicBezTo>
                      <a:pt x="32968" y="56831"/>
                      <a:pt x="35975" y="50495"/>
                      <a:pt x="37962" y="42172"/>
                    </a:cubicBezTo>
                    <a:cubicBezTo>
                      <a:pt x="40003" y="33848"/>
                      <a:pt x="40969" y="27028"/>
                      <a:pt x="40969" y="21766"/>
                    </a:cubicBezTo>
                    <a:cubicBezTo>
                      <a:pt x="40969" y="16664"/>
                      <a:pt x="40003" y="13013"/>
                      <a:pt x="38070" y="10757"/>
                    </a:cubicBezTo>
                    <a:cubicBezTo>
                      <a:pt x="36137" y="8502"/>
                      <a:pt x="33559" y="7374"/>
                      <a:pt x="30337" y="7374"/>
                    </a:cubicBezTo>
                    <a:cubicBezTo>
                      <a:pt x="28028" y="7374"/>
                      <a:pt x="25880" y="7965"/>
                      <a:pt x="23839" y="9146"/>
                    </a:cubicBezTo>
                    <a:cubicBezTo>
                      <a:pt x="21853" y="10328"/>
                      <a:pt x="19919" y="12368"/>
                      <a:pt x="18094" y="15268"/>
                    </a:cubicBezTo>
                    <a:cubicBezTo>
                      <a:pt x="15462" y="19403"/>
                      <a:pt x="13207" y="25525"/>
                      <a:pt x="11274" y="33633"/>
                    </a:cubicBezTo>
                    <a:cubicBezTo>
                      <a:pt x="9609" y="40614"/>
                      <a:pt x="8804" y="46199"/>
                      <a:pt x="8804" y="504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1" name="Freihandform: Form 360">
                <a:extLst>
                  <a:ext uri="{FF2B5EF4-FFF2-40B4-BE49-F238E27FC236}">
                    <a16:creationId xmlns:a16="http://schemas.microsoft.com/office/drawing/2014/main" id="{578AE7B8-DC77-091A-ED69-6A0D2A7200AD}"/>
                  </a:ext>
                </a:extLst>
              </p:cNvPr>
              <p:cNvSpPr/>
              <p:nvPr/>
            </p:nvSpPr>
            <p:spPr>
              <a:xfrm>
                <a:off x="8191888" y="5196624"/>
                <a:ext cx="49725" cy="72332"/>
              </a:xfrm>
              <a:custGeom>
                <a:avLst/>
                <a:gdLst>
                  <a:gd name="connsiteX0" fmla="*/ 323 w 49725"/>
                  <a:gd name="connsiteY0" fmla="*/ 52911 h 72332"/>
                  <a:gd name="connsiteX1" fmla="*/ 8808 w 49725"/>
                  <a:gd name="connsiteY1" fmla="*/ 51891 h 72332"/>
                  <a:gd name="connsiteX2" fmla="*/ 13104 w 49725"/>
                  <a:gd name="connsiteY2" fmla="*/ 62524 h 72332"/>
                  <a:gd name="connsiteX3" fmla="*/ 21749 w 49725"/>
                  <a:gd name="connsiteY3" fmla="*/ 65745 h 72332"/>
                  <a:gd name="connsiteX4" fmla="*/ 32972 w 49725"/>
                  <a:gd name="connsiteY4" fmla="*/ 61127 h 72332"/>
                  <a:gd name="connsiteX5" fmla="*/ 37644 w 49725"/>
                  <a:gd name="connsiteY5" fmla="*/ 50495 h 72332"/>
                  <a:gd name="connsiteX6" fmla="*/ 34154 w 49725"/>
                  <a:gd name="connsiteY6" fmla="*/ 41849 h 72332"/>
                  <a:gd name="connsiteX7" fmla="*/ 24649 w 49725"/>
                  <a:gd name="connsiteY7" fmla="*/ 38413 h 72332"/>
                  <a:gd name="connsiteX8" fmla="*/ 21857 w 49725"/>
                  <a:gd name="connsiteY8" fmla="*/ 38627 h 72332"/>
                  <a:gd name="connsiteX9" fmla="*/ 23360 w 49725"/>
                  <a:gd name="connsiteY9" fmla="*/ 31324 h 72332"/>
                  <a:gd name="connsiteX10" fmla="*/ 25777 w 49725"/>
                  <a:gd name="connsiteY10" fmla="*/ 31539 h 72332"/>
                  <a:gd name="connsiteX11" fmla="*/ 37322 w 49725"/>
                  <a:gd name="connsiteY11" fmla="*/ 27887 h 72332"/>
                  <a:gd name="connsiteX12" fmla="*/ 41349 w 49725"/>
                  <a:gd name="connsiteY12" fmla="*/ 18920 h 72332"/>
                  <a:gd name="connsiteX13" fmla="*/ 38020 w 49725"/>
                  <a:gd name="connsiteY13" fmla="*/ 10704 h 72332"/>
                  <a:gd name="connsiteX14" fmla="*/ 29912 w 49725"/>
                  <a:gd name="connsiteY14" fmla="*/ 7374 h 72332"/>
                  <a:gd name="connsiteX15" fmla="*/ 21481 w 49725"/>
                  <a:gd name="connsiteY15" fmla="*/ 10757 h 72332"/>
                  <a:gd name="connsiteX16" fmla="*/ 16701 w 49725"/>
                  <a:gd name="connsiteY16" fmla="*/ 20423 h 72332"/>
                  <a:gd name="connsiteX17" fmla="*/ 8110 w 49725"/>
                  <a:gd name="connsiteY17" fmla="*/ 18651 h 72332"/>
                  <a:gd name="connsiteX18" fmla="*/ 16272 w 49725"/>
                  <a:gd name="connsiteY18" fmla="*/ 5119 h 72332"/>
                  <a:gd name="connsiteX19" fmla="*/ 30556 w 49725"/>
                  <a:gd name="connsiteY19" fmla="*/ 340 h 72332"/>
                  <a:gd name="connsiteX20" fmla="*/ 44679 w 49725"/>
                  <a:gd name="connsiteY20" fmla="*/ 5602 h 72332"/>
                  <a:gd name="connsiteX21" fmla="*/ 50049 w 49725"/>
                  <a:gd name="connsiteY21" fmla="*/ 18597 h 72332"/>
                  <a:gd name="connsiteX22" fmla="*/ 47095 w 49725"/>
                  <a:gd name="connsiteY22" fmla="*/ 28371 h 72332"/>
                  <a:gd name="connsiteX23" fmla="*/ 38342 w 49725"/>
                  <a:gd name="connsiteY23" fmla="*/ 35298 h 72332"/>
                  <a:gd name="connsiteX24" fmla="*/ 44571 w 49725"/>
                  <a:gd name="connsiteY24" fmla="*/ 41259 h 72332"/>
                  <a:gd name="connsiteX25" fmla="*/ 46612 w 49725"/>
                  <a:gd name="connsiteY25" fmla="*/ 49206 h 72332"/>
                  <a:gd name="connsiteX26" fmla="*/ 39470 w 49725"/>
                  <a:gd name="connsiteY26" fmla="*/ 65692 h 72332"/>
                  <a:gd name="connsiteX27" fmla="*/ 22447 w 49725"/>
                  <a:gd name="connsiteY27" fmla="*/ 72673 h 72332"/>
                  <a:gd name="connsiteX28" fmla="*/ 6928 w 49725"/>
                  <a:gd name="connsiteY28" fmla="*/ 67303 h 72332"/>
                  <a:gd name="connsiteX29" fmla="*/ 323 w 49725"/>
                  <a:gd name="connsiteY29" fmla="*/ 5291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23" y="52911"/>
                    </a:moveTo>
                    <a:lnTo>
                      <a:pt x="8808" y="51891"/>
                    </a:lnTo>
                    <a:cubicBezTo>
                      <a:pt x="9452" y="56831"/>
                      <a:pt x="10902" y="60376"/>
                      <a:pt x="13104" y="62524"/>
                    </a:cubicBezTo>
                    <a:cubicBezTo>
                      <a:pt x="15305" y="64671"/>
                      <a:pt x="18205" y="65745"/>
                      <a:pt x="21749" y="65745"/>
                    </a:cubicBezTo>
                    <a:cubicBezTo>
                      <a:pt x="26099" y="65745"/>
                      <a:pt x="29804" y="64188"/>
                      <a:pt x="32972" y="61127"/>
                    </a:cubicBezTo>
                    <a:cubicBezTo>
                      <a:pt x="36087" y="58013"/>
                      <a:pt x="37644" y="54469"/>
                      <a:pt x="37644" y="50495"/>
                    </a:cubicBezTo>
                    <a:cubicBezTo>
                      <a:pt x="37644" y="47004"/>
                      <a:pt x="36516" y="44105"/>
                      <a:pt x="34154" y="41849"/>
                    </a:cubicBezTo>
                    <a:cubicBezTo>
                      <a:pt x="31791" y="39594"/>
                      <a:pt x="28623" y="38413"/>
                      <a:pt x="24649" y="38413"/>
                    </a:cubicBezTo>
                    <a:cubicBezTo>
                      <a:pt x="24219" y="38413"/>
                      <a:pt x="23307" y="38520"/>
                      <a:pt x="21857" y="38627"/>
                    </a:cubicBezTo>
                    <a:lnTo>
                      <a:pt x="23360" y="31324"/>
                    </a:lnTo>
                    <a:cubicBezTo>
                      <a:pt x="24219" y="31485"/>
                      <a:pt x="25025" y="31539"/>
                      <a:pt x="25777" y="31539"/>
                    </a:cubicBezTo>
                    <a:cubicBezTo>
                      <a:pt x="30771" y="31539"/>
                      <a:pt x="34637" y="30304"/>
                      <a:pt x="37322" y="27887"/>
                    </a:cubicBezTo>
                    <a:cubicBezTo>
                      <a:pt x="40007" y="25417"/>
                      <a:pt x="41349" y="22464"/>
                      <a:pt x="41349" y="18920"/>
                    </a:cubicBezTo>
                    <a:cubicBezTo>
                      <a:pt x="41349" y="15644"/>
                      <a:pt x="40222" y="12905"/>
                      <a:pt x="38020" y="10704"/>
                    </a:cubicBezTo>
                    <a:cubicBezTo>
                      <a:pt x="35818" y="8448"/>
                      <a:pt x="33133" y="7374"/>
                      <a:pt x="29912" y="7374"/>
                    </a:cubicBezTo>
                    <a:cubicBezTo>
                      <a:pt x="26797" y="7374"/>
                      <a:pt x="24005" y="8502"/>
                      <a:pt x="21481" y="10757"/>
                    </a:cubicBezTo>
                    <a:cubicBezTo>
                      <a:pt x="19011" y="13013"/>
                      <a:pt x="17400" y="16235"/>
                      <a:pt x="16701" y="20423"/>
                    </a:cubicBezTo>
                    <a:lnTo>
                      <a:pt x="8110" y="18651"/>
                    </a:lnTo>
                    <a:cubicBezTo>
                      <a:pt x="9506" y="12852"/>
                      <a:pt x="12244" y="8341"/>
                      <a:pt x="16272" y="5119"/>
                    </a:cubicBezTo>
                    <a:cubicBezTo>
                      <a:pt x="20299" y="1951"/>
                      <a:pt x="25079" y="340"/>
                      <a:pt x="30556" y="340"/>
                    </a:cubicBezTo>
                    <a:cubicBezTo>
                      <a:pt x="36355" y="340"/>
                      <a:pt x="41081" y="2112"/>
                      <a:pt x="44679" y="5602"/>
                    </a:cubicBezTo>
                    <a:cubicBezTo>
                      <a:pt x="48223" y="9146"/>
                      <a:pt x="50049" y="13442"/>
                      <a:pt x="50049" y="18597"/>
                    </a:cubicBezTo>
                    <a:cubicBezTo>
                      <a:pt x="50049" y="22303"/>
                      <a:pt x="49082" y="25578"/>
                      <a:pt x="47095" y="28371"/>
                    </a:cubicBezTo>
                    <a:cubicBezTo>
                      <a:pt x="45162" y="31163"/>
                      <a:pt x="42262" y="33472"/>
                      <a:pt x="38342" y="35298"/>
                    </a:cubicBezTo>
                    <a:cubicBezTo>
                      <a:pt x="41135" y="36963"/>
                      <a:pt x="43175" y="38896"/>
                      <a:pt x="44571" y="41259"/>
                    </a:cubicBezTo>
                    <a:cubicBezTo>
                      <a:pt x="45914" y="43568"/>
                      <a:pt x="46612" y="46199"/>
                      <a:pt x="46612" y="49206"/>
                    </a:cubicBezTo>
                    <a:cubicBezTo>
                      <a:pt x="46612" y="55543"/>
                      <a:pt x="44249" y="61074"/>
                      <a:pt x="39470" y="65692"/>
                    </a:cubicBezTo>
                    <a:cubicBezTo>
                      <a:pt x="34744" y="70364"/>
                      <a:pt x="29052" y="72673"/>
                      <a:pt x="22447" y="72673"/>
                    </a:cubicBezTo>
                    <a:cubicBezTo>
                      <a:pt x="16057" y="72673"/>
                      <a:pt x="10848" y="70901"/>
                      <a:pt x="6928" y="67303"/>
                    </a:cubicBezTo>
                    <a:cubicBezTo>
                      <a:pt x="2954" y="63705"/>
                      <a:pt x="753" y="58926"/>
                      <a:pt x="323" y="5291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2" name="Freihandform: Form 361">
                <a:extLst>
                  <a:ext uri="{FF2B5EF4-FFF2-40B4-BE49-F238E27FC236}">
                    <a16:creationId xmlns:a16="http://schemas.microsoft.com/office/drawing/2014/main" id="{5B5567CB-3EAE-6700-37A0-77F9767C1019}"/>
                  </a:ext>
                </a:extLst>
              </p:cNvPr>
              <p:cNvSpPr/>
              <p:nvPr/>
            </p:nvSpPr>
            <p:spPr>
              <a:xfrm>
                <a:off x="8248488" y="5196624"/>
                <a:ext cx="48973" cy="72332"/>
              </a:xfrm>
              <a:custGeom>
                <a:avLst/>
                <a:gdLst>
                  <a:gd name="connsiteX0" fmla="*/ 327 w 48973"/>
                  <a:gd name="connsiteY0" fmla="*/ 48239 h 72332"/>
                  <a:gd name="connsiteX1" fmla="*/ 3012 w 48973"/>
                  <a:gd name="connsiteY1" fmla="*/ 29982 h 72332"/>
                  <a:gd name="connsiteX2" fmla="*/ 9026 w 48973"/>
                  <a:gd name="connsiteY2" fmla="*/ 15161 h 72332"/>
                  <a:gd name="connsiteX3" fmla="*/ 15793 w 48973"/>
                  <a:gd name="connsiteY3" fmla="*/ 6461 h 72332"/>
                  <a:gd name="connsiteX4" fmla="*/ 22773 w 48973"/>
                  <a:gd name="connsiteY4" fmla="*/ 1843 h 72332"/>
                  <a:gd name="connsiteX5" fmla="*/ 30291 w 48973"/>
                  <a:gd name="connsiteY5" fmla="*/ 340 h 72332"/>
                  <a:gd name="connsiteX6" fmla="*/ 43877 w 48973"/>
                  <a:gd name="connsiteY6" fmla="*/ 6408 h 72332"/>
                  <a:gd name="connsiteX7" fmla="*/ 49301 w 48973"/>
                  <a:gd name="connsiteY7" fmla="*/ 23860 h 72332"/>
                  <a:gd name="connsiteX8" fmla="*/ 45542 w 48973"/>
                  <a:gd name="connsiteY8" fmla="*/ 47112 h 72332"/>
                  <a:gd name="connsiteX9" fmla="*/ 33191 w 48973"/>
                  <a:gd name="connsiteY9" fmla="*/ 67518 h 72332"/>
                  <a:gd name="connsiteX10" fmla="*/ 19283 w 48973"/>
                  <a:gd name="connsiteY10" fmla="*/ 72673 h 72332"/>
                  <a:gd name="connsiteX11" fmla="*/ 5858 w 48973"/>
                  <a:gd name="connsiteY11" fmla="*/ 66444 h 72332"/>
                  <a:gd name="connsiteX12" fmla="*/ 327 w 48973"/>
                  <a:gd name="connsiteY12" fmla="*/ 48239 h 72332"/>
                  <a:gd name="connsiteX13" fmla="*/ 8812 w 48973"/>
                  <a:gd name="connsiteY13" fmla="*/ 50495 h 72332"/>
                  <a:gd name="connsiteX14" fmla="*/ 10960 w 48973"/>
                  <a:gd name="connsiteY14" fmla="*/ 60644 h 72332"/>
                  <a:gd name="connsiteX15" fmla="*/ 19713 w 48973"/>
                  <a:gd name="connsiteY15" fmla="*/ 65745 h 72332"/>
                  <a:gd name="connsiteX16" fmla="*/ 28949 w 48973"/>
                  <a:gd name="connsiteY16" fmla="*/ 61127 h 72332"/>
                  <a:gd name="connsiteX17" fmla="*/ 37970 w 48973"/>
                  <a:gd name="connsiteY17" fmla="*/ 42172 h 72332"/>
                  <a:gd name="connsiteX18" fmla="*/ 40977 w 48973"/>
                  <a:gd name="connsiteY18" fmla="*/ 21766 h 72332"/>
                  <a:gd name="connsiteX19" fmla="*/ 38078 w 48973"/>
                  <a:gd name="connsiteY19" fmla="*/ 10757 h 72332"/>
                  <a:gd name="connsiteX20" fmla="*/ 30345 w 48973"/>
                  <a:gd name="connsiteY20" fmla="*/ 7374 h 72332"/>
                  <a:gd name="connsiteX21" fmla="*/ 23847 w 48973"/>
                  <a:gd name="connsiteY21" fmla="*/ 9146 h 72332"/>
                  <a:gd name="connsiteX22" fmla="*/ 18102 w 48973"/>
                  <a:gd name="connsiteY22" fmla="*/ 15268 h 72332"/>
                  <a:gd name="connsiteX23" fmla="*/ 11282 w 48973"/>
                  <a:gd name="connsiteY23" fmla="*/ 33633 h 72332"/>
                  <a:gd name="connsiteX24" fmla="*/ 8812 w 48973"/>
                  <a:gd name="connsiteY24" fmla="*/ 5049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27" y="48239"/>
                    </a:moveTo>
                    <a:cubicBezTo>
                      <a:pt x="327" y="42279"/>
                      <a:pt x="1240" y="36157"/>
                      <a:pt x="3012" y="29982"/>
                    </a:cubicBezTo>
                    <a:cubicBezTo>
                      <a:pt x="4838" y="23806"/>
                      <a:pt x="6825" y="18866"/>
                      <a:pt x="9026" y="15161"/>
                    </a:cubicBezTo>
                    <a:cubicBezTo>
                      <a:pt x="11175" y="11455"/>
                      <a:pt x="13483" y="8556"/>
                      <a:pt x="15793" y="6461"/>
                    </a:cubicBezTo>
                    <a:cubicBezTo>
                      <a:pt x="18155" y="4367"/>
                      <a:pt x="20464" y="2810"/>
                      <a:pt x="22773" y="1843"/>
                    </a:cubicBezTo>
                    <a:cubicBezTo>
                      <a:pt x="25029" y="823"/>
                      <a:pt x="27553" y="340"/>
                      <a:pt x="30291" y="340"/>
                    </a:cubicBezTo>
                    <a:cubicBezTo>
                      <a:pt x="35715" y="340"/>
                      <a:pt x="40226" y="2380"/>
                      <a:pt x="43877" y="6408"/>
                    </a:cubicBezTo>
                    <a:cubicBezTo>
                      <a:pt x="47475" y="10435"/>
                      <a:pt x="49301" y="16235"/>
                      <a:pt x="49301" y="23860"/>
                    </a:cubicBezTo>
                    <a:cubicBezTo>
                      <a:pt x="49301" y="31646"/>
                      <a:pt x="48066" y="39433"/>
                      <a:pt x="45542" y="47112"/>
                    </a:cubicBezTo>
                    <a:cubicBezTo>
                      <a:pt x="42588" y="56187"/>
                      <a:pt x="38454" y="63007"/>
                      <a:pt x="33191" y="67518"/>
                    </a:cubicBezTo>
                    <a:cubicBezTo>
                      <a:pt x="29110" y="70954"/>
                      <a:pt x="24492" y="72673"/>
                      <a:pt x="19283" y="72673"/>
                    </a:cubicBezTo>
                    <a:cubicBezTo>
                      <a:pt x="13967" y="72673"/>
                      <a:pt x="9510" y="70632"/>
                      <a:pt x="5858" y="66444"/>
                    </a:cubicBezTo>
                    <a:cubicBezTo>
                      <a:pt x="2207" y="62255"/>
                      <a:pt x="327" y="56187"/>
                      <a:pt x="327" y="48239"/>
                    </a:cubicBezTo>
                    <a:moveTo>
                      <a:pt x="8812" y="50495"/>
                    </a:moveTo>
                    <a:cubicBezTo>
                      <a:pt x="8812" y="54844"/>
                      <a:pt x="9510" y="58228"/>
                      <a:pt x="10960" y="60644"/>
                    </a:cubicBezTo>
                    <a:cubicBezTo>
                      <a:pt x="12946" y="64027"/>
                      <a:pt x="15846" y="65745"/>
                      <a:pt x="19713" y="65745"/>
                    </a:cubicBezTo>
                    <a:cubicBezTo>
                      <a:pt x="23096" y="65745"/>
                      <a:pt x="26210" y="64188"/>
                      <a:pt x="28949" y="61127"/>
                    </a:cubicBezTo>
                    <a:cubicBezTo>
                      <a:pt x="32976" y="56831"/>
                      <a:pt x="35983" y="50495"/>
                      <a:pt x="37970" y="42172"/>
                    </a:cubicBezTo>
                    <a:cubicBezTo>
                      <a:pt x="40011" y="33848"/>
                      <a:pt x="40977" y="27028"/>
                      <a:pt x="40977" y="21766"/>
                    </a:cubicBezTo>
                    <a:cubicBezTo>
                      <a:pt x="40977" y="16664"/>
                      <a:pt x="40011" y="13013"/>
                      <a:pt x="38078" y="10757"/>
                    </a:cubicBezTo>
                    <a:cubicBezTo>
                      <a:pt x="36145" y="8502"/>
                      <a:pt x="33567" y="7374"/>
                      <a:pt x="30345" y="7374"/>
                    </a:cubicBezTo>
                    <a:cubicBezTo>
                      <a:pt x="28036" y="7374"/>
                      <a:pt x="25888" y="7965"/>
                      <a:pt x="23847" y="9146"/>
                    </a:cubicBezTo>
                    <a:cubicBezTo>
                      <a:pt x="21861" y="10328"/>
                      <a:pt x="19927" y="12368"/>
                      <a:pt x="18102" y="15268"/>
                    </a:cubicBezTo>
                    <a:cubicBezTo>
                      <a:pt x="15470" y="19403"/>
                      <a:pt x="13215" y="25525"/>
                      <a:pt x="11282" y="33633"/>
                    </a:cubicBezTo>
                    <a:cubicBezTo>
                      <a:pt x="9617" y="40614"/>
                      <a:pt x="8812" y="46199"/>
                      <a:pt x="8812" y="504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3" name="Freihandform: Form 362">
                <a:extLst>
                  <a:ext uri="{FF2B5EF4-FFF2-40B4-BE49-F238E27FC236}">
                    <a16:creationId xmlns:a16="http://schemas.microsoft.com/office/drawing/2014/main" id="{0A24EE25-CE0E-6983-DA70-7085D65A439A}"/>
                  </a:ext>
                </a:extLst>
              </p:cNvPr>
              <p:cNvSpPr/>
              <p:nvPr/>
            </p:nvSpPr>
            <p:spPr>
              <a:xfrm>
                <a:off x="8303531" y="5196624"/>
                <a:ext cx="48973" cy="72332"/>
              </a:xfrm>
              <a:custGeom>
                <a:avLst/>
                <a:gdLst>
                  <a:gd name="connsiteX0" fmla="*/ 331 w 48973"/>
                  <a:gd name="connsiteY0" fmla="*/ 48239 h 72332"/>
                  <a:gd name="connsiteX1" fmla="*/ 3016 w 48973"/>
                  <a:gd name="connsiteY1" fmla="*/ 29982 h 72332"/>
                  <a:gd name="connsiteX2" fmla="*/ 9030 w 48973"/>
                  <a:gd name="connsiteY2" fmla="*/ 15161 h 72332"/>
                  <a:gd name="connsiteX3" fmla="*/ 15797 w 48973"/>
                  <a:gd name="connsiteY3" fmla="*/ 6461 h 72332"/>
                  <a:gd name="connsiteX4" fmla="*/ 22777 w 48973"/>
                  <a:gd name="connsiteY4" fmla="*/ 1843 h 72332"/>
                  <a:gd name="connsiteX5" fmla="*/ 30295 w 48973"/>
                  <a:gd name="connsiteY5" fmla="*/ 340 h 72332"/>
                  <a:gd name="connsiteX6" fmla="*/ 43881 w 48973"/>
                  <a:gd name="connsiteY6" fmla="*/ 6408 h 72332"/>
                  <a:gd name="connsiteX7" fmla="*/ 49305 w 48973"/>
                  <a:gd name="connsiteY7" fmla="*/ 23860 h 72332"/>
                  <a:gd name="connsiteX8" fmla="*/ 45546 w 48973"/>
                  <a:gd name="connsiteY8" fmla="*/ 47112 h 72332"/>
                  <a:gd name="connsiteX9" fmla="*/ 33195 w 48973"/>
                  <a:gd name="connsiteY9" fmla="*/ 67518 h 72332"/>
                  <a:gd name="connsiteX10" fmla="*/ 19287 w 48973"/>
                  <a:gd name="connsiteY10" fmla="*/ 72673 h 72332"/>
                  <a:gd name="connsiteX11" fmla="*/ 5862 w 48973"/>
                  <a:gd name="connsiteY11" fmla="*/ 66444 h 72332"/>
                  <a:gd name="connsiteX12" fmla="*/ 331 w 48973"/>
                  <a:gd name="connsiteY12" fmla="*/ 48239 h 72332"/>
                  <a:gd name="connsiteX13" fmla="*/ 8816 w 48973"/>
                  <a:gd name="connsiteY13" fmla="*/ 50495 h 72332"/>
                  <a:gd name="connsiteX14" fmla="*/ 10964 w 48973"/>
                  <a:gd name="connsiteY14" fmla="*/ 60644 h 72332"/>
                  <a:gd name="connsiteX15" fmla="*/ 19717 w 48973"/>
                  <a:gd name="connsiteY15" fmla="*/ 65745 h 72332"/>
                  <a:gd name="connsiteX16" fmla="*/ 28953 w 48973"/>
                  <a:gd name="connsiteY16" fmla="*/ 61127 h 72332"/>
                  <a:gd name="connsiteX17" fmla="*/ 37974 w 48973"/>
                  <a:gd name="connsiteY17" fmla="*/ 42172 h 72332"/>
                  <a:gd name="connsiteX18" fmla="*/ 40981 w 48973"/>
                  <a:gd name="connsiteY18" fmla="*/ 21766 h 72332"/>
                  <a:gd name="connsiteX19" fmla="*/ 38082 w 48973"/>
                  <a:gd name="connsiteY19" fmla="*/ 10757 h 72332"/>
                  <a:gd name="connsiteX20" fmla="*/ 30349 w 48973"/>
                  <a:gd name="connsiteY20" fmla="*/ 7374 h 72332"/>
                  <a:gd name="connsiteX21" fmla="*/ 23851 w 48973"/>
                  <a:gd name="connsiteY21" fmla="*/ 9146 h 72332"/>
                  <a:gd name="connsiteX22" fmla="*/ 18106 w 48973"/>
                  <a:gd name="connsiteY22" fmla="*/ 15268 h 72332"/>
                  <a:gd name="connsiteX23" fmla="*/ 11286 w 48973"/>
                  <a:gd name="connsiteY23" fmla="*/ 33633 h 72332"/>
                  <a:gd name="connsiteX24" fmla="*/ 8816 w 48973"/>
                  <a:gd name="connsiteY24" fmla="*/ 5049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31" y="48239"/>
                    </a:moveTo>
                    <a:cubicBezTo>
                      <a:pt x="331" y="42279"/>
                      <a:pt x="1244" y="36157"/>
                      <a:pt x="3016" y="29982"/>
                    </a:cubicBezTo>
                    <a:cubicBezTo>
                      <a:pt x="4842" y="23806"/>
                      <a:pt x="6829" y="18866"/>
                      <a:pt x="9030" y="15161"/>
                    </a:cubicBezTo>
                    <a:cubicBezTo>
                      <a:pt x="11179" y="11455"/>
                      <a:pt x="13487" y="8556"/>
                      <a:pt x="15797" y="6461"/>
                    </a:cubicBezTo>
                    <a:cubicBezTo>
                      <a:pt x="18159" y="4367"/>
                      <a:pt x="20468" y="2810"/>
                      <a:pt x="22777" y="1843"/>
                    </a:cubicBezTo>
                    <a:cubicBezTo>
                      <a:pt x="25033" y="823"/>
                      <a:pt x="27557" y="340"/>
                      <a:pt x="30295" y="340"/>
                    </a:cubicBezTo>
                    <a:cubicBezTo>
                      <a:pt x="35719" y="340"/>
                      <a:pt x="40230" y="2380"/>
                      <a:pt x="43881" y="6408"/>
                    </a:cubicBezTo>
                    <a:cubicBezTo>
                      <a:pt x="47479" y="10435"/>
                      <a:pt x="49305" y="16235"/>
                      <a:pt x="49305" y="23860"/>
                    </a:cubicBezTo>
                    <a:cubicBezTo>
                      <a:pt x="49305" y="31646"/>
                      <a:pt x="48070" y="39433"/>
                      <a:pt x="45546" y="47112"/>
                    </a:cubicBezTo>
                    <a:cubicBezTo>
                      <a:pt x="42593" y="56187"/>
                      <a:pt x="38458" y="63007"/>
                      <a:pt x="33195" y="67518"/>
                    </a:cubicBezTo>
                    <a:cubicBezTo>
                      <a:pt x="29114" y="70954"/>
                      <a:pt x="24496" y="72673"/>
                      <a:pt x="19287" y="72673"/>
                    </a:cubicBezTo>
                    <a:cubicBezTo>
                      <a:pt x="13971" y="72673"/>
                      <a:pt x="9514" y="70632"/>
                      <a:pt x="5862" y="66444"/>
                    </a:cubicBezTo>
                    <a:cubicBezTo>
                      <a:pt x="2211" y="62255"/>
                      <a:pt x="331" y="56187"/>
                      <a:pt x="331" y="48239"/>
                    </a:cubicBezTo>
                    <a:moveTo>
                      <a:pt x="8816" y="50495"/>
                    </a:moveTo>
                    <a:cubicBezTo>
                      <a:pt x="8816" y="54844"/>
                      <a:pt x="9514" y="58228"/>
                      <a:pt x="10964" y="60644"/>
                    </a:cubicBezTo>
                    <a:cubicBezTo>
                      <a:pt x="12950" y="64027"/>
                      <a:pt x="15850" y="65745"/>
                      <a:pt x="19717" y="65745"/>
                    </a:cubicBezTo>
                    <a:cubicBezTo>
                      <a:pt x="23100" y="65745"/>
                      <a:pt x="26214" y="64188"/>
                      <a:pt x="28953" y="61127"/>
                    </a:cubicBezTo>
                    <a:cubicBezTo>
                      <a:pt x="32980" y="56831"/>
                      <a:pt x="35987" y="50495"/>
                      <a:pt x="37974" y="42172"/>
                    </a:cubicBezTo>
                    <a:cubicBezTo>
                      <a:pt x="40015" y="33848"/>
                      <a:pt x="40981" y="27028"/>
                      <a:pt x="40981" y="21766"/>
                    </a:cubicBezTo>
                    <a:cubicBezTo>
                      <a:pt x="40981" y="16664"/>
                      <a:pt x="40015" y="13013"/>
                      <a:pt x="38082" y="10757"/>
                    </a:cubicBezTo>
                    <a:cubicBezTo>
                      <a:pt x="36149" y="8502"/>
                      <a:pt x="33571" y="7374"/>
                      <a:pt x="30349" y="7374"/>
                    </a:cubicBezTo>
                    <a:cubicBezTo>
                      <a:pt x="28040" y="7374"/>
                      <a:pt x="25892" y="7965"/>
                      <a:pt x="23851" y="9146"/>
                    </a:cubicBezTo>
                    <a:cubicBezTo>
                      <a:pt x="21865" y="10328"/>
                      <a:pt x="19931" y="12368"/>
                      <a:pt x="18106" y="15268"/>
                    </a:cubicBezTo>
                    <a:cubicBezTo>
                      <a:pt x="15474" y="19403"/>
                      <a:pt x="13219" y="25525"/>
                      <a:pt x="11286" y="33633"/>
                    </a:cubicBezTo>
                    <a:cubicBezTo>
                      <a:pt x="9621" y="40614"/>
                      <a:pt x="8816" y="46199"/>
                      <a:pt x="8816" y="504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4" name="Freihandform: Form 363">
                <a:extLst>
                  <a:ext uri="{FF2B5EF4-FFF2-40B4-BE49-F238E27FC236}">
                    <a16:creationId xmlns:a16="http://schemas.microsoft.com/office/drawing/2014/main" id="{19F76B1E-DB4E-FFF2-F574-7A2F8EFFF91D}"/>
                  </a:ext>
                </a:extLst>
              </p:cNvPr>
              <p:cNvSpPr/>
              <p:nvPr/>
            </p:nvSpPr>
            <p:spPr>
              <a:xfrm>
                <a:off x="8356118" y="5196946"/>
                <a:ext cx="49188" cy="70829"/>
              </a:xfrm>
              <a:custGeom>
                <a:avLst/>
                <a:gdLst>
                  <a:gd name="connsiteX0" fmla="*/ 25413 w 49188"/>
                  <a:gd name="connsiteY0" fmla="*/ 71169 h 70829"/>
                  <a:gd name="connsiteX1" fmla="*/ 29225 w 49188"/>
                  <a:gd name="connsiteY1" fmla="*/ 53072 h 70829"/>
                  <a:gd name="connsiteX2" fmla="*/ 335 w 49188"/>
                  <a:gd name="connsiteY2" fmla="*/ 53072 h 70829"/>
                  <a:gd name="connsiteX3" fmla="*/ 2161 w 49188"/>
                  <a:gd name="connsiteY3" fmla="*/ 44427 h 70829"/>
                  <a:gd name="connsiteX4" fmla="*/ 41845 w 49188"/>
                  <a:gd name="connsiteY4" fmla="*/ 340 h 70829"/>
                  <a:gd name="connsiteX5" fmla="*/ 48987 w 49188"/>
                  <a:gd name="connsiteY5" fmla="*/ 340 h 70829"/>
                  <a:gd name="connsiteX6" fmla="*/ 39536 w 49188"/>
                  <a:gd name="connsiteY6" fmla="*/ 45340 h 70829"/>
                  <a:gd name="connsiteX7" fmla="*/ 49524 w 49188"/>
                  <a:gd name="connsiteY7" fmla="*/ 45340 h 70829"/>
                  <a:gd name="connsiteX8" fmla="*/ 47913 w 49188"/>
                  <a:gd name="connsiteY8" fmla="*/ 53072 h 70829"/>
                  <a:gd name="connsiteX9" fmla="*/ 37978 w 49188"/>
                  <a:gd name="connsiteY9" fmla="*/ 53072 h 70829"/>
                  <a:gd name="connsiteX10" fmla="*/ 34166 w 49188"/>
                  <a:gd name="connsiteY10" fmla="*/ 71169 h 70829"/>
                  <a:gd name="connsiteX11" fmla="*/ 25413 w 49188"/>
                  <a:gd name="connsiteY11" fmla="*/ 71169 h 70829"/>
                  <a:gd name="connsiteX12" fmla="*/ 30836 w 49188"/>
                  <a:gd name="connsiteY12" fmla="*/ 45340 h 70829"/>
                  <a:gd name="connsiteX13" fmla="*/ 37012 w 49188"/>
                  <a:gd name="connsiteY13" fmla="*/ 15805 h 70829"/>
                  <a:gd name="connsiteX14" fmla="*/ 10592 w 49188"/>
                  <a:gd name="connsiteY14" fmla="*/ 45340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13" y="71169"/>
                    </a:moveTo>
                    <a:lnTo>
                      <a:pt x="29225" y="53072"/>
                    </a:lnTo>
                    <a:lnTo>
                      <a:pt x="335" y="53072"/>
                    </a:lnTo>
                    <a:lnTo>
                      <a:pt x="2161" y="44427"/>
                    </a:lnTo>
                    <a:lnTo>
                      <a:pt x="41845" y="340"/>
                    </a:lnTo>
                    <a:lnTo>
                      <a:pt x="48987" y="340"/>
                    </a:lnTo>
                    <a:lnTo>
                      <a:pt x="39536" y="45340"/>
                    </a:lnTo>
                    <a:lnTo>
                      <a:pt x="49524" y="45340"/>
                    </a:lnTo>
                    <a:lnTo>
                      <a:pt x="47913" y="53072"/>
                    </a:lnTo>
                    <a:lnTo>
                      <a:pt x="37978" y="53072"/>
                    </a:lnTo>
                    <a:lnTo>
                      <a:pt x="34166" y="71169"/>
                    </a:lnTo>
                    <a:lnTo>
                      <a:pt x="25413" y="71169"/>
                    </a:lnTo>
                    <a:moveTo>
                      <a:pt x="30836" y="45340"/>
                    </a:moveTo>
                    <a:lnTo>
                      <a:pt x="37012" y="15805"/>
                    </a:lnTo>
                    <a:lnTo>
                      <a:pt x="10592" y="4534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365" name="Grafik 4">
              <a:extLst>
                <a:ext uri="{FF2B5EF4-FFF2-40B4-BE49-F238E27FC236}">
                  <a16:creationId xmlns:a16="http://schemas.microsoft.com/office/drawing/2014/main" id="{A8FFD553-014E-AEA8-07F4-30731F044CA5}"/>
                </a:ext>
              </a:extLst>
            </p:cNvPr>
            <p:cNvGrpSpPr/>
            <p:nvPr/>
          </p:nvGrpSpPr>
          <p:grpSpPr>
            <a:xfrm>
              <a:off x="7749700" y="5322931"/>
              <a:ext cx="539276" cy="72332"/>
              <a:chOff x="7749700" y="5322931"/>
              <a:chExt cx="539276" cy="72332"/>
            </a:xfrm>
            <a:solidFill>
              <a:srgbClr val="000000"/>
            </a:solidFill>
          </p:grpSpPr>
          <p:sp>
            <p:nvSpPr>
              <p:cNvPr id="366" name="Freihandform: Form 365">
                <a:extLst>
                  <a:ext uri="{FF2B5EF4-FFF2-40B4-BE49-F238E27FC236}">
                    <a16:creationId xmlns:a16="http://schemas.microsoft.com/office/drawing/2014/main" id="{50FECE6D-F590-9230-13BC-D1CCB7342DCD}"/>
                  </a:ext>
                </a:extLst>
              </p:cNvPr>
              <p:cNvSpPr/>
              <p:nvPr/>
            </p:nvSpPr>
            <p:spPr>
              <a:xfrm>
                <a:off x="7749700" y="5323253"/>
                <a:ext cx="63043" cy="70829"/>
              </a:xfrm>
              <a:custGeom>
                <a:avLst/>
                <a:gdLst>
                  <a:gd name="connsiteX0" fmla="*/ 292 w 63043"/>
                  <a:gd name="connsiteY0" fmla="*/ 71178 h 70829"/>
                  <a:gd name="connsiteX1" fmla="*/ 40459 w 63043"/>
                  <a:gd name="connsiteY1" fmla="*/ 349 h 70829"/>
                  <a:gd name="connsiteX2" fmla="*/ 51628 w 63043"/>
                  <a:gd name="connsiteY2" fmla="*/ 349 h 70829"/>
                  <a:gd name="connsiteX3" fmla="*/ 63335 w 63043"/>
                  <a:gd name="connsiteY3" fmla="*/ 71178 h 70829"/>
                  <a:gd name="connsiteX4" fmla="*/ 54152 w 63043"/>
                  <a:gd name="connsiteY4" fmla="*/ 71178 h 70829"/>
                  <a:gd name="connsiteX5" fmla="*/ 50715 w 63043"/>
                  <a:gd name="connsiteY5" fmla="*/ 50772 h 70829"/>
                  <a:gd name="connsiteX6" fmla="*/ 22040 w 63043"/>
                  <a:gd name="connsiteY6" fmla="*/ 50772 h 70829"/>
                  <a:gd name="connsiteX7" fmla="*/ 10709 w 63043"/>
                  <a:gd name="connsiteY7" fmla="*/ 71178 h 70829"/>
                  <a:gd name="connsiteX8" fmla="*/ 292 w 63043"/>
                  <a:gd name="connsiteY8" fmla="*/ 71178 h 70829"/>
                  <a:gd name="connsiteX9" fmla="*/ 26121 w 63043"/>
                  <a:gd name="connsiteY9" fmla="*/ 43470 h 70829"/>
                  <a:gd name="connsiteX10" fmla="*/ 49534 w 63043"/>
                  <a:gd name="connsiteY10" fmla="*/ 43470 h 70829"/>
                  <a:gd name="connsiteX11" fmla="*/ 46795 w 63043"/>
                  <a:gd name="connsiteY11" fmla="*/ 25695 h 70829"/>
                  <a:gd name="connsiteX12" fmla="*/ 44808 w 63043"/>
                  <a:gd name="connsiteY12" fmla="*/ 8082 h 70829"/>
                  <a:gd name="connsiteX13" fmla="*/ 37774 w 63043"/>
                  <a:gd name="connsiteY13" fmla="*/ 2252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292" y="71178"/>
                    </a:moveTo>
                    <a:lnTo>
                      <a:pt x="40459" y="349"/>
                    </a:lnTo>
                    <a:lnTo>
                      <a:pt x="51628" y="349"/>
                    </a:lnTo>
                    <a:lnTo>
                      <a:pt x="63335" y="71178"/>
                    </a:lnTo>
                    <a:lnTo>
                      <a:pt x="54152" y="71178"/>
                    </a:lnTo>
                    <a:lnTo>
                      <a:pt x="50715" y="50772"/>
                    </a:lnTo>
                    <a:lnTo>
                      <a:pt x="22040" y="50772"/>
                    </a:lnTo>
                    <a:lnTo>
                      <a:pt x="10709" y="71178"/>
                    </a:lnTo>
                    <a:lnTo>
                      <a:pt x="292" y="71178"/>
                    </a:lnTo>
                    <a:moveTo>
                      <a:pt x="26121" y="43470"/>
                    </a:moveTo>
                    <a:lnTo>
                      <a:pt x="49534" y="43470"/>
                    </a:lnTo>
                    <a:lnTo>
                      <a:pt x="46795" y="25695"/>
                    </a:lnTo>
                    <a:cubicBezTo>
                      <a:pt x="45721" y="18660"/>
                      <a:pt x="45077" y="12753"/>
                      <a:pt x="44808" y="8082"/>
                    </a:cubicBezTo>
                    <a:cubicBezTo>
                      <a:pt x="43197" y="12109"/>
                      <a:pt x="40835" y="16942"/>
                      <a:pt x="37774" y="225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7" name="Freihandform: Form 366">
                <a:extLst>
                  <a:ext uri="{FF2B5EF4-FFF2-40B4-BE49-F238E27FC236}">
                    <a16:creationId xmlns:a16="http://schemas.microsoft.com/office/drawing/2014/main" id="{42458F39-86B8-18BE-34F9-D4D7EC232213}"/>
                  </a:ext>
                </a:extLst>
              </p:cNvPr>
              <p:cNvSpPr/>
              <p:nvPr/>
            </p:nvSpPr>
            <p:spPr>
              <a:xfrm>
                <a:off x="7814586" y="5323253"/>
                <a:ext cx="79206" cy="70829"/>
              </a:xfrm>
              <a:custGeom>
                <a:avLst/>
                <a:gdLst>
                  <a:gd name="connsiteX0" fmla="*/ 296 w 79206"/>
                  <a:gd name="connsiteY0" fmla="*/ 71178 h 70829"/>
                  <a:gd name="connsiteX1" fmla="*/ 34127 w 79206"/>
                  <a:gd name="connsiteY1" fmla="*/ 35361 h 70829"/>
                  <a:gd name="connsiteX2" fmla="*/ 14043 w 79206"/>
                  <a:gd name="connsiteY2" fmla="*/ 349 h 70829"/>
                  <a:gd name="connsiteX3" fmla="*/ 24461 w 79206"/>
                  <a:gd name="connsiteY3" fmla="*/ 349 h 70829"/>
                  <a:gd name="connsiteX4" fmla="*/ 33590 w 79206"/>
                  <a:gd name="connsiteY4" fmla="*/ 16351 h 70829"/>
                  <a:gd name="connsiteX5" fmla="*/ 37778 w 79206"/>
                  <a:gd name="connsiteY5" fmla="*/ 23762 h 70829"/>
                  <a:gd name="connsiteX6" fmla="*/ 40517 w 79206"/>
                  <a:gd name="connsiteY6" fmla="*/ 29400 h 70829"/>
                  <a:gd name="connsiteX7" fmla="*/ 51579 w 79206"/>
                  <a:gd name="connsiteY7" fmla="*/ 16727 h 70829"/>
                  <a:gd name="connsiteX8" fmla="*/ 67152 w 79206"/>
                  <a:gd name="connsiteY8" fmla="*/ 349 h 70829"/>
                  <a:gd name="connsiteX9" fmla="*/ 79503 w 79206"/>
                  <a:gd name="connsiteY9" fmla="*/ 349 h 70829"/>
                  <a:gd name="connsiteX10" fmla="*/ 45243 w 79206"/>
                  <a:gd name="connsiteY10" fmla="*/ 36918 h 70829"/>
                  <a:gd name="connsiteX11" fmla="*/ 64682 w 79206"/>
                  <a:gd name="connsiteY11" fmla="*/ 71178 h 70829"/>
                  <a:gd name="connsiteX12" fmla="*/ 54371 w 79206"/>
                  <a:gd name="connsiteY12" fmla="*/ 71178 h 70829"/>
                  <a:gd name="connsiteX13" fmla="*/ 42880 w 79206"/>
                  <a:gd name="connsiteY13" fmla="*/ 50450 h 70829"/>
                  <a:gd name="connsiteX14" fmla="*/ 38960 w 79206"/>
                  <a:gd name="connsiteY14" fmla="*/ 42610 h 70829"/>
                  <a:gd name="connsiteX15" fmla="*/ 32623 w 79206"/>
                  <a:gd name="connsiteY15" fmla="*/ 50128 h 70829"/>
                  <a:gd name="connsiteX16" fmla="*/ 12808 w 79206"/>
                  <a:gd name="connsiteY16" fmla="*/ 7117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96" y="71178"/>
                    </a:moveTo>
                    <a:lnTo>
                      <a:pt x="34127" y="35361"/>
                    </a:lnTo>
                    <a:lnTo>
                      <a:pt x="14043" y="349"/>
                    </a:lnTo>
                    <a:lnTo>
                      <a:pt x="24461" y="349"/>
                    </a:lnTo>
                    <a:lnTo>
                      <a:pt x="33590" y="16351"/>
                    </a:lnTo>
                    <a:cubicBezTo>
                      <a:pt x="36006" y="20594"/>
                      <a:pt x="37403" y="23064"/>
                      <a:pt x="37778" y="23762"/>
                    </a:cubicBezTo>
                    <a:cubicBezTo>
                      <a:pt x="38584" y="25373"/>
                      <a:pt x="39551" y="27252"/>
                      <a:pt x="40517" y="29400"/>
                    </a:cubicBezTo>
                    <a:cubicBezTo>
                      <a:pt x="42934" y="26178"/>
                      <a:pt x="46585" y="21990"/>
                      <a:pt x="51579" y="16727"/>
                    </a:cubicBezTo>
                    <a:lnTo>
                      <a:pt x="67152" y="349"/>
                    </a:lnTo>
                    <a:lnTo>
                      <a:pt x="79503" y="349"/>
                    </a:lnTo>
                    <a:lnTo>
                      <a:pt x="45243" y="36918"/>
                    </a:lnTo>
                    <a:lnTo>
                      <a:pt x="64682" y="71178"/>
                    </a:lnTo>
                    <a:lnTo>
                      <a:pt x="54371" y="71178"/>
                    </a:lnTo>
                    <a:lnTo>
                      <a:pt x="42880" y="50450"/>
                    </a:lnTo>
                    <a:cubicBezTo>
                      <a:pt x="41752" y="48410"/>
                      <a:pt x="40463" y="45832"/>
                      <a:pt x="38960" y="42610"/>
                    </a:cubicBezTo>
                    <a:cubicBezTo>
                      <a:pt x="37241" y="44973"/>
                      <a:pt x="35094" y="47443"/>
                      <a:pt x="32623" y="50128"/>
                    </a:cubicBezTo>
                    <a:lnTo>
                      <a:pt x="12808" y="7117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8" name="Freihandform: Form 367">
                <a:extLst>
                  <a:ext uri="{FF2B5EF4-FFF2-40B4-BE49-F238E27FC236}">
                    <a16:creationId xmlns:a16="http://schemas.microsoft.com/office/drawing/2014/main" id="{A27285BE-74D3-2094-AA8F-4B96E2C18554}"/>
                  </a:ext>
                </a:extLst>
              </p:cNvPr>
              <p:cNvSpPr/>
              <p:nvPr/>
            </p:nvSpPr>
            <p:spPr>
              <a:xfrm>
                <a:off x="7887701" y="5323253"/>
                <a:ext cx="47953" cy="70829"/>
              </a:xfrm>
              <a:custGeom>
                <a:avLst/>
                <a:gdLst>
                  <a:gd name="connsiteX0" fmla="*/ 301 w 47953"/>
                  <a:gd name="connsiteY0" fmla="*/ 71178 h 70829"/>
                  <a:gd name="connsiteX1" fmla="*/ 15068 w 47953"/>
                  <a:gd name="connsiteY1" fmla="*/ 349 h 70829"/>
                  <a:gd name="connsiteX2" fmla="*/ 24573 w 47953"/>
                  <a:gd name="connsiteY2" fmla="*/ 349 h 70829"/>
                  <a:gd name="connsiteX3" fmla="*/ 11471 w 47953"/>
                  <a:gd name="connsiteY3" fmla="*/ 63177 h 70829"/>
                  <a:gd name="connsiteX4" fmla="*/ 48255 w 47953"/>
                  <a:gd name="connsiteY4" fmla="*/ 63177 h 70829"/>
                  <a:gd name="connsiteX5" fmla="*/ 46536 w 47953"/>
                  <a:gd name="connsiteY5" fmla="*/ 7117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53" h="70829">
                    <a:moveTo>
                      <a:pt x="301" y="71178"/>
                    </a:moveTo>
                    <a:lnTo>
                      <a:pt x="15068" y="349"/>
                    </a:lnTo>
                    <a:lnTo>
                      <a:pt x="24573" y="349"/>
                    </a:lnTo>
                    <a:lnTo>
                      <a:pt x="11471" y="63177"/>
                    </a:lnTo>
                    <a:lnTo>
                      <a:pt x="48255" y="63177"/>
                    </a:lnTo>
                    <a:lnTo>
                      <a:pt x="46536" y="7117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69" name="Freihandform: Form 368">
                <a:extLst>
                  <a:ext uri="{FF2B5EF4-FFF2-40B4-BE49-F238E27FC236}">
                    <a16:creationId xmlns:a16="http://schemas.microsoft.com/office/drawing/2014/main" id="{E1FB7E9E-8C44-047E-6274-1E9492EF468F}"/>
                  </a:ext>
                </a:extLst>
              </p:cNvPr>
              <p:cNvSpPr/>
              <p:nvPr/>
            </p:nvSpPr>
            <p:spPr>
              <a:xfrm>
                <a:off x="7947040" y="5322931"/>
                <a:ext cx="47953" cy="72332"/>
              </a:xfrm>
              <a:custGeom>
                <a:avLst/>
                <a:gdLst>
                  <a:gd name="connsiteX0" fmla="*/ 11958 w 47953"/>
                  <a:gd name="connsiteY0" fmla="*/ 30421 h 72332"/>
                  <a:gd name="connsiteX1" fmla="*/ 19261 w 47953"/>
                  <a:gd name="connsiteY1" fmla="*/ 25856 h 72332"/>
                  <a:gd name="connsiteX2" fmla="*/ 26510 w 47953"/>
                  <a:gd name="connsiteY2" fmla="*/ 24352 h 72332"/>
                  <a:gd name="connsiteX3" fmla="*/ 39828 w 47953"/>
                  <a:gd name="connsiteY3" fmla="*/ 29830 h 72332"/>
                  <a:gd name="connsiteX4" fmla="*/ 45090 w 47953"/>
                  <a:gd name="connsiteY4" fmla="*/ 44705 h 72332"/>
                  <a:gd name="connsiteX5" fmla="*/ 37250 w 47953"/>
                  <a:gd name="connsiteY5" fmla="*/ 65325 h 72332"/>
                  <a:gd name="connsiteX6" fmla="*/ 20818 w 47953"/>
                  <a:gd name="connsiteY6" fmla="*/ 72682 h 72332"/>
                  <a:gd name="connsiteX7" fmla="*/ 6158 w 47953"/>
                  <a:gd name="connsiteY7" fmla="*/ 66238 h 72332"/>
                  <a:gd name="connsiteX8" fmla="*/ 305 w 47953"/>
                  <a:gd name="connsiteY8" fmla="*/ 47873 h 72332"/>
                  <a:gd name="connsiteX9" fmla="*/ 4064 w 47953"/>
                  <a:gd name="connsiteY9" fmla="*/ 25802 h 72332"/>
                  <a:gd name="connsiteX10" fmla="*/ 11260 w 47953"/>
                  <a:gd name="connsiteY10" fmla="*/ 11357 h 72332"/>
                  <a:gd name="connsiteX11" fmla="*/ 20335 w 47953"/>
                  <a:gd name="connsiteY11" fmla="*/ 3034 h 72332"/>
                  <a:gd name="connsiteX12" fmla="*/ 31182 w 47953"/>
                  <a:gd name="connsiteY12" fmla="*/ 349 h 72332"/>
                  <a:gd name="connsiteX13" fmla="*/ 42996 w 47953"/>
                  <a:gd name="connsiteY13" fmla="*/ 4860 h 72332"/>
                  <a:gd name="connsiteX14" fmla="*/ 48259 w 47953"/>
                  <a:gd name="connsiteY14" fmla="*/ 17801 h 72332"/>
                  <a:gd name="connsiteX15" fmla="*/ 40096 w 47953"/>
                  <a:gd name="connsiteY15" fmla="*/ 18607 h 72332"/>
                  <a:gd name="connsiteX16" fmla="*/ 36874 w 47953"/>
                  <a:gd name="connsiteY16" fmla="*/ 10283 h 72332"/>
                  <a:gd name="connsiteX17" fmla="*/ 30538 w 47953"/>
                  <a:gd name="connsiteY17" fmla="*/ 7706 h 72332"/>
                  <a:gd name="connsiteX18" fmla="*/ 22698 w 47953"/>
                  <a:gd name="connsiteY18" fmla="*/ 10767 h 72332"/>
                  <a:gd name="connsiteX19" fmla="*/ 15878 w 47953"/>
                  <a:gd name="connsiteY19" fmla="*/ 19788 h 72332"/>
                  <a:gd name="connsiteX20" fmla="*/ 11958 w 47953"/>
                  <a:gd name="connsiteY20" fmla="*/ 30421 h 72332"/>
                  <a:gd name="connsiteX21" fmla="*/ 8897 w 47953"/>
                  <a:gd name="connsiteY21" fmla="*/ 51578 h 72332"/>
                  <a:gd name="connsiteX22" fmla="*/ 12602 w 47953"/>
                  <a:gd name="connsiteY22" fmla="*/ 61674 h 72332"/>
                  <a:gd name="connsiteX23" fmla="*/ 21033 w 47953"/>
                  <a:gd name="connsiteY23" fmla="*/ 65755 h 72332"/>
                  <a:gd name="connsiteX24" fmla="*/ 28014 w 47953"/>
                  <a:gd name="connsiteY24" fmla="*/ 63285 h 72332"/>
                  <a:gd name="connsiteX25" fmla="*/ 34243 w 47953"/>
                  <a:gd name="connsiteY25" fmla="*/ 55713 h 72332"/>
                  <a:gd name="connsiteX26" fmla="*/ 36767 w 47953"/>
                  <a:gd name="connsiteY26" fmla="*/ 45617 h 72332"/>
                  <a:gd name="connsiteX27" fmla="*/ 33223 w 47953"/>
                  <a:gd name="connsiteY27" fmla="*/ 35253 h 72332"/>
                  <a:gd name="connsiteX28" fmla="*/ 24631 w 47953"/>
                  <a:gd name="connsiteY28" fmla="*/ 31333 h 72332"/>
                  <a:gd name="connsiteX29" fmla="*/ 13891 w 47953"/>
                  <a:gd name="connsiteY29" fmla="*/ 37026 h 72332"/>
                  <a:gd name="connsiteX30" fmla="*/ 8897 w 47953"/>
                  <a:gd name="connsiteY30" fmla="*/ 51578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58" y="30421"/>
                    </a:moveTo>
                    <a:cubicBezTo>
                      <a:pt x="14374" y="28380"/>
                      <a:pt x="16845" y="26876"/>
                      <a:pt x="19261" y="25856"/>
                    </a:cubicBezTo>
                    <a:cubicBezTo>
                      <a:pt x="21677" y="24836"/>
                      <a:pt x="24094" y="24352"/>
                      <a:pt x="26510" y="24352"/>
                    </a:cubicBezTo>
                    <a:cubicBezTo>
                      <a:pt x="31880" y="24352"/>
                      <a:pt x="36337" y="26178"/>
                      <a:pt x="39828" y="29830"/>
                    </a:cubicBezTo>
                    <a:cubicBezTo>
                      <a:pt x="43318" y="33535"/>
                      <a:pt x="45090" y="38475"/>
                      <a:pt x="45090" y="44705"/>
                    </a:cubicBezTo>
                    <a:cubicBezTo>
                      <a:pt x="45090" y="52706"/>
                      <a:pt x="42513" y="59579"/>
                      <a:pt x="37250" y="65325"/>
                    </a:cubicBezTo>
                    <a:cubicBezTo>
                      <a:pt x="32740" y="70265"/>
                      <a:pt x="27262" y="72682"/>
                      <a:pt x="20818" y="72682"/>
                    </a:cubicBezTo>
                    <a:cubicBezTo>
                      <a:pt x="14965" y="72682"/>
                      <a:pt x="10078" y="70534"/>
                      <a:pt x="6158" y="66238"/>
                    </a:cubicBezTo>
                    <a:cubicBezTo>
                      <a:pt x="2238" y="61942"/>
                      <a:pt x="305" y="55820"/>
                      <a:pt x="305" y="47873"/>
                    </a:cubicBezTo>
                    <a:cubicBezTo>
                      <a:pt x="305" y="40731"/>
                      <a:pt x="1540" y="33374"/>
                      <a:pt x="4064" y="25802"/>
                    </a:cubicBezTo>
                    <a:cubicBezTo>
                      <a:pt x="5997" y="19949"/>
                      <a:pt x="8414" y="15116"/>
                      <a:pt x="11260" y="11357"/>
                    </a:cubicBezTo>
                    <a:cubicBezTo>
                      <a:pt x="14106" y="7545"/>
                      <a:pt x="17113" y="4806"/>
                      <a:pt x="20335" y="3034"/>
                    </a:cubicBezTo>
                    <a:cubicBezTo>
                      <a:pt x="23557" y="1262"/>
                      <a:pt x="27155" y="349"/>
                      <a:pt x="31182" y="349"/>
                    </a:cubicBezTo>
                    <a:cubicBezTo>
                      <a:pt x="36015" y="349"/>
                      <a:pt x="39935" y="1852"/>
                      <a:pt x="42996" y="4860"/>
                    </a:cubicBezTo>
                    <a:cubicBezTo>
                      <a:pt x="46057" y="7867"/>
                      <a:pt x="47829" y="12216"/>
                      <a:pt x="48259" y="17801"/>
                    </a:cubicBezTo>
                    <a:lnTo>
                      <a:pt x="40096" y="18607"/>
                    </a:lnTo>
                    <a:cubicBezTo>
                      <a:pt x="39667" y="14740"/>
                      <a:pt x="38593" y="12002"/>
                      <a:pt x="36874" y="10283"/>
                    </a:cubicBezTo>
                    <a:cubicBezTo>
                      <a:pt x="35156" y="8565"/>
                      <a:pt x="33008" y="7706"/>
                      <a:pt x="30538" y="7706"/>
                    </a:cubicBezTo>
                    <a:cubicBezTo>
                      <a:pt x="27960" y="7706"/>
                      <a:pt x="25329" y="8726"/>
                      <a:pt x="22698" y="10767"/>
                    </a:cubicBezTo>
                    <a:cubicBezTo>
                      <a:pt x="20013" y="12753"/>
                      <a:pt x="17757" y="15761"/>
                      <a:pt x="15878" y="19788"/>
                    </a:cubicBezTo>
                    <a:cubicBezTo>
                      <a:pt x="13945" y="23762"/>
                      <a:pt x="12656" y="27306"/>
                      <a:pt x="11958" y="30421"/>
                    </a:cubicBezTo>
                    <a:moveTo>
                      <a:pt x="8897" y="51578"/>
                    </a:moveTo>
                    <a:cubicBezTo>
                      <a:pt x="8897" y="55606"/>
                      <a:pt x="10132" y="58935"/>
                      <a:pt x="12602" y="61674"/>
                    </a:cubicBezTo>
                    <a:cubicBezTo>
                      <a:pt x="15126" y="64412"/>
                      <a:pt x="17918" y="65755"/>
                      <a:pt x="21033" y="65755"/>
                    </a:cubicBezTo>
                    <a:cubicBezTo>
                      <a:pt x="23235" y="65755"/>
                      <a:pt x="25544" y="64895"/>
                      <a:pt x="28014" y="63285"/>
                    </a:cubicBezTo>
                    <a:cubicBezTo>
                      <a:pt x="30430" y="61620"/>
                      <a:pt x="32525" y="59096"/>
                      <a:pt x="34243" y="55713"/>
                    </a:cubicBezTo>
                    <a:cubicBezTo>
                      <a:pt x="35908" y="52330"/>
                      <a:pt x="36767" y="48947"/>
                      <a:pt x="36767" y="45617"/>
                    </a:cubicBezTo>
                    <a:cubicBezTo>
                      <a:pt x="36767" y="41268"/>
                      <a:pt x="35586" y="37831"/>
                      <a:pt x="33223" y="35253"/>
                    </a:cubicBezTo>
                    <a:cubicBezTo>
                      <a:pt x="30860" y="32622"/>
                      <a:pt x="28014" y="31333"/>
                      <a:pt x="24631" y="31333"/>
                    </a:cubicBezTo>
                    <a:cubicBezTo>
                      <a:pt x="20818" y="31333"/>
                      <a:pt x="17220" y="33213"/>
                      <a:pt x="13891" y="37026"/>
                    </a:cubicBezTo>
                    <a:cubicBezTo>
                      <a:pt x="10562" y="40784"/>
                      <a:pt x="8897" y="45671"/>
                      <a:pt x="8897" y="515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0" name="Freihandform: Form 369">
                <a:extLst>
                  <a:ext uri="{FF2B5EF4-FFF2-40B4-BE49-F238E27FC236}">
                    <a16:creationId xmlns:a16="http://schemas.microsoft.com/office/drawing/2014/main" id="{0D751B6F-F33F-ACD5-3DFB-28A064C139DD}"/>
                  </a:ext>
                </a:extLst>
              </p:cNvPr>
              <p:cNvSpPr/>
              <p:nvPr/>
            </p:nvSpPr>
            <p:spPr>
              <a:xfrm>
                <a:off x="8000687" y="5324220"/>
                <a:ext cx="49779" cy="71044"/>
              </a:xfrm>
              <a:custGeom>
                <a:avLst/>
                <a:gdLst>
                  <a:gd name="connsiteX0" fmla="*/ 363 w 49779"/>
                  <a:gd name="connsiteY0" fmla="*/ 49967 h 71044"/>
                  <a:gd name="connsiteX1" fmla="*/ 9223 w 49779"/>
                  <a:gd name="connsiteY1" fmla="*/ 49108 h 71044"/>
                  <a:gd name="connsiteX2" fmla="*/ 9116 w 49779"/>
                  <a:gd name="connsiteY2" fmla="*/ 51363 h 71044"/>
                  <a:gd name="connsiteX3" fmla="*/ 10781 w 49779"/>
                  <a:gd name="connsiteY3" fmla="*/ 57807 h 71044"/>
                  <a:gd name="connsiteX4" fmla="*/ 15184 w 49779"/>
                  <a:gd name="connsiteY4" fmla="*/ 62748 h 71044"/>
                  <a:gd name="connsiteX5" fmla="*/ 21037 w 49779"/>
                  <a:gd name="connsiteY5" fmla="*/ 64466 h 71044"/>
                  <a:gd name="connsiteX6" fmla="*/ 29307 w 49779"/>
                  <a:gd name="connsiteY6" fmla="*/ 61674 h 71044"/>
                  <a:gd name="connsiteX7" fmla="*/ 36127 w 49779"/>
                  <a:gd name="connsiteY7" fmla="*/ 53511 h 71044"/>
                  <a:gd name="connsiteX8" fmla="*/ 38704 w 49779"/>
                  <a:gd name="connsiteY8" fmla="*/ 42879 h 71044"/>
                  <a:gd name="connsiteX9" fmla="*/ 35214 w 49779"/>
                  <a:gd name="connsiteY9" fmla="*/ 33320 h 71044"/>
                  <a:gd name="connsiteX10" fmla="*/ 26031 w 49779"/>
                  <a:gd name="connsiteY10" fmla="*/ 29776 h 71044"/>
                  <a:gd name="connsiteX11" fmla="*/ 18782 w 49779"/>
                  <a:gd name="connsiteY11" fmla="*/ 31602 h 71044"/>
                  <a:gd name="connsiteX12" fmla="*/ 12445 w 49779"/>
                  <a:gd name="connsiteY12" fmla="*/ 37133 h 71044"/>
                  <a:gd name="connsiteX13" fmla="*/ 4766 w 49779"/>
                  <a:gd name="connsiteY13" fmla="*/ 36596 h 71044"/>
                  <a:gd name="connsiteX14" fmla="*/ 15452 w 49779"/>
                  <a:gd name="connsiteY14" fmla="*/ 349 h 71044"/>
                  <a:gd name="connsiteX15" fmla="*/ 50088 w 49779"/>
                  <a:gd name="connsiteY15" fmla="*/ 349 h 71044"/>
                  <a:gd name="connsiteX16" fmla="*/ 48370 w 49779"/>
                  <a:gd name="connsiteY16" fmla="*/ 8350 h 71044"/>
                  <a:gd name="connsiteX17" fmla="*/ 21467 w 49779"/>
                  <a:gd name="connsiteY17" fmla="*/ 8350 h 71044"/>
                  <a:gd name="connsiteX18" fmla="*/ 16150 w 49779"/>
                  <a:gd name="connsiteY18" fmla="*/ 26393 h 71044"/>
                  <a:gd name="connsiteX19" fmla="*/ 22326 w 49779"/>
                  <a:gd name="connsiteY19" fmla="*/ 23117 h 71044"/>
                  <a:gd name="connsiteX20" fmla="*/ 28823 w 49779"/>
                  <a:gd name="connsiteY20" fmla="*/ 22043 h 71044"/>
                  <a:gd name="connsiteX21" fmla="*/ 42141 w 49779"/>
                  <a:gd name="connsiteY21" fmla="*/ 27413 h 71044"/>
                  <a:gd name="connsiteX22" fmla="*/ 47350 w 49779"/>
                  <a:gd name="connsiteY22" fmla="*/ 42073 h 71044"/>
                  <a:gd name="connsiteX23" fmla="*/ 43806 w 49779"/>
                  <a:gd name="connsiteY23" fmla="*/ 57163 h 71044"/>
                  <a:gd name="connsiteX24" fmla="*/ 33979 w 49779"/>
                  <a:gd name="connsiteY24" fmla="*/ 67742 h 71044"/>
                  <a:gd name="connsiteX25" fmla="*/ 20446 w 49779"/>
                  <a:gd name="connsiteY25" fmla="*/ 71393 h 71044"/>
                  <a:gd name="connsiteX26" fmla="*/ 9653 w 49779"/>
                  <a:gd name="connsiteY26" fmla="*/ 68654 h 71044"/>
                  <a:gd name="connsiteX27" fmla="*/ 2618 w 49779"/>
                  <a:gd name="connsiteY27" fmla="*/ 61083 h 71044"/>
                  <a:gd name="connsiteX28" fmla="*/ 309 w 49779"/>
                  <a:gd name="connsiteY28" fmla="*/ 51417 h 71044"/>
                  <a:gd name="connsiteX29" fmla="*/ 363 w 49779"/>
                  <a:gd name="connsiteY29" fmla="*/ 49967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63" y="49967"/>
                    </a:moveTo>
                    <a:lnTo>
                      <a:pt x="9223" y="49108"/>
                    </a:lnTo>
                    <a:cubicBezTo>
                      <a:pt x="9170" y="50343"/>
                      <a:pt x="9116" y="51095"/>
                      <a:pt x="9116" y="51363"/>
                    </a:cubicBezTo>
                    <a:cubicBezTo>
                      <a:pt x="9116" y="53511"/>
                      <a:pt x="9706" y="55659"/>
                      <a:pt x="10781" y="57807"/>
                    </a:cubicBezTo>
                    <a:cubicBezTo>
                      <a:pt x="11854" y="59955"/>
                      <a:pt x="13304" y="61620"/>
                      <a:pt x="15184" y="62748"/>
                    </a:cubicBezTo>
                    <a:cubicBezTo>
                      <a:pt x="17010" y="63875"/>
                      <a:pt x="18943" y="64466"/>
                      <a:pt x="21037" y="64466"/>
                    </a:cubicBezTo>
                    <a:cubicBezTo>
                      <a:pt x="23722" y="64466"/>
                      <a:pt x="26514" y="63553"/>
                      <a:pt x="29307" y="61674"/>
                    </a:cubicBezTo>
                    <a:cubicBezTo>
                      <a:pt x="32099" y="59794"/>
                      <a:pt x="34354" y="57055"/>
                      <a:pt x="36127" y="53511"/>
                    </a:cubicBezTo>
                    <a:cubicBezTo>
                      <a:pt x="37845" y="49913"/>
                      <a:pt x="38704" y="46369"/>
                      <a:pt x="38704" y="42879"/>
                    </a:cubicBezTo>
                    <a:cubicBezTo>
                      <a:pt x="38704" y="38905"/>
                      <a:pt x="37576" y="35737"/>
                      <a:pt x="35214" y="33320"/>
                    </a:cubicBezTo>
                    <a:cubicBezTo>
                      <a:pt x="32905" y="30958"/>
                      <a:pt x="29790" y="29776"/>
                      <a:pt x="26031" y="29776"/>
                    </a:cubicBezTo>
                    <a:cubicBezTo>
                      <a:pt x="23453" y="29776"/>
                      <a:pt x="21037" y="30367"/>
                      <a:pt x="18782" y="31602"/>
                    </a:cubicBezTo>
                    <a:cubicBezTo>
                      <a:pt x="16526" y="32837"/>
                      <a:pt x="14378" y="34663"/>
                      <a:pt x="12445" y="37133"/>
                    </a:cubicBezTo>
                    <a:lnTo>
                      <a:pt x="4766" y="36596"/>
                    </a:lnTo>
                    <a:lnTo>
                      <a:pt x="15452" y="349"/>
                    </a:lnTo>
                    <a:lnTo>
                      <a:pt x="50088" y="349"/>
                    </a:lnTo>
                    <a:lnTo>
                      <a:pt x="48370" y="8350"/>
                    </a:lnTo>
                    <a:lnTo>
                      <a:pt x="21467" y="8350"/>
                    </a:lnTo>
                    <a:lnTo>
                      <a:pt x="16150" y="26393"/>
                    </a:lnTo>
                    <a:cubicBezTo>
                      <a:pt x="18137" y="24943"/>
                      <a:pt x="20178" y="23816"/>
                      <a:pt x="22326" y="23117"/>
                    </a:cubicBezTo>
                    <a:cubicBezTo>
                      <a:pt x="24420" y="22366"/>
                      <a:pt x="26568" y="22043"/>
                      <a:pt x="28823" y="22043"/>
                    </a:cubicBezTo>
                    <a:cubicBezTo>
                      <a:pt x="34247" y="22043"/>
                      <a:pt x="38650" y="23816"/>
                      <a:pt x="42141" y="27413"/>
                    </a:cubicBezTo>
                    <a:cubicBezTo>
                      <a:pt x="45631" y="30958"/>
                      <a:pt x="47350" y="35844"/>
                      <a:pt x="47350" y="42073"/>
                    </a:cubicBezTo>
                    <a:cubicBezTo>
                      <a:pt x="47350" y="47551"/>
                      <a:pt x="46168" y="52545"/>
                      <a:pt x="43806" y="57163"/>
                    </a:cubicBezTo>
                    <a:cubicBezTo>
                      <a:pt x="41389" y="61727"/>
                      <a:pt x="38113" y="65271"/>
                      <a:pt x="33979" y="67742"/>
                    </a:cubicBezTo>
                    <a:cubicBezTo>
                      <a:pt x="29790" y="70212"/>
                      <a:pt x="25279" y="71393"/>
                      <a:pt x="20446" y="71393"/>
                    </a:cubicBezTo>
                    <a:cubicBezTo>
                      <a:pt x="16365" y="71393"/>
                      <a:pt x="12821" y="70480"/>
                      <a:pt x="9653" y="68654"/>
                    </a:cubicBezTo>
                    <a:cubicBezTo>
                      <a:pt x="6538" y="66829"/>
                      <a:pt x="4229" y="64305"/>
                      <a:pt x="2618" y="61083"/>
                    </a:cubicBezTo>
                    <a:cubicBezTo>
                      <a:pt x="1061" y="57861"/>
                      <a:pt x="309" y="54639"/>
                      <a:pt x="309" y="51417"/>
                    </a:cubicBezTo>
                    <a:cubicBezTo>
                      <a:pt x="309" y="51095"/>
                      <a:pt x="309" y="50611"/>
                      <a:pt x="363" y="4996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1" name="Freihandform: Form 370">
                <a:extLst>
                  <a:ext uri="{FF2B5EF4-FFF2-40B4-BE49-F238E27FC236}">
                    <a16:creationId xmlns:a16="http://schemas.microsoft.com/office/drawing/2014/main" id="{6091A965-F349-4BB0-D93A-5C747B4A2A06}"/>
                  </a:ext>
                </a:extLst>
              </p:cNvPr>
              <p:cNvSpPr/>
              <p:nvPr/>
            </p:nvSpPr>
            <p:spPr>
              <a:xfrm>
                <a:off x="8055529" y="5322931"/>
                <a:ext cx="47899" cy="72332"/>
              </a:xfrm>
              <a:custGeom>
                <a:avLst/>
                <a:gdLst>
                  <a:gd name="connsiteX0" fmla="*/ 313 w 47899"/>
                  <a:gd name="connsiteY0" fmla="*/ 55283 h 72332"/>
                  <a:gd name="connsiteX1" fmla="*/ 8529 w 47899"/>
                  <a:gd name="connsiteY1" fmla="*/ 54424 h 72332"/>
                  <a:gd name="connsiteX2" fmla="*/ 11912 w 47899"/>
                  <a:gd name="connsiteY2" fmla="*/ 62909 h 72332"/>
                  <a:gd name="connsiteX3" fmla="*/ 18034 w 47899"/>
                  <a:gd name="connsiteY3" fmla="*/ 65432 h 72332"/>
                  <a:gd name="connsiteX4" fmla="*/ 27324 w 47899"/>
                  <a:gd name="connsiteY4" fmla="*/ 61083 h 72332"/>
                  <a:gd name="connsiteX5" fmla="*/ 36668 w 47899"/>
                  <a:gd name="connsiteY5" fmla="*/ 42718 h 72332"/>
                  <a:gd name="connsiteX6" fmla="*/ 28881 w 47899"/>
                  <a:gd name="connsiteY6" fmla="*/ 47443 h 72332"/>
                  <a:gd name="connsiteX7" fmla="*/ 21900 w 47899"/>
                  <a:gd name="connsiteY7" fmla="*/ 48839 h 72332"/>
                  <a:gd name="connsiteX8" fmla="*/ 10301 w 47899"/>
                  <a:gd name="connsiteY8" fmla="*/ 44490 h 72332"/>
                  <a:gd name="connsiteX9" fmla="*/ 3535 w 47899"/>
                  <a:gd name="connsiteY9" fmla="*/ 28273 h 72332"/>
                  <a:gd name="connsiteX10" fmla="*/ 11322 w 47899"/>
                  <a:gd name="connsiteY10" fmla="*/ 7706 h 72332"/>
                  <a:gd name="connsiteX11" fmla="*/ 27807 w 47899"/>
                  <a:gd name="connsiteY11" fmla="*/ 349 h 72332"/>
                  <a:gd name="connsiteX12" fmla="*/ 42413 w 47899"/>
                  <a:gd name="connsiteY12" fmla="*/ 6847 h 72332"/>
                  <a:gd name="connsiteX13" fmla="*/ 48213 w 47899"/>
                  <a:gd name="connsiteY13" fmla="*/ 25265 h 72332"/>
                  <a:gd name="connsiteX14" fmla="*/ 44347 w 47899"/>
                  <a:gd name="connsiteY14" fmla="*/ 48088 h 72332"/>
                  <a:gd name="connsiteX15" fmla="*/ 31942 w 47899"/>
                  <a:gd name="connsiteY15" fmla="*/ 67580 h 72332"/>
                  <a:gd name="connsiteX16" fmla="*/ 17551 w 47899"/>
                  <a:gd name="connsiteY16" fmla="*/ 72682 h 72332"/>
                  <a:gd name="connsiteX17" fmla="*/ 5576 w 47899"/>
                  <a:gd name="connsiteY17" fmla="*/ 68117 h 72332"/>
                  <a:gd name="connsiteX18" fmla="*/ 313 w 47899"/>
                  <a:gd name="connsiteY18" fmla="*/ 55283 h 72332"/>
                  <a:gd name="connsiteX19" fmla="*/ 11966 w 47899"/>
                  <a:gd name="connsiteY19" fmla="*/ 27252 h 72332"/>
                  <a:gd name="connsiteX20" fmla="*/ 15510 w 47899"/>
                  <a:gd name="connsiteY20" fmla="*/ 37885 h 72332"/>
                  <a:gd name="connsiteX21" fmla="*/ 23941 w 47899"/>
                  <a:gd name="connsiteY21" fmla="*/ 41805 h 72332"/>
                  <a:gd name="connsiteX22" fmla="*/ 31137 w 47899"/>
                  <a:gd name="connsiteY22" fmla="*/ 39388 h 72332"/>
                  <a:gd name="connsiteX23" fmla="*/ 37312 w 47899"/>
                  <a:gd name="connsiteY23" fmla="*/ 31978 h 72332"/>
                  <a:gd name="connsiteX24" fmla="*/ 39836 w 47899"/>
                  <a:gd name="connsiteY24" fmla="*/ 21936 h 72332"/>
                  <a:gd name="connsiteX25" fmla="*/ 38171 w 47899"/>
                  <a:gd name="connsiteY25" fmla="*/ 14364 h 72332"/>
                  <a:gd name="connsiteX26" fmla="*/ 33553 w 47899"/>
                  <a:gd name="connsiteY26" fmla="*/ 9156 h 72332"/>
                  <a:gd name="connsiteX27" fmla="*/ 27646 w 47899"/>
                  <a:gd name="connsiteY27" fmla="*/ 7384 h 72332"/>
                  <a:gd name="connsiteX28" fmla="*/ 21900 w 47899"/>
                  <a:gd name="connsiteY28" fmla="*/ 8941 h 72332"/>
                  <a:gd name="connsiteX29" fmla="*/ 16745 w 47899"/>
                  <a:gd name="connsiteY29" fmla="*/ 13452 h 72332"/>
                  <a:gd name="connsiteX30" fmla="*/ 13147 w 47899"/>
                  <a:gd name="connsiteY30" fmla="*/ 20325 h 72332"/>
                  <a:gd name="connsiteX31" fmla="*/ 11966 w 47899"/>
                  <a:gd name="connsiteY31" fmla="*/ 27252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13" y="55283"/>
                    </a:moveTo>
                    <a:lnTo>
                      <a:pt x="8529" y="54424"/>
                    </a:lnTo>
                    <a:cubicBezTo>
                      <a:pt x="9066" y="58398"/>
                      <a:pt x="10194" y="61244"/>
                      <a:pt x="11912" y="62909"/>
                    </a:cubicBezTo>
                    <a:cubicBezTo>
                      <a:pt x="13631" y="64573"/>
                      <a:pt x="15671" y="65432"/>
                      <a:pt x="18034" y="65432"/>
                    </a:cubicBezTo>
                    <a:cubicBezTo>
                      <a:pt x="21363" y="65432"/>
                      <a:pt x="24478" y="63983"/>
                      <a:pt x="27324" y="61083"/>
                    </a:cubicBezTo>
                    <a:cubicBezTo>
                      <a:pt x="31566" y="56787"/>
                      <a:pt x="34681" y="50719"/>
                      <a:pt x="36668" y="42718"/>
                    </a:cubicBezTo>
                    <a:cubicBezTo>
                      <a:pt x="33714" y="44919"/>
                      <a:pt x="31137" y="46477"/>
                      <a:pt x="28881" y="47443"/>
                    </a:cubicBezTo>
                    <a:cubicBezTo>
                      <a:pt x="26572" y="48356"/>
                      <a:pt x="24263" y="48839"/>
                      <a:pt x="21900" y="48839"/>
                    </a:cubicBezTo>
                    <a:cubicBezTo>
                      <a:pt x="17551" y="48839"/>
                      <a:pt x="13684" y="47389"/>
                      <a:pt x="10301" y="44490"/>
                    </a:cubicBezTo>
                    <a:cubicBezTo>
                      <a:pt x="5790" y="40731"/>
                      <a:pt x="3535" y="35307"/>
                      <a:pt x="3535" y="28273"/>
                    </a:cubicBezTo>
                    <a:cubicBezTo>
                      <a:pt x="3535" y="20271"/>
                      <a:pt x="6113" y="13398"/>
                      <a:pt x="11322" y="7706"/>
                    </a:cubicBezTo>
                    <a:cubicBezTo>
                      <a:pt x="15832" y="2819"/>
                      <a:pt x="21310" y="349"/>
                      <a:pt x="27807" y="349"/>
                    </a:cubicBezTo>
                    <a:cubicBezTo>
                      <a:pt x="33660" y="349"/>
                      <a:pt x="38547" y="2551"/>
                      <a:pt x="42413" y="6847"/>
                    </a:cubicBezTo>
                    <a:cubicBezTo>
                      <a:pt x="46280" y="11196"/>
                      <a:pt x="48213" y="17318"/>
                      <a:pt x="48213" y="25265"/>
                    </a:cubicBezTo>
                    <a:cubicBezTo>
                      <a:pt x="48213" y="32944"/>
                      <a:pt x="46924" y="40570"/>
                      <a:pt x="44347" y="48088"/>
                    </a:cubicBezTo>
                    <a:cubicBezTo>
                      <a:pt x="41286" y="56894"/>
                      <a:pt x="37151" y="63392"/>
                      <a:pt x="31942" y="67580"/>
                    </a:cubicBezTo>
                    <a:cubicBezTo>
                      <a:pt x="27700" y="71017"/>
                      <a:pt x="22867" y="72682"/>
                      <a:pt x="17551" y="72682"/>
                    </a:cubicBezTo>
                    <a:cubicBezTo>
                      <a:pt x="12664" y="72682"/>
                      <a:pt x="8690" y="71178"/>
                      <a:pt x="5576" y="68117"/>
                    </a:cubicBezTo>
                    <a:cubicBezTo>
                      <a:pt x="2461" y="65110"/>
                      <a:pt x="689" y="60814"/>
                      <a:pt x="313" y="55283"/>
                    </a:cubicBezTo>
                    <a:moveTo>
                      <a:pt x="11966" y="27252"/>
                    </a:moveTo>
                    <a:cubicBezTo>
                      <a:pt x="11966" y="31656"/>
                      <a:pt x="13147" y="35200"/>
                      <a:pt x="15510" y="37885"/>
                    </a:cubicBezTo>
                    <a:cubicBezTo>
                      <a:pt x="17873" y="40516"/>
                      <a:pt x="20719" y="41805"/>
                      <a:pt x="23941" y="41805"/>
                    </a:cubicBezTo>
                    <a:cubicBezTo>
                      <a:pt x="26357" y="41805"/>
                      <a:pt x="28774" y="40999"/>
                      <a:pt x="31137" y="39388"/>
                    </a:cubicBezTo>
                    <a:cubicBezTo>
                      <a:pt x="33553" y="37724"/>
                      <a:pt x="35594" y="35253"/>
                      <a:pt x="37312" y="31978"/>
                    </a:cubicBezTo>
                    <a:cubicBezTo>
                      <a:pt x="38977" y="28702"/>
                      <a:pt x="39836" y="25373"/>
                      <a:pt x="39836" y="21936"/>
                    </a:cubicBezTo>
                    <a:cubicBezTo>
                      <a:pt x="39836" y="19197"/>
                      <a:pt x="39299" y="16674"/>
                      <a:pt x="38171" y="14364"/>
                    </a:cubicBezTo>
                    <a:cubicBezTo>
                      <a:pt x="37043" y="12055"/>
                      <a:pt x="35486" y="10283"/>
                      <a:pt x="33553" y="9156"/>
                    </a:cubicBezTo>
                    <a:cubicBezTo>
                      <a:pt x="31620" y="7974"/>
                      <a:pt x="29633" y="7384"/>
                      <a:pt x="27646" y="7384"/>
                    </a:cubicBezTo>
                    <a:cubicBezTo>
                      <a:pt x="25713" y="7384"/>
                      <a:pt x="23780" y="7867"/>
                      <a:pt x="21900" y="8941"/>
                    </a:cubicBezTo>
                    <a:cubicBezTo>
                      <a:pt x="20075" y="9961"/>
                      <a:pt x="18302" y="11465"/>
                      <a:pt x="16745" y="13452"/>
                    </a:cubicBezTo>
                    <a:cubicBezTo>
                      <a:pt x="15134" y="15439"/>
                      <a:pt x="13953" y="17747"/>
                      <a:pt x="13147" y="20325"/>
                    </a:cubicBezTo>
                    <a:cubicBezTo>
                      <a:pt x="12342" y="22956"/>
                      <a:pt x="11966" y="25212"/>
                      <a:pt x="11966" y="2725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2" name="Freihandform: Form 371">
                <a:extLst>
                  <a:ext uri="{FF2B5EF4-FFF2-40B4-BE49-F238E27FC236}">
                    <a16:creationId xmlns:a16="http://schemas.microsoft.com/office/drawing/2014/main" id="{6FF00FAD-16E6-132D-D574-EE93162BE964}"/>
                  </a:ext>
                </a:extLst>
              </p:cNvPr>
              <p:cNvSpPr/>
              <p:nvPr/>
            </p:nvSpPr>
            <p:spPr>
              <a:xfrm>
                <a:off x="8112183" y="5322931"/>
                <a:ext cx="47953" cy="72332"/>
              </a:xfrm>
              <a:custGeom>
                <a:avLst/>
                <a:gdLst>
                  <a:gd name="connsiteX0" fmla="*/ 11970 w 47953"/>
                  <a:gd name="connsiteY0" fmla="*/ 30421 h 72332"/>
                  <a:gd name="connsiteX1" fmla="*/ 19273 w 47953"/>
                  <a:gd name="connsiteY1" fmla="*/ 25856 h 72332"/>
                  <a:gd name="connsiteX2" fmla="*/ 26522 w 47953"/>
                  <a:gd name="connsiteY2" fmla="*/ 24352 h 72332"/>
                  <a:gd name="connsiteX3" fmla="*/ 39840 w 47953"/>
                  <a:gd name="connsiteY3" fmla="*/ 29830 h 72332"/>
                  <a:gd name="connsiteX4" fmla="*/ 45102 w 47953"/>
                  <a:gd name="connsiteY4" fmla="*/ 44705 h 72332"/>
                  <a:gd name="connsiteX5" fmla="*/ 37262 w 47953"/>
                  <a:gd name="connsiteY5" fmla="*/ 65325 h 72332"/>
                  <a:gd name="connsiteX6" fmla="*/ 20830 w 47953"/>
                  <a:gd name="connsiteY6" fmla="*/ 72682 h 72332"/>
                  <a:gd name="connsiteX7" fmla="*/ 6170 w 47953"/>
                  <a:gd name="connsiteY7" fmla="*/ 66238 h 72332"/>
                  <a:gd name="connsiteX8" fmla="*/ 317 w 47953"/>
                  <a:gd name="connsiteY8" fmla="*/ 47873 h 72332"/>
                  <a:gd name="connsiteX9" fmla="*/ 4076 w 47953"/>
                  <a:gd name="connsiteY9" fmla="*/ 25802 h 72332"/>
                  <a:gd name="connsiteX10" fmla="*/ 11272 w 47953"/>
                  <a:gd name="connsiteY10" fmla="*/ 11357 h 72332"/>
                  <a:gd name="connsiteX11" fmla="*/ 20347 w 47953"/>
                  <a:gd name="connsiteY11" fmla="*/ 3034 h 72332"/>
                  <a:gd name="connsiteX12" fmla="*/ 31194 w 47953"/>
                  <a:gd name="connsiteY12" fmla="*/ 349 h 72332"/>
                  <a:gd name="connsiteX13" fmla="*/ 43008 w 47953"/>
                  <a:gd name="connsiteY13" fmla="*/ 4860 h 72332"/>
                  <a:gd name="connsiteX14" fmla="*/ 48271 w 47953"/>
                  <a:gd name="connsiteY14" fmla="*/ 17801 h 72332"/>
                  <a:gd name="connsiteX15" fmla="*/ 40108 w 47953"/>
                  <a:gd name="connsiteY15" fmla="*/ 18607 h 72332"/>
                  <a:gd name="connsiteX16" fmla="*/ 36886 w 47953"/>
                  <a:gd name="connsiteY16" fmla="*/ 10283 h 72332"/>
                  <a:gd name="connsiteX17" fmla="*/ 30550 w 47953"/>
                  <a:gd name="connsiteY17" fmla="*/ 7706 h 72332"/>
                  <a:gd name="connsiteX18" fmla="*/ 22710 w 47953"/>
                  <a:gd name="connsiteY18" fmla="*/ 10767 h 72332"/>
                  <a:gd name="connsiteX19" fmla="*/ 15890 w 47953"/>
                  <a:gd name="connsiteY19" fmla="*/ 19788 h 72332"/>
                  <a:gd name="connsiteX20" fmla="*/ 11970 w 47953"/>
                  <a:gd name="connsiteY20" fmla="*/ 30421 h 72332"/>
                  <a:gd name="connsiteX21" fmla="*/ 8909 w 47953"/>
                  <a:gd name="connsiteY21" fmla="*/ 51578 h 72332"/>
                  <a:gd name="connsiteX22" fmla="*/ 12614 w 47953"/>
                  <a:gd name="connsiteY22" fmla="*/ 61674 h 72332"/>
                  <a:gd name="connsiteX23" fmla="*/ 21045 w 47953"/>
                  <a:gd name="connsiteY23" fmla="*/ 65755 h 72332"/>
                  <a:gd name="connsiteX24" fmla="*/ 28026 w 47953"/>
                  <a:gd name="connsiteY24" fmla="*/ 63285 h 72332"/>
                  <a:gd name="connsiteX25" fmla="*/ 34255 w 47953"/>
                  <a:gd name="connsiteY25" fmla="*/ 55713 h 72332"/>
                  <a:gd name="connsiteX26" fmla="*/ 36779 w 47953"/>
                  <a:gd name="connsiteY26" fmla="*/ 45617 h 72332"/>
                  <a:gd name="connsiteX27" fmla="*/ 33235 w 47953"/>
                  <a:gd name="connsiteY27" fmla="*/ 35253 h 72332"/>
                  <a:gd name="connsiteX28" fmla="*/ 24643 w 47953"/>
                  <a:gd name="connsiteY28" fmla="*/ 31333 h 72332"/>
                  <a:gd name="connsiteX29" fmla="*/ 13903 w 47953"/>
                  <a:gd name="connsiteY29" fmla="*/ 37026 h 72332"/>
                  <a:gd name="connsiteX30" fmla="*/ 8909 w 47953"/>
                  <a:gd name="connsiteY30" fmla="*/ 51578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70" y="30421"/>
                    </a:moveTo>
                    <a:cubicBezTo>
                      <a:pt x="14386" y="28380"/>
                      <a:pt x="16857" y="26876"/>
                      <a:pt x="19273" y="25856"/>
                    </a:cubicBezTo>
                    <a:cubicBezTo>
                      <a:pt x="21689" y="24836"/>
                      <a:pt x="24106" y="24352"/>
                      <a:pt x="26522" y="24352"/>
                    </a:cubicBezTo>
                    <a:cubicBezTo>
                      <a:pt x="31892" y="24352"/>
                      <a:pt x="36349" y="26178"/>
                      <a:pt x="39840" y="29830"/>
                    </a:cubicBezTo>
                    <a:cubicBezTo>
                      <a:pt x="43330" y="33535"/>
                      <a:pt x="45102" y="38475"/>
                      <a:pt x="45102" y="44705"/>
                    </a:cubicBezTo>
                    <a:cubicBezTo>
                      <a:pt x="45102" y="52706"/>
                      <a:pt x="42525" y="59579"/>
                      <a:pt x="37262" y="65325"/>
                    </a:cubicBezTo>
                    <a:cubicBezTo>
                      <a:pt x="32752" y="70265"/>
                      <a:pt x="27274" y="72682"/>
                      <a:pt x="20830" y="72682"/>
                    </a:cubicBezTo>
                    <a:cubicBezTo>
                      <a:pt x="14977" y="72682"/>
                      <a:pt x="10090" y="70534"/>
                      <a:pt x="6170" y="66238"/>
                    </a:cubicBezTo>
                    <a:cubicBezTo>
                      <a:pt x="2250" y="61942"/>
                      <a:pt x="317" y="55820"/>
                      <a:pt x="317" y="47873"/>
                    </a:cubicBezTo>
                    <a:cubicBezTo>
                      <a:pt x="317" y="40731"/>
                      <a:pt x="1552" y="33374"/>
                      <a:pt x="4076" y="25802"/>
                    </a:cubicBezTo>
                    <a:cubicBezTo>
                      <a:pt x="6009" y="19949"/>
                      <a:pt x="8426" y="15116"/>
                      <a:pt x="11272" y="11357"/>
                    </a:cubicBezTo>
                    <a:cubicBezTo>
                      <a:pt x="14118" y="7545"/>
                      <a:pt x="17125" y="4806"/>
                      <a:pt x="20347" y="3034"/>
                    </a:cubicBezTo>
                    <a:cubicBezTo>
                      <a:pt x="23569" y="1262"/>
                      <a:pt x="27167" y="349"/>
                      <a:pt x="31194" y="349"/>
                    </a:cubicBezTo>
                    <a:cubicBezTo>
                      <a:pt x="36027" y="349"/>
                      <a:pt x="39947" y="1852"/>
                      <a:pt x="43008" y="4860"/>
                    </a:cubicBezTo>
                    <a:cubicBezTo>
                      <a:pt x="46069" y="7867"/>
                      <a:pt x="47841" y="12216"/>
                      <a:pt x="48271" y="17801"/>
                    </a:cubicBezTo>
                    <a:lnTo>
                      <a:pt x="40108" y="18607"/>
                    </a:lnTo>
                    <a:cubicBezTo>
                      <a:pt x="39679" y="14740"/>
                      <a:pt x="38605" y="12002"/>
                      <a:pt x="36886" y="10283"/>
                    </a:cubicBezTo>
                    <a:cubicBezTo>
                      <a:pt x="35168" y="8565"/>
                      <a:pt x="33020" y="7706"/>
                      <a:pt x="30550" y="7706"/>
                    </a:cubicBezTo>
                    <a:cubicBezTo>
                      <a:pt x="27972" y="7706"/>
                      <a:pt x="25341" y="8726"/>
                      <a:pt x="22710" y="10767"/>
                    </a:cubicBezTo>
                    <a:cubicBezTo>
                      <a:pt x="20025" y="12753"/>
                      <a:pt x="17769" y="15761"/>
                      <a:pt x="15890" y="19788"/>
                    </a:cubicBezTo>
                    <a:cubicBezTo>
                      <a:pt x="13957" y="23762"/>
                      <a:pt x="12668" y="27306"/>
                      <a:pt x="11970" y="30421"/>
                    </a:cubicBezTo>
                    <a:moveTo>
                      <a:pt x="8909" y="51578"/>
                    </a:moveTo>
                    <a:cubicBezTo>
                      <a:pt x="8909" y="55606"/>
                      <a:pt x="10144" y="58935"/>
                      <a:pt x="12614" y="61674"/>
                    </a:cubicBezTo>
                    <a:cubicBezTo>
                      <a:pt x="15138" y="64412"/>
                      <a:pt x="17930" y="65755"/>
                      <a:pt x="21045" y="65755"/>
                    </a:cubicBezTo>
                    <a:cubicBezTo>
                      <a:pt x="23247" y="65755"/>
                      <a:pt x="25556" y="64895"/>
                      <a:pt x="28026" y="63285"/>
                    </a:cubicBezTo>
                    <a:cubicBezTo>
                      <a:pt x="30442" y="61620"/>
                      <a:pt x="32537" y="59096"/>
                      <a:pt x="34255" y="55713"/>
                    </a:cubicBezTo>
                    <a:cubicBezTo>
                      <a:pt x="35920" y="52330"/>
                      <a:pt x="36779" y="48947"/>
                      <a:pt x="36779" y="45617"/>
                    </a:cubicBezTo>
                    <a:cubicBezTo>
                      <a:pt x="36779" y="41268"/>
                      <a:pt x="35598" y="37831"/>
                      <a:pt x="33235" y="35253"/>
                    </a:cubicBezTo>
                    <a:cubicBezTo>
                      <a:pt x="30872" y="32622"/>
                      <a:pt x="28026" y="31333"/>
                      <a:pt x="24643" y="31333"/>
                    </a:cubicBezTo>
                    <a:cubicBezTo>
                      <a:pt x="20830" y="31333"/>
                      <a:pt x="17232" y="33213"/>
                      <a:pt x="13903" y="37026"/>
                    </a:cubicBezTo>
                    <a:cubicBezTo>
                      <a:pt x="10574" y="40784"/>
                      <a:pt x="8909" y="45671"/>
                      <a:pt x="8909" y="5157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3" name="Freihandform: Form 372">
                <a:extLst>
                  <a:ext uri="{FF2B5EF4-FFF2-40B4-BE49-F238E27FC236}">
                    <a16:creationId xmlns:a16="http://schemas.microsoft.com/office/drawing/2014/main" id="{807F9E4E-241B-24EC-3538-0832F2376126}"/>
                  </a:ext>
                </a:extLst>
              </p:cNvPr>
              <p:cNvSpPr/>
              <p:nvPr/>
            </p:nvSpPr>
            <p:spPr>
              <a:xfrm>
                <a:off x="8164756" y="5322931"/>
                <a:ext cx="49833" cy="71151"/>
              </a:xfrm>
              <a:custGeom>
                <a:avLst/>
                <a:gdLst>
                  <a:gd name="connsiteX0" fmla="*/ 321 w 49833"/>
                  <a:gd name="connsiteY0" fmla="*/ 71500 h 71151"/>
                  <a:gd name="connsiteX1" fmla="*/ 4080 w 49833"/>
                  <a:gd name="connsiteY1" fmla="*/ 60868 h 71151"/>
                  <a:gd name="connsiteX2" fmla="*/ 10417 w 49833"/>
                  <a:gd name="connsiteY2" fmla="*/ 52759 h 71151"/>
                  <a:gd name="connsiteX3" fmla="*/ 25667 w 49833"/>
                  <a:gd name="connsiteY3" fmla="*/ 39872 h 71151"/>
                  <a:gd name="connsiteX4" fmla="*/ 35065 w 49833"/>
                  <a:gd name="connsiteY4" fmla="*/ 31817 h 71151"/>
                  <a:gd name="connsiteX5" fmla="*/ 40327 w 49833"/>
                  <a:gd name="connsiteY5" fmla="*/ 24406 h 71151"/>
                  <a:gd name="connsiteX6" fmla="*/ 41455 w 49833"/>
                  <a:gd name="connsiteY6" fmla="*/ 19090 h 71151"/>
                  <a:gd name="connsiteX7" fmla="*/ 38018 w 49833"/>
                  <a:gd name="connsiteY7" fmla="*/ 10767 h 71151"/>
                  <a:gd name="connsiteX8" fmla="*/ 29534 w 49833"/>
                  <a:gd name="connsiteY8" fmla="*/ 7384 h 71151"/>
                  <a:gd name="connsiteX9" fmla="*/ 20834 w 49833"/>
                  <a:gd name="connsiteY9" fmla="*/ 10820 h 71151"/>
                  <a:gd name="connsiteX10" fmla="*/ 15518 w 49833"/>
                  <a:gd name="connsiteY10" fmla="*/ 21936 h 71151"/>
                  <a:gd name="connsiteX11" fmla="*/ 6926 w 49833"/>
                  <a:gd name="connsiteY11" fmla="*/ 20647 h 71151"/>
                  <a:gd name="connsiteX12" fmla="*/ 14283 w 49833"/>
                  <a:gd name="connsiteY12" fmla="*/ 5773 h 71151"/>
                  <a:gd name="connsiteX13" fmla="*/ 29373 w 49833"/>
                  <a:gd name="connsiteY13" fmla="*/ 349 h 71151"/>
                  <a:gd name="connsiteX14" fmla="*/ 40327 w 49833"/>
                  <a:gd name="connsiteY14" fmla="*/ 2873 h 71151"/>
                  <a:gd name="connsiteX15" fmla="*/ 47684 w 49833"/>
                  <a:gd name="connsiteY15" fmla="*/ 9907 h 71151"/>
                  <a:gd name="connsiteX16" fmla="*/ 50154 w 49833"/>
                  <a:gd name="connsiteY16" fmla="*/ 19305 h 71151"/>
                  <a:gd name="connsiteX17" fmla="*/ 45106 w 49833"/>
                  <a:gd name="connsiteY17" fmla="*/ 32891 h 71151"/>
                  <a:gd name="connsiteX18" fmla="*/ 26956 w 49833"/>
                  <a:gd name="connsiteY18" fmla="*/ 48893 h 71151"/>
                  <a:gd name="connsiteX19" fmla="*/ 17290 w 49833"/>
                  <a:gd name="connsiteY19" fmla="*/ 57270 h 71151"/>
                  <a:gd name="connsiteX20" fmla="*/ 12565 w 49833"/>
                  <a:gd name="connsiteY20" fmla="*/ 63499 h 71151"/>
                  <a:gd name="connsiteX21" fmla="*/ 44247 w 49833"/>
                  <a:gd name="connsiteY21" fmla="*/ 63499 h 71151"/>
                  <a:gd name="connsiteX22" fmla="*/ 42582 w 49833"/>
                  <a:gd name="connsiteY22" fmla="*/ 7150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21" y="71500"/>
                    </a:moveTo>
                    <a:cubicBezTo>
                      <a:pt x="1234" y="67258"/>
                      <a:pt x="2469" y="63768"/>
                      <a:pt x="4080" y="60868"/>
                    </a:cubicBezTo>
                    <a:cubicBezTo>
                      <a:pt x="5637" y="58022"/>
                      <a:pt x="7785" y="55337"/>
                      <a:pt x="10417" y="52759"/>
                    </a:cubicBezTo>
                    <a:cubicBezTo>
                      <a:pt x="13048" y="50236"/>
                      <a:pt x="18149" y="45940"/>
                      <a:pt x="25667" y="39872"/>
                    </a:cubicBezTo>
                    <a:cubicBezTo>
                      <a:pt x="30285" y="36274"/>
                      <a:pt x="33400" y="33589"/>
                      <a:pt x="35065" y="31817"/>
                    </a:cubicBezTo>
                    <a:cubicBezTo>
                      <a:pt x="37481" y="29293"/>
                      <a:pt x="39253" y="26823"/>
                      <a:pt x="40327" y="24406"/>
                    </a:cubicBezTo>
                    <a:cubicBezTo>
                      <a:pt x="41079" y="22795"/>
                      <a:pt x="41455" y="21023"/>
                      <a:pt x="41455" y="19090"/>
                    </a:cubicBezTo>
                    <a:cubicBezTo>
                      <a:pt x="41455" y="15814"/>
                      <a:pt x="40273" y="13022"/>
                      <a:pt x="38018" y="10767"/>
                    </a:cubicBezTo>
                    <a:cubicBezTo>
                      <a:pt x="35709" y="8511"/>
                      <a:pt x="32863" y="7384"/>
                      <a:pt x="29534" y="7384"/>
                    </a:cubicBezTo>
                    <a:cubicBezTo>
                      <a:pt x="26204" y="7384"/>
                      <a:pt x="23304" y="8511"/>
                      <a:pt x="20834" y="10820"/>
                    </a:cubicBezTo>
                    <a:cubicBezTo>
                      <a:pt x="18310" y="13129"/>
                      <a:pt x="16538" y="16835"/>
                      <a:pt x="15518" y="21936"/>
                    </a:cubicBezTo>
                    <a:lnTo>
                      <a:pt x="6926" y="20647"/>
                    </a:lnTo>
                    <a:cubicBezTo>
                      <a:pt x="7785" y="14364"/>
                      <a:pt x="10202" y="9424"/>
                      <a:pt x="14283" y="5773"/>
                    </a:cubicBezTo>
                    <a:cubicBezTo>
                      <a:pt x="18310" y="2175"/>
                      <a:pt x="23358" y="349"/>
                      <a:pt x="29373" y="349"/>
                    </a:cubicBezTo>
                    <a:cubicBezTo>
                      <a:pt x="33400" y="349"/>
                      <a:pt x="37051" y="1208"/>
                      <a:pt x="40327" y="2873"/>
                    </a:cubicBezTo>
                    <a:cubicBezTo>
                      <a:pt x="43603" y="4538"/>
                      <a:pt x="46019" y="6900"/>
                      <a:pt x="47684" y="9907"/>
                    </a:cubicBezTo>
                    <a:cubicBezTo>
                      <a:pt x="49349" y="12968"/>
                      <a:pt x="50154" y="16083"/>
                      <a:pt x="50154" y="19305"/>
                    </a:cubicBezTo>
                    <a:cubicBezTo>
                      <a:pt x="50154" y="24030"/>
                      <a:pt x="48489" y="28541"/>
                      <a:pt x="45106" y="32891"/>
                    </a:cubicBezTo>
                    <a:cubicBezTo>
                      <a:pt x="43066" y="35576"/>
                      <a:pt x="36998" y="40946"/>
                      <a:pt x="26956" y="48893"/>
                    </a:cubicBezTo>
                    <a:cubicBezTo>
                      <a:pt x="22606" y="52276"/>
                      <a:pt x="19438" y="55122"/>
                      <a:pt x="17290" y="57270"/>
                    </a:cubicBezTo>
                    <a:cubicBezTo>
                      <a:pt x="15196" y="59472"/>
                      <a:pt x="13585" y="61566"/>
                      <a:pt x="12565" y="63499"/>
                    </a:cubicBezTo>
                    <a:lnTo>
                      <a:pt x="44247" y="63499"/>
                    </a:lnTo>
                    <a:lnTo>
                      <a:pt x="42582" y="7150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4" name="Freihandform: Form 373">
                <a:extLst>
                  <a:ext uri="{FF2B5EF4-FFF2-40B4-BE49-F238E27FC236}">
                    <a16:creationId xmlns:a16="http://schemas.microsoft.com/office/drawing/2014/main" id="{3C09168D-E976-0A7D-A6CC-0567A3298793}"/>
                  </a:ext>
                </a:extLst>
              </p:cNvPr>
              <p:cNvSpPr/>
              <p:nvPr/>
            </p:nvSpPr>
            <p:spPr>
              <a:xfrm>
                <a:off x="8219705" y="5384202"/>
                <a:ext cx="11974" cy="9880"/>
              </a:xfrm>
              <a:custGeom>
                <a:avLst/>
                <a:gdLst>
                  <a:gd name="connsiteX0" fmla="*/ 325 w 11974"/>
                  <a:gd name="connsiteY0" fmla="*/ 10230 h 9880"/>
                  <a:gd name="connsiteX1" fmla="*/ 2419 w 11974"/>
                  <a:gd name="connsiteY1" fmla="*/ 349 h 9880"/>
                  <a:gd name="connsiteX2" fmla="*/ 12300 w 11974"/>
                  <a:gd name="connsiteY2" fmla="*/ 349 h 9880"/>
                  <a:gd name="connsiteX3" fmla="*/ 10206 w 11974"/>
                  <a:gd name="connsiteY3" fmla="*/ 10230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25" y="10230"/>
                    </a:moveTo>
                    <a:lnTo>
                      <a:pt x="2419" y="349"/>
                    </a:lnTo>
                    <a:lnTo>
                      <a:pt x="12300" y="349"/>
                    </a:lnTo>
                    <a:lnTo>
                      <a:pt x="10206" y="1023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5" name="Freihandform: Form 374">
                <a:extLst>
                  <a:ext uri="{FF2B5EF4-FFF2-40B4-BE49-F238E27FC236}">
                    <a16:creationId xmlns:a16="http://schemas.microsoft.com/office/drawing/2014/main" id="{0A85242E-964A-46A6-9B52-D0A0160F34D8}"/>
                  </a:ext>
                </a:extLst>
              </p:cNvPr>
              <p:cNvSpPr/>
              <p:nvPr/>
            </p:nvSpPr>
            <p:spPr>
              <a:xfrm>
                <a:off x="8256167" y="5322931"/>
                <a:ext cx="32810" cy="71151"/>
              </a:xfrm>
              <a:custGeom>
                <a:avLst/>
                <a:gdLst>
                  <a:gd name="connsiteX0" fmla="*/ 9510 w 32810"/>
                  <a:gd name="connsiteY0" fmla="*/ 71500 h 71151"/>
                  <a:gd name="connsiteX1" fmla="*/ 20679 w 32810"/>
                  <a:gd name="connsiteY1" fmla="*/ 18016 h 71151"/>
                  <a:gd name="connsiteX2" fmla="*/ 327 w 32810"/>
                  <a:gd name="connsiteY2" fmla="*/ 27145 h 71151"/>
                  <a:gd name="connsiteX3" fmla="*/ 1938 w 32810"/>
                  <a:gd name="connsiteY3" fmla="*/ 19197 h 71151"/>
                  <a:gd name="connsiteX4" fmla="*/ 14826 w 32810"/>
                  <a:gd name="connsiteY4" fmla="*/ 12378 h 71151"/>
                  <a:gd name="connsiteX5" fmla="*/ 24384 w 32810"/>
                  <a:gd name="connsiteY5" fmla="*/ 5075 h 71151"/>
                  <a:gd name="connsiteX6" fmla="*/ 28036 w 32810"/>
                  <a:gd name="connsiteY6" fmla="*/ 349 h 71151"/>
                  <a:gd name="connsiteX7" fmla="*/ 33137 w 32810"/>
                  <a:gd name="connsiteY7" fmla="*/ 349 h 71151"/>
                  <a:gd name="connsiteX8" fmla="*/ 18263 w 32810"/>
                  <a:gd name="connsiteY8" fmla="*/ 7150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10" y="71500"/>
                    </a:moveTo>
                    <a:lnTo>
                      <a:pt x="20679" y="18016"/>
                    </a:lnTo>
                    <a:cubicBezTo>
                      <a:pt x="15846" y="21829"/>
                      <a:pt x="9080" y="24836"/>
                      <a:pt x="327" y="27145"/>
                    </a:cubicBezTo>
                    <a:lnTo>
                      <a:pt x="1938" y="19197"/>
                    </a:lnTo>
                    <a:cubicBezTo>
                      <a:pt x="6288" y="17479"/>
                      <a:pt x="10584" y="15224"/>
                      <a:pt x="14826" y="12378"/>
                    </a:cubicBezTo>
                    <a:cubicBezTo>
                      <a:pt x="19068" y="9585"/>
                      <a:pt x="22236" y="7169"/>
                      <a:pt x="24384" y="5075"/>
                    </a:cubicBezTo>
                    <a:cubicBezTo>
                      <a:pt x="25673" y="3786"/>
                      <a:pt x="26908" y="2175"/>
                      <a:pt x="28036" y="349"/>
                    </a:cubicBezTo>
                    <a:lnTo>
                      <a:pt x="33137" y="349"/>
                    </a:lnTo>
                    <a:lnTo>
                      <a:pt x="18263" y="7150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376" name="Grafik 4">
              <a:extLst>
                <a:ext uri="{FF2B5EF4-FFF2-40B4-BE49-F238E27FC236}">
                  <a16:creationId xmlns:a16="http://schemas.microsoft.com/office/drawing/2014/main" id="{0BF72C5B-C220-F3A7-FEEC-F5064EC1BC7E}"/>
                </a:ext>
              </a:extLst>
            </p:cNvPr>
            <p:cNvGrpSpPr/>
            <p:nvPr/>
          </p:nvGrpSpPr>
          <p:grpSpPr>
            <a:xfrm>
              <a:off x="7804521" y="4943549"/>
              <a:ext cx="664926" cy="73245"/>
              <a:chOff x="7804521" y="4943549"/>
              <a:chExt cx="664926" cy="73245"/>
            </a:xfrm>
            <a:solidFill>
              <a:srgbClr val="000000"/>
            </a:solidFill>
          </p:grpSpPr>
          <p:sp>
            <p:nvSpPr>
              <p:cNvPr id="377" name="Freihandform: Form 376">
                <a:extLst>
                  <a:ext uri="{FF2B5EF4-FFF2-40B4-BE49-F238E27FC236}">
                    <a16:creationId xmlns:a16="http://schemas.microsoft.com/office/drawing/2014/main" id="{C67916C0-C4BE-1417-D0E8-BA6B429617EC}"/>
                  </a:ext>
                </a:extLst>
              </p:cNvPr>
              <p:cNvSpPr/>
              <p:nvPr/>
            </p:nvSpPr>
            <p:spPr>
              <a:xfrm>
                <a:off x="7804521" y="4944784"/>
                <a:ext cx="68949" cy="70829"/>
              </a:xfrm>
              <a:custGeom>
                <a:avLst/>
                <a:gdLst>
                  <a:gd name="connsiteX0" fmla="*/ 295 w 68949"/>
                  <a:gd name="connsiteY0" fmla="*/ 71151 h 70829"/>
                  <a:gd name="connsiteX1" fmla="*/ 15062 w 68949"/>
                  <a:gd name="connsiteY1" fmla="*/ 321 h 70829"/>
                  <a:gd name="connsiteX2" fmla="*/ 24567 w 68949"/>
                  <a:gd name="connsiteY2" fmla="*/ 321 h 70829"/>
                  <a:gd name="connsiteX3" fmla="*/ 17425 w 68949"/>
                  <a:gd name="connsiteY3" fmla="*/ 34420 h 70829"/>
                  <a:gd name="connsiteX4" fmla="*/ 55928 w 68949"/>
                  <a:gd name="connsiteY4" fmla="*/ 321 h 70829"/>
                  <a:gd name="connsiteX5" fmla="*/ 69245 w 68949"/>
                  <a:gd name="connsiteY5" fmla="*/ 321 h 70829"/>
                  <a:gd name="connsiteX6" fmla="*/ 36327 w 68949"/>
                  <a:gd name="connsiteY6" fmla="*/ 29158 h 70829"/>
                  <a:gd name="connsiteX7" fmla="*/ 60438 w 68949"/>
                  <a:gd name="connsiteY7" fmla="*/ 71151 h 70829"/>
                  <a:gd name="connsiteX8" fmla="*/ 49859 w 68949"/>
                  <a:gd name="connsiteY8" fmla="*/ 71151 h 70829"/>
                  <a:gd name="connsiteX9" fmla="*/ 29454 w 68949"/>
                  <a:gd name="connsiteY9" fmla="*/ 35226 h 70829"/>
                  <a:gd name="connsiteX10" fmla="*/ 14579 w 68949"/>
                  <a:gd name="connsiteY10" fmla="*/ 48167 h 70829"/>
                  <a:gd name="connsiteX11" fmla="*/ 9746 w 68949"/>
                  <a:gd name="connsiteY11" fmla="*/ 7115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295" y="71151"/>
                    </a:moveTo>
                    <a:lnTo>
                      <a:pt x="15062" y="321"/>
                    </a:lnTo>
                    <a:lnTo>
                      <a:pt x="24567" y="321"/>
                    </a:lnTo>
                    <a:lnTo>
                      <a:pt x="17425" y="34420"/>
                    </a:lnTo>
                    <a:lnTo>
                      <a:pt x="55928" y="321"/>
                    </a:lnTo>
                    <a:lnTo>
                      <a:pt x="69245" y="321"/>
                    </a:lnTo>
                    <a:lnTo>
                      <a:pt x="36327" y="29158"/>
                    </a:lnTo>
                    <a:lnTo>
                      <a:pt x="60438" y="71151"/>
                    </a:lnTo>
                    <a:lnTo>
                      <a:pt x="49859" y="71151"/>
                    </a:lnTo>
                    <a:lnTo>
                      <a:pt x="29454" y="35226"/>
                    </a:lnTo>
                    <a:lnTo>
                      <a:pt x="14579" y="48167"/>
                    </a:lnTo>
                    <a:lnTo>
                      <a:pt x="9746" y="7115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8" name="Freihandform: Form 377">
                <a:extLst>
                  <a:ext uri="{FF2B5EF4-FFF2-40B4-BE49-F238E27FC236}">
                    <a16:creationId xmlns:a16="http://schemas.microsoft.com/office/drawing/2014/main" id="{3E6C6062-DDCC-DA61-5B63-C00C6C36AFFE}"/>
                  </a:ext>
                </a:extLst>
              </p:cNvPr>
              <p:cNvSpPr/>
              <p:nvPr/>
            </p:nvSpPr>
            <p:spPr>
              <a:xfrm>
                <a:off x="7864158" y="4944784"/>
                <a:ext cx="63043" cy="70829"/>
              </a:xfrm>
              <a:custGeom>
                <a:avLst/>
                <a:gdLst>
                  <a:gd name="connsiteX0" fmla="*/ 300 w 63043"/>
                  <a:gd name="connsiteY0" fmla="*/ 71151 h 70829"/>
                  <a:gd name="connsiteX1" fmla="*/ 40467 w 63043"/>
                  <a:gd name="connsiteY1" fmla="*/ 321 h 70829"/>
                  <a:gd name="connsiteX2" fmla="*/ 51636 w 63043"/>
                  <a:gd name="connsiteY2" fmla="*/ 321 h 70829"/>
                  <a:gd name="connsiteX3" fmla="*/ 63343 w 63043"/>
                  <a:gd name="connsiteY3" fmla="*/ 71151 h 70829"/>
                  <a:gd name="connsiteX4" fmla="*/ 54160 w 63043"/>
                  <a:gd name="connsiteY4" fmla="*/ 71151 h 70829"/>
                  <a:gd name="connsiteX5" fmla="*/ 50724 w 63043"/>
                  <a:gd name="connsiteY5" fmla="*/ 50745 h 70829"/>
                  <a:gd name="connsiteX6" fmla="*/ 22048 w 63043"/>
                  <a:gd name="connsiteY6" fmla="*/ 50745 h 70829"/>
                  <a:gd name="connsiteX7" fmla="*/ 10718 w 63043"/>
                  <a:gd name="connsiteY7" fmla="*/ 71151 h 70829"/>
                  <a:gd name="connsiteX8" fmla="*/ 300 w 63043"/>
                  <a:gd name="connsiteY8" fmla="*/ 71151 h 70829"/>
                  <a:gd name="connsiteX9" fmla="*/ 26129 w 63043"/>
                  <a:gd name="connsiteY9" fmla="*/ 43442 h 70829"/>
                  <a:gd name="connsiteX10" fmla="*/ 49542 w 63043"/>
                  <a:gd name="connsiteY10" fmla="*/ 43442 h 70829"/>
                  <a:gd name="connsiteX11" fmla="*/ 46803 w 63043"/>
                  <a:gd name="connsiteY11" fmla="*/ 25667 h 70829"/>
                  <a:gd name="connsiteX12" fmla="*/ 44817 w 63043"/>
                  <a:gd name="connsiteY12" fmla="*/ 8054 h 70829"/>
                  <a:gd name="connsiteX13" fmla="*/ 37782 w 63043"/>
                  <a:gd name="connsiteY13" fmla="*/ 2249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300" y="71151"/>
                    </a:moveTo>
                    <a:lnTo>
                      <a:pt x="40467" y="321"/>
                    </a:lnTo>
                    <a:lnTo>
                      <a:pt x="51636" y="321"/>
                    </a:lnTo>
                    <a:lnTo>
                      <a:pt x="63343" y="71151"/>
                    </a:lnTo>
                    <a:lnTo>
                      <a:pt x="54160" y="71151"/>
                    </a:lnTo>
                    <a:lnTo>
                      <a:pt x="50724" y="50745"/>
                    </a:lnTo>
                    <a:lnTo>
                      <a:pt x="22048" y="50745"/>
                    </a:lnTo>
                    <a:lnTo>
                      <a:pt x="10718" y="71151"/>
                    </a:lnTo>
                    <a:lnTo>
                      <a:pt x="300" y="71151"/>
                    </a:lnTo>
                    <a:moveTo>
                      <a:pt x="26129" y="43442"/>
                    </a:moveTo>
                    <a:lnTo>
                      <a:pt x="49542" y="43442"/>
                    </a:lnTo>
                    <a:lnTo>
                      <a:pt x="46803" y="25667"/>
                    </a:lnTo>
                    <a:cubicBezTo>
                      <a:pt x="45730" y="18633"/>
                      <a:pt x="45085" y="12726"/>
                      <a:pt x="44817" y="8054"/>
                    </a:cubicBezTo>
                    <a:cubicBezTo>
                      <a:pt x="43206" y="12081"/>
                      <a:pt x="40843" y="16914"/>
                      <a:pt x="37782" y="224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79" name="Freihandform: Form 378">
                <a:extLst>
                  <a:ext uri="{FF2B5EF4-FFF2-40B4-BE49-F238E27FC236}">
                    <a16:creationId xmlns:a16="http://schemas.microsoft.com/office/drawing/2014/main" id="{31BE249F-02D7-03F5-3EA4-6BE2B4722736}"/>
                  </a:ext>
                </a:extLst>
              </p:cNvPr>
              <p:cNvSpPr/>
              <p:nvPr/>
            </p:nvSpPr>
            <p:spPr>
              <a:xfrm>
                <a:off x="7941770" y="4943549"/>
                <a:ext cx="66211" cy="73245"/>
              </a:xfrm>
              <a:custGeom>
                <a:avLst/>
                <a:gdLst>
                  <a:gd name="connsiteX0" fmla="*/ 31235 w 66211"/>
                  <a:gd name="connsiteY0" fmla="*/ 44462 h 73245"/>
                  <a:gd name="connsiteX1" fmla="*/ 32954 w 66211"/>
                  <a:gd name="connsiteY1" fmla="*/ 36407 h 73245"/>
                  <a:gd name="connsiteX2" fmla="*/ 63938 w 66211"/>
                  <a:gd name="connsiteY2" fmla="*/ 36407 h 73245"/>
                  <a:gd name="connsiteX3" fmla="*/ 57924 w 66211"/>
                  <a:gd name="connsiteY3" fmla="*/ 65298 h 73245"/>
                  <a:gd name="connsiteX4" fmla="*/ 44553 w 66211"/>
                  <a:gd name="connsiteY4" fmla="*/ 71258 h 73245"/>
                  <a:gd name="connsiteX5" fmla="*/ 29839 w 66211"/>
                  <a:gd name="connsiteY5" fmla="*/ 73567 h 73245"/>
                  <a:gd name="connsiteX6" fmla="*/ 6749 w 66211"/>
                  <a:gd name="connsiteY6" fmla="*/ 64277 h 73245"/>
                  <a:gd name="connsiteX7" fmla="*/ 305 w 66211"/>
                  <a:gd name="connsiteY7" fmla="*/ 44033 h 73245"/>
                  <a:gd name="connsiteX8" fmla="*/ 5943 w 66211"/>
                  <a:gd name="connsiteY8" fmla="*/ 20781 h 73245"/>
                  <a:gd name="connsiteX9" fmla="*/ 20173 w 66211"/>
                  <a:gd name="connsiteY9" fmla="*/ 5315 h 73245"/>
                  <a:gd name="connsiteX10" fmla="*/ 39237 w 66211"/>
                  <a:gd name="connsiteY10" fmla="*/ 321 h 73245"/>
                  <a:gd name="connsiteX11" fmla="*/ 52769 w 66211"/>
                  <a:gd name="connsiteY11" fmla="*/ 3060 h 73245"/>
                  <a:gd name="connsiteX12" fmla="*/ 61951 w 66211"/>
                  <a:gd name="connsiteY12" fmla="*/ 10363 h 73245"/>
                  <a:gd name="connsiteX13" fmla="*/ 66516 w 66211"/>
                  <a:gd name="connsiteY13" fmla="*/ 22284 h 73245"/>
                  <a:gd name="connsiteX14" fmla="*/ 57226 w 66211"/>
                  <a:gd name="connsiteY14" fmla="*/ 23305 h 73245"/>
                  <a:gd name="connsiteX15" fmla="*/ 51050 w 66211"/>
                  <a:gd name="connsiteY15" fmla="*/ 12082 h 73245"/>
                  <a:gd name="connsiteX16" fmla="*/ 38914 w 66211"/>
                  <a:gd name="connsiteY16" fmla="*/ 8215 h 73245"/>
                  <a:gd name="connsiteX17" fmla="*/ 24577 w 66211"/>
                  <a:gd name="connsiteY17" fmla="*/ 12404 h 73245"/>
                  <a:gd name="connsiteX18" fmla="*/ 13891 w 66211"/>
                  <a:gd name="connsiteY18" fmla="*/ 25023 h 73245"/>
                  <a:gd name="connsiteX19" fmla="*/ 9917 w 66211"/>
                  <a:gd name="connsiteY19" fmla="*/ 44140 h 73245"/>
                  <a:gd name="connsiteX20" fmla="*/ 15179 w 66211"/>
                  <a:gd name="connsiteY20" fmla="*/ 60304 h 73245"/>
                  <a:gd name="connsiteX21" fmla="*/ 29732 w 66211"/>
                  <a:gd name="connsiteY21" fmla="*/ 65781 h 73245"/>
                  <a:gd name="connsiteX22" fmla="*/ 49601 w 66211"/>
                  <a:gd name="connsiteY22" fmla="*/ 59659 h 73245"/>
                  <a:gd name="connsiteX23" fmla="*/ 52769 w 66211"/>
                  <a:gd name="connsiteY23" fmla="*/ 44462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35" y="44462"/>
                    </a:moveTo>
                    <a:lnTo>
                      <a:pt x="32954" y="36407"/>
                    </a:lnTo>
                    <a:lnTo>
                      <a:pt x="63938" y="36407"/>
                    </a:lnTo>
                    <a:lnTo>
                      <a:pt x="57924" y="65298"/>
                    </a:lnTo>
                    <a:cubicBezTo>
                      <a:pt x="54004" y="67714"/>
                      <a:pt x="49547" y="69755"/>
                      <a:pt x="44553" y="71258"/>
                    </a:cubicBezTo>
                    <a:cubicBezTo>
                      <a:pt x="39559" y="72816"/>
                      <a:pt x="34672" y="73567"/>
                      <a:pt x="29839" y="73567"/>
                    </a:cubicBezTo>
                    <a:cubicBezTo>
                      <a:pt x="19529" y="73567"/>
                      <a:pt x="11850" y="70506"/>
                      <a:pt x="6749" y="64277"/>
                    </a:cubicBezTo>
                    <a:cubicBezTo>
                      <a:pt x="2453" y="59015"/>
                      <a:pt x="305" y="52249"/>
                      <a:pt x="305" y="44033"/>
                    </a:cubicBezTo>
                    <a:cubicBezTo>
                      <a:pt x="305" y="35495"/>
                      <a:pt x="2184" y="27762"/>
                      <a:pt x="5943" y="20781"/>
                    </a:cubicBezTo>
                    <a:cubicBezTo>
                      <a:pt x="9702" y="13800"/>
                      <a:pt x="14428" y="8645"/>
                      <a:pt x="20173" y="5315"/>
                    </a:cubicBezTo>
                    <a:cubicBezTo>
                      <a:pt x="25865" y="1986"/>
                      <a:pt x="32202" y="321"/>
                      <a:pt x="39237" y="321"/>
                    </a:cubicBezTo>
                    <a:cubicBezTo>
                      <a:pt x="44231" y="321"/>
                      <a:pt x="48741" y="1234"/>
                      <a:pt x="52769" y="3060"/>
                    </a:cubicBezTo>
                    <a:cubicBezTo>
                      <a:pt x="56743" y="4886"/>
                      <a:pt x="59803" y="7302"/>
                      <a:pt x="61951" y="10363"/>
                    </a:cubicBezTo>
                    <a:cubicBezTo>
                      <a:pt x="64046" y="13424"/>
                      <a:pt x="65603" y="17398"/>
                      <a:pt x="66516" y="22284"/>
                    </a:cubicBezTo>
                    <a:lnTo>
                      <a:pt x="57226" y="23305"/>
                    </a:lnTo>
                    <a:cubicBezTo>
                      <a:pt x="56259" y="18418"/>
                      <a:pt x="54165" y="14713"/>
                      <a:pt x="51050" y="12082"/>
                    </a:cubicBezTo>
                    <a:cubicBezTo>
                      <a:pt x="47882" y="9504"/>
                      <a:pt x="43855" y="8215"/>
                      <a:pt x="38914" y="8215"/>
                    </a:cubicBezTo>
                    <a:cubicBezTo>
                      <a:pt x="33813" y="8215"/>
                      <a:pt x="29034" y="9611"/>
                      <a:pt x="24577" y="12404"/>
                    </a:cubicBezTo>
                    <a:cubicBezTo>
                      <a:pt x="20120" y="15196"/>
                      <a:pt x="16576" y="19385"/>
                      <a:pt x="13891" y="25023"/>
                    </a:cubicBezTo>
                    <a:cubicBezTo>
                      <a:pt x="11259" y="30608"/>
                      <a:pt x="9917" y="36998"/>
                      <a:pt x="9917" y="44140"/>
                    </a:cubicBezTo>
                    <a:cubicBezTo>
                      <a:pt x="9917" y="51282"/>
                      <a:pt x="11689" y="56652"/>
                      <a:pt x="15179" y="60304"/>
                    </a:cubicBezTo>
                    <a:cubicBezTo>
                      <a:pt x="18723" y="63955"/>
                      <a:pt x="23556" y="65781"/>
                      <a:pt x="29732" y="65781"/>
                    </a:cubicBezTo>
                    <a:cubicBezTo>
                      <a:pt x="35907" y="65781"/>
                      <a:pt x="42512" y="63740"/>
                      <a:pt x="49601" y="59659"/>
                    </a:cubicBezTo>
                    <a:lnTo>
                      <a:pt x="52769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0" name="Freihandform: Form 379">
                <a:extLst>
                  <a:ext uri="{FF2B5EF4-FFF2-40B4-BE49-F238E27FC236}">
                    <a16:creationId xmlns:a16="http://schemas.microsoft.com/office/drawing/2014/main" id="{5D1A49C8-E67A-EDA0-1A9F-BE1102981B4A}"/>
                  </a:ext>
                </a:extLst>
              </p:cNvPr>
              <p:cNvSpPr/>
              <p:nvPr/>
            </p:nvSpPr>
            <p:spPr>
              <a:xfrm>
                <a:off x="8014954" y="4944462"/>
                <a:ext cx="49833" cy="71151"/>
              </a:xfrm>
              <a:custGeom>
                <a:avLst/>
                <a:gdLst>
                  <a:gd name="connsiteX0" fmla="*/ 310 w 49833"/>
                  <a:gd name="connsiteY0" fmla="*/ 71473 h 71151"/>
                  <a:gd name="connsiteX1" fmla="*/ 4069 w 49833"/>
                  <a:gd name="connsiteY1" fmla="*/ 60841 h 71151"/>
                  <a:gd name="connsiteX2" fmla="*/ 10406 w 49833"/>
                  <a:gd name="connsiteY2" fmla="*/ 52732 h 71151"/>
                  <a:gd name="connsiteX3" fmla="*/ 25656 w 49833"/>
                  <a:gd name="connsiteY3" fmla="*/ 39844 h 71151"/>
                  <a:gd name="connsiteX4" fmla="*/ 35054 w 49833"/>
                  <a:gd name="connsiteY4" fmla="*/ 31789 h 71151"/>
                  <a:gd name="connsiteX5" fmla="*/ 40316 w 49833"/>
                  <a:gd name="connsiteY5" fmla="*/ 24379 h 71151"/>
                  <a:gd name="connsiteX6" fmla="*/ 41444 w 49833"/>
                  <a:gd name="connsiteY6" fmla="*/ 19062 h 71151"/>
                  <a:gd name="connsiteX7" fmla="*/ 38007 w 49833"/>
                  <a:gd name="connsiteY7" fmla="*/ 10739 h 71151"/>
                  <a:gd name="connsiteX8" fmla="*/ 29523 w 49833"/>
                  <a:gd name="connsiteY8" fmla="*/ 7356 h 71151"/>
                  <a:gd name="connsiteX9" fmla="*/ 20823 w 49833"/>
                  <a:gd name="connsiteY9" fmla="*/ 10793 h 71151"/>
                  <a:gd name="connsiteX10" fmla="*/ 15507 w 49833"/>
                  <a:gd name="connsiteY10" fmla="*/ 21909 h 71151"/>
                  <a:gd name="connsiteX11" fmla="*/ 6915 w 49833"/>
                  <a:gd name="connsiteY11" fmla="*/ 20620 h 71151"/>
                  <a:gd name="connsiteX12" fmla="*/ 14272 w 49833"/>
                  <a:gd name="connsiteY12" fmla="*/ 5745 h 71151"/>
                  <a:gd name="connsiteX13" fmla="*/ 29362 w 49833"/>
                  <a:gd name="connsiteY13" fmla="*/ 321 h 71151"/>
                  <a:gd name="connsiteX14" fmla="*/ 40316 w 49833"/>
                  <a:gd name="connsiteY14" fmla="*/ 2845 h 71151"/>
                  <a:gd name="connsiteX15" fmla="*/ 47673 w 49833"/>
                  <a:gd name="connsiteY15" fmla="*/ 9880 h 71151"/>
                  <a:gd name="connsiteX16" fmla="*/ 50143 w 49833"/>
                  <a:gd name="connsiteY16" fmla="*/ 19277 h 71151"/>
                  <a:gd name="connsiteX17" fmla="*/ 45096 w 49833"/>
                  <a:gd name="connsiteY17" fmla="*/ 32863 h 71151"/>
                  <a:gd name="connsiteX18" fmla="*/ 26945 w 49833"/>
                  <a:gd name="connsiteY18" fmla="*/ 48866 h 71151"/>
                  <a:gd name="connsiteX19" fmla="*/ 17279 w 49833"/>
                  <a:gd name="connsiteY19" fmla="*/ 57243 h 71151"/>
                  <a:gd name="connsiteX20" fmla="*/ 12554 w 49833"/>
                  <a:gd name="connsiteY20" fmla="*/ 63472 h 71151"/>
                  <a:gd name="connsiteX21" fmla="*/ 44236 w 49833"/>
                  <a:gd name="connsiteY21" fmla="*/ 63472 h 71151"/>
                  <a:gd name="connsiteX22" fmla="*/ 42572 w 49833"/>
                  <a:gd name="connsiteY22" fmla="*/ 71473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10" y="71473"/>
                    </a:moveTo>
                    <a:cubicBezTo>
                      <a:pt x="1223" y="67231"/>
                      <a:pt x="2458" y="63740"/>
                      <a:pt x="4069" y="60841"/>
                    </a:cubicBezTo>
                    <a:cubicBezTo>
                      <a:pt x="5627" y="57994"/>
                      <a:pt x="7774" y="55309"/>
                      <a:pt x="10406" y="52732"/>
                    </a:cubicBezTo>
                    <a:cubicBezTo>
                      <a:pt x="13037" y="50208"/>
                      <a:pt x="18138" y="45912"/>
                      <a:pt x="25656" y="39844"/>
                    </a:cubicBezTo>
                    <a:cubicBezTo>
                      <a:pt x="30274" y="36246"/>
                      <a:pt x="33389" y="33561"/>
                      <a:pt x="35054" y="31789"/>
                    </a:cubicBezTo>
                    <a:cubicBezTo>
                      <a:pt x="37470" y="29265"/>
                      <a:pt x="39242" y="26795"/>
                      <a:pt x="40316" y="24379"/>
                    </a:cubicBezTo>
                    <a:cubicBezTo>
                      <a:pt x="41068" y="22768"/>
                      <a:pt x="41444" y="20996"/>
                      <a:pt x="41444" y="19062"/>
                    </a:cubicBezTo>
                    <a:cubicBezTo>
                      <a:pt x="41444" y="15787"/>
                      <a:pt x="40262" y="12994"/>
                      <a:pt x="38007" y="10739"/>
                    </a:cubicBezTo>
                    <a:cubicBezTo>
                      <a:pt x="35698" y="8484"/>
                      <a:pt x="32852" y="7356"/>
                      <a:pt x="29523" y="7356"/>
                    </a:cubicBezTo>
                    <a:cubicBezTo>
                      <a:pt x="26193" y="7356"/>
                      <a:pt x="23294" y="8484"/>
                      <a:pt x="20823" y="10793"/>
                    </a:cubicBezTo>
                    <a:cubicBezTo>
                      <a:pt x="18300" y="13102"/>
                      <a:pt x="16527" y="16807"/>
                      <a:pt x="15507" y="21909"/>
                    </a:cubicBezTo>
                    <a:lnTo>
                      <a:pt x="6915" y="20620"/>
                    </a:lnTo>
                    <a:cubicBezTo>
                      <a:pt x="7774" y="14337"/>
                      <a:pt x="10191" y="9397"/>
                      <a:pt x="14272" y="5745"/>
                    </a:cubicBezTo>
                    <a:cubicBezTo>
                      <a:pt x="18300" y="2147"/>
                      <a:pt x="23347" y="321"/>
                      <a:pt x="29362" y="321"/>
                    </a:cubicBezTo>
                    <a:cubicBezTo>
                      <a:pt x="33389" y="321"/>
                      <a:pt x="37041" y="1181"/>
                      <a:pt x="40316" y="2845"/>
                    </a:cubicBezTo>
                    <a:cubicBezTo>
                      <a:pt x="43592" y="4510"/>
                      <a:pt x="46008" y="6873"/>
                      <a:pt x="47673" y="9880"/>
                    </a:cubicBezTo>
                    <a:cubicBezTo>
                      <a:pt x="49338" y="12941"/>
                      <a:pt x="50143" y="16055"/>
                      <a:pt x="50143" y="19277"/>
                    </a:cubicBezTo>
                    <a:cubicBezTo>
                      <a:pt x="50143" y="24003"/>
                      <a:pt x="48479" y="28514"/>
                      <a:pt x="45096" y="32863"/>
                    </a:cubicBezTo>
                    <a:cubicBezTo>
                      <a:pt x="43055" y="35548"/>
                      <a:pt x="36987" y="40918"/>
                      <a:pt x="26945" y="48866"/>
                    </a:cubicBezTo>
                    <a:cubicBezTo>
                      <a:pt x="22595" y="52249"/>
                      <a:pt x="19427" y="55095"/>
                      <a:pt x="17279" y="57243"/>
                    </a:cubicBezTo>
                    <a:cubicBezTo>
                      <a:pt x="15185" y="59444"/>
                      <a:pt x="13574" y="61539"/>
                      <a:pt x="12554" y="63472"/>
                    </a:cubicBezTo>
                    <a:lnTo>
                      <a:pt x="44236" y="63472"/>
                    </a:lnTo>
                    <a:lnTo>
                      <a:pt x="42572" y="7147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1" name="Freihandform: Form 380">
                <a:extLst>
                  <a:ext uri="{FF2B5EF4-FFF2-40B4-BE49-F238E27FC236}">
                    <a16:creationId xmlns:a16="http://schemas.microsoft.com/office/drawing/2014/main" id="{BD1363B6-FA73-BDF7-3201-5E8D5B5E6263}"/>
                  </a:ext>
                </a:extLst>
              </p:cNvPr>
              <p:cNvSpPr/>
              <p:nvPr/>
            </p:nvSpPr>
            <p:spPr>
              <a:xfrm>
                <a:off x="8068709" y="4944784"/>
                <a:ext cx="49188" cy="70829"/>
              </a:xfrm>
              <a:custGeom>
                <a:avLst/>
                <a:gdLst>
                  <a:gd name="connsiteX0" fmla="*/ 25392 w 49188"/>
                  <a:gd name="connsiteY0" fmla="*/ 71151 h 70829"/>
                  <a:gd name="connsiteX1" fmla="*/ 29205 w 49188"/>
                  <a:gd name="connsiteY1" fmla="*/ 53054 h 70829"/>
                  <a:gd name="connsiteX2" fmla="*/ 314 w 49188"/>
                  <a:gd name="connsiteY2" fmla="*/ 53054 h 70829"/>
                  <a:gd name="connsiteX3" fmla="*/ 2140 w 49188"/>
                  <a:gd name="connsiteY3" fmla="*/ 44409 h 70829"/>
                  <a:gd name="connsiteX4" fmla="*/ 41824 w 49188"/>
                  <a:gd name="connsiteY4" fmla="*/ 321 h 70829"/>
                  <a:gd name="connsiteX5" fmla="*/ 48966 w 49188"/>
                  <a:gd name="connsiteY5" fmla="*/ 321 h 70829"/>
                  <a:gd name="connsiteX6" fmla="*/ 39515 w 49188"/>
                  <a:gd name="connsiteY6" fmla="*/ 45321 h 70829"/>
                  <a:gd name="connsiteX7" fmla="*/ 49503 w 49188"/>
                  <a:gd name="connsiteY7" fmla="*/ 45321 h 70829"/>
                  <a:gd name="connsiteX8" fmla="*/ 47892 w 49188"/>
                  <a:gd name="connsiteY8" fmla="*/ 53054 h 70829"/>
                  <a:gd name="connsiteX9" fmla="*/ 37958 w 49188"/>
                  <a:gd name="connsiteY9" fmla="*/ 53054 h 70829"/>
                  <a:gd name="connsiteX10" fmla="*/ 34145 w 49188"/>
                  <a:gd name="connsiteY10" fmla="*/ 71151 h 70829"/>
                  <a:gd name="connsiteX11" fmla="*/ 25392 w 49188"/>
                  <a:gd name="connsiteY11" fmla="*/ 71151 h 70829"/>
                  <a:gd name="connsiteX12" fmla="*/ 30816 w 49188"/>
                  <a:gd name="connsiteY12" fmla="*/ 45321 h 70829"/>
                  <a:gd name="connsiteX13" fmla="*/ 36991 w 49188"/>
                  <a:gd name="connsiteY13" fmla="*/ 15787 h 70829"/>
                  <a:gd name="connsiteX14" fmla="*/ 10571 w 49188"/>
                  <a:gd name="connsiteY14" fmla="*/ 4532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92" y="71151"/>
                    </a:moveTo>
                    <a:lnTo>
                      <a:pt x="29205" y="53054"/>
                    </a:lnTo>
                    <a:lnTo>
                      <a:pt x="314" y="53054"/>
                    </a:lnTo>
                    <a:lnTo>
                      <a:pt x="2140" y="44409"/>
                    </a:lnTo>
                    <a:lnTo>
                      <a:pt x="41824" y="321"/>
                    </a:lnTo>
                    <a:lnTo>
                      <a:pt x="48966" y="321"/>
                    </a:lnTo>
                    <a:lnTo>
                      <a:pt x="39515" y="45321"/>
                    </a:lnTo>
                    <a:lnTo>
                      <a:pt x="49503" y="45321"/>
                    </a:lnTo>
                    <a:lnTo>
                      <a:pt x="47892" y="53054"/>
                    </a:lnTo>
                    <a:lnTo>
                      <a:pt x="37958" y="53054"/>
                    </a:lnTo>
                    <a:lnTo>
                      <a:pt x="34145" y="71151"/>
                    </a:lnTo>
                    <a:lnTo>
                      <a:pt x="25392" y="71151"/>
                    </a:lnTo>
                    <a:moveTo>
                      <a:pt x="30816" y="45321"/>
                    </a:moveTo>
                    <a:lnTo>
                      <a:pt x="36991" y="15787"/>
                    </a:lnTo>
                    <a:lnTo>
                      <a:pt x="10571" y="4532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2" name="Freihandform: Form 381">
                <a:extLst>
                  <a:ext uri="{FF2B5EF4-FFF2-40B4-BE49-F238E27FC236}">
                    <a16:creationId xmlns:a16="http://schemas.microsoft.com/office/drawing/2014/main" id="{F25BE4DF-6251-3DA4-A27E-27757E351C19}"/>
                  </a:ext>
                </a:extLst>
              </p:cNvPr>
              <p:cNvSpPr/>
              <p:nvPr/>
            </p:nvSpPr>
            <p:spPr>
              <a:xfrm>
                <a:off x="8123752" y="4944784"/>
                <a:ext cx="49188" cy="70829"/>
              </a:xfrm>
              <a:custGeom>
                <a:avLst/>
                <a:gdLst>
                  <a:gd name="connsiteX0" fmla="*/ 25396 w 49188"/>
                  <a:gd name="connsiteY0" fmla="*/ 71151 h 70829"/>
                  <a:gd name="connsiteX1" fmla="*/ 29209 w 49188"/>
                  <a:gd name="connsiteY1" fmla="*/ 53054 h 70829"/>
                  <a:gd name="connsiteX2" fmla="*/ 318 w 49188"/>
                  <a:gd name="connsiteY2" fmla="*/ 53054 h 70829"/>
                  <a:gd name="connsiteX3" fmla="*/ 2144 w 49188"/>
                  <a:gd name="connsiteY3" fmla="*/ 44409 h 70829"/>
                  <a:gd name="connsiteX4" fmla="*/ 41828 w 49188"/>
                  <a:gd name="connsiteY4" fmla="*/ 321 h 70829"/>
                  <a:gd name="connsiteX5" fmla="*/ 48970 w 49188"/>
                  <a:gd name="connsiteY5" fmla="*/ 321 h 70829"/>
                  <a:gd name="connsiteX6" fmla="*/ 39519 w 49188"/>
                  <a:gd name="connsiteY6" fmla="*/ 45321 h 70829"/>
                  <a:gd name="connsiteX7" fmla="*/ 49507 w 49188"/>
                  <a:gd name="connsiteY7" fmla="*/ 45321 h 70829"/>
                  <a:gd name="connsiteX8" fmla="*/ 47896 w 49188"/>
                  <a:gd name="connsiteY8" fmla="*/ 53054 h 70829"/>
                  <a:gd name="connsiteX9" fmla="*/ 37962 w 49188"/>
                  <a:gd name="connsiteY9" fmla="*/ 53054 h 70829"/>
                  <a:gd name="connsiteX10" fmla="*/ 34149 w 49188"/>
                  <a:gd name="connsiteY10" fmla="*/ 71151 h 70829"/>
                  <a:gd name="connsiteX11" fmla="*/ 25396 w 49188"/>
                  <a:gd name="connsiteY11" fmla="*/ 71151 h 70829"/>
                  <a:gd name="connsiteX12" fmla="*/ 30820 w 49188"/>
                  <a:gd name="connsiteY12" fmla="*/ 45321 h 70829"/>
                  <a:gd name="connsiteX13" fmla="*/ 36995 w 49188"/>
                  <a:gd name="connsiteY13" fmla="*/ 15787 h 70829"/>
                  <a:gd name="connsiteX14" fmla="*/ 10575 w 49188"/>
                  <a:gd name="connsiteY14" fmla="*/ 4532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96" y="71151"/>
                    </a:moveTo>
                    <a:lnTo>
                      <a:pt x="29209" y="53054"/>
                    </a:lnTo>
                    <a:lnTo>
                      <a:pt x="318" y="53054"/>
                    </a:lnTo>
                    <a:lnTo>
                      <a:pt x="2144" y="44409"/>
                    </a:lnTo>
                    <a:lnTo>
                      <a:pt x="41828" y="321"/>
                    </a:lnTo>
                    <a:lnTo>
                      <a:pt x="48970" y="321"/>
                    </a:lnTo>
                    <a:lnTo>
                      <a:pt x="39519" y="45321"/>
                    </a:lnTo>
                    <a:lnTo>
                      <a:pt x="49507" y="45321"/>
                    </a:lnTo>
                    <a:lnTo>
                      <a:pt x="47896" y="53054"/>
                    </a:lnTo>
                    <a:lnTo>
                      <a:pt x="37962" y="53054"/>
                    </a:lnTo>
                    <a:lnTo>
                      <a:pt x="34149" y="71151"/>
                    </a:lnTo>
                    <a:lnTo>
                      <a:pt x="25396" y="71151"/>
                    </a:lnTo>
                    <a:moveTo>
                      <a:pt x="30820" y="45321"/>
                    </a:moveTo>
                    <a:lnTo>
                      <a:pt x="36995" y="15787"/>
                    </a:lnTo>
                    <a:lnTo>
                      <a:pt x="10575" y="4532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3" name="Freihandform: Form 382">
                <a:extLst>
                  <a:ext uri="{FF2B5EF4-FFF2-40B4-BE49-F238E27FC236}">
                    <a16:creationId xmlns:a16="http://schemas.microsoft.com/office/drawing/2014/main" id="{CB5A2CC2-9668-7943-F050-E7B6A3FD455E}"/>
                  </a:ext>
                </a:extLst>
              </p:cNvPr>
              <p:cNvSpPr/>
              <p:nvPr/>
            </p:nvSpPr>
            <p:spPr>
              <a:xfrm>
                <a:off x="8181158" y="4945751"/>
                <a:ext cx="49779" cy="71044"/>
              </a:xfrm>
              <a:custGeom>
                <a:avLst/>
                <a:gdLst>
                  <a:gd name="connsiteX0" fmla="*/ 376 w 49779"/>
                  <a:gd name="connsiteY0" fmla="*/ 49940 h 71044"/>
                  <a:gd name="connsiteX1" fmla="*/ 9236 w 49779"/>
                  <a:gd name="connsiteY1" fmla="*/ 49080 h 71044"/>
                  <a:gd name="connsiteX2" fmla="*/ 9129 w 49779"/>
                  <a:gd name="connsiteY2" fmla="*/ 51336 h 71044"/>
                  <a:gd name="connsiteX3" fmla="*/ 10794 w 49779"/>
                  <a:gd name="connsiteY3" fmla="*/ 57780 h 71044"/>
                  <a:gd name="connsiteX4" fmla="*/ 15197 w 49779"/>
                  <a:gd name="connsiteY4" fmla="*/ 62720 h 71044"/>
                  <a:gd name="connsiteX5" fmla="*/ 21050 w 49779"/>
                  <a:gd name="connsiteY5" fmla="*/ 64438 h 71044"/>
                  <a:gd name="connsiteX6" fmla="*/ 29320 w 49779"/>
                  <a:gd name="connsiteY6" fmla="*/ 61646 h 71044"/>
                  <a:gd name="connsiteX7" fmla="*/ 36140 w 49779"/>
                  <a:gd name="connsiteY7" fmla="*/ 53484 h 71044"/>
                  <a:gd name="connsiteX8" fmla="*/ 38717 w 49779"/>
                  <a:gd name="connsiteY8" fmla="*/ 42851 h 71044"/>
                  <a:gd name="connsiteX9" fmla="*/ 35227 w 49779"/>
                  <a:gd name="connsiteY9" fmla="*/ 33293 h 71044"/>
                  <a:gd name="connsiteX10" fmla="*/ 26044 w 49779"/>
                  <a:gd name="connsiteY10" fmla="*/ 29749 h 71044"/>
                  <a:gd name="connsiteX11" fmla="*/ 18795 w 49779"/>
                  <a:gd name="connsiteY11" fmla="*/ 31574 h 71044"/>
                  <a:gd name="connsiteX12" fmla="*/ 12458 w 49779"/>
                  <a:gd name="connsiteY12" fmla="*/ 37105 h 71044"/>
                  <a:gd name="connsiteX13" fmla="*/ 4779 w 49779"/>
                  <a:gd name="connsiteY13" fmla="*/ 36568 h 71044"/>
                  <a:gd name="connsiteX14" fmla="*/ 15465 w 49779"/>
                  <a:gd name="connsiteY14" fmla="*/ 321 h 71044"/>
                  <a:gd name="connsiteX15" fmla="*/ 50101 w 49779"/>
                  <a:gd name="connsiteY15" fmla="*/ 321 h 71044"/>
                  <a:gd name="connsiteX16" fmla="*/ 48383 w 49779"/>
                  <a:gd name="connsiteY16" fmla="*/ 8323 h 71044"/>
                  <a:gd name="connsiteX17" fmla="*/ 21480 w 49779"/>
                  <a:gd name="connsiteY17" fmla="*/ 8323 h 71044"/>
                  <a:gd name="connsiteX18" fmla="*/ 16164 w 49779"/>
                  <a:gd name="connsiteY18" fmla="*/ 26366 h 71044"/>
                  <a:gd name="connsiteX19" fmla="*/ 22339 w 49779"/>
                  <a:gd name="connsiteY19" fmla="*/ 23090 h 71044"/>
                  <a:gd name="connsiteX20" fmla="*/ 28837 w 49779"/>
                  <a:gd name="connsiteY20" fmla="*/ 22016 h 71044"/>
                  <a:gd name="connsiteX21" fmla="*/ 42154 w 49779"/>
                  <a:gd name="connsiteY21" fmla="*/ 27386 h 71044"/>
                  <a:gd name="connsiteX22" fmla="*/ 47363 w 49779"/>
                  <a:gd name="connsiteY22" fmla="*/ 42046 h 71044"/>
                  <a:gd name="connsiteX23" fmla="*/ 43819 w 49779"/>
                  <a:gd name="connsiteY23" fmla="*/ 57135 h 71044"/>
                  <a:gd name="connsiteX24" fmla="*/ 33992 w 49779"/>
                  <a:gd name="connsiteY24" fmla="*/ 67714 h 71044"/>
                  <a:gd name="connsiteX25" fmla="*/ 20459 w 49779"/>
                  <a:gd name="connsiteY25" fmla="*/ 71366 h 71044"/>
                  <a:gd name="connsiteX26" fmla="*/ 9666 w 49779"/>
                  <a:gd name="connsiteY26" fmla="*/ 68627 h 71044"/>
                  <a:gd name="connsiteX27" fmla="*/ 2631 w 49779"/>
                  <a:gd name="connsiteY27" fmla="*/ 61055 h 71044"/>
                  <a:gd name="connsiteX28" fmla="*/ 322 w 49779"/>
                  <a:gd name="connsiteY28" fmla="*/ 51389 h 71044"/>
                  <a:gd name="connsiteX29" fmla="*/ 376 w 49779"/>
                  <a:gd name="connsiteY29" fmla="*/ 49940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76" y="49940"/>
                    </a:moveTo>
                    <a:lnTo>
                      <a:pt x="9236" y="49080"/>
                    </a:lnTo>
                    <a:cubicBezTo>
                      <a:pt x="9183" y="50315"/>
                      <a:pt x="9129" y="51067"/>
                      <a:pt x="9129" y="51336"/>
                    </a:cubicBezTo>
                    <a:cubicBezTo>
                      <a:pt x="9129" y="53484"/>
                      <a:pt x="9720" y="55632"/>
                      <a:pt x="10794" y="57780"/>
                    </a:cubicBezTo>
                    <a:cubicBezTo>
                      <a:pt x="11868" y="59928"/>
                      <a:pt x="13317" y="61592"/>
                      <a:pt x="15197" y="62720"/>
                    </a:cubicBezTo>
                    <a:cubicBezTo>
                      <a:pt x="17023" y="63848"/>
                      <a:pt x="18956" y="64438"/>
                      <a:pt x="21050" y="64438"/>
                    </a:cubicBezTo>
                    <a:cubicBezTo>
                      <a:pt x="23735" y="64438"/>
                      <a:pt x="26528" y="63525"/>
                      <a:pt x="29320" y="61646"/>
                    </a:cubicBezTo>
                    <a:cubicBezTo>
                      <a:pt x="32112" y="59767"/>
                      <a:pt x="34368" y="57028"/>
                      <a:pt x="36140" y="53484"/>
                    </a:cubicBezTo>
                    <a:cubicBezTo>
                      <a:pt x="37858" y="49886"/>
                      <a:pt x="38717" y="46342"/>
                      <a:pt x="38717" y="42851"/>
                    </a:cubicBezTo>
                    <a:cubicBezTo>
                      <a:pt x="38717" y="38878"/>
                      <a:pt x="37590" y="35709"/>
                      <a:pt x="35227" y="33293"/>
                    </a:cubicBezTo>
                    <a:cubicBezTo>
                      <a:pt x="32918" y="30930"/>
                      <a:pt x="29803" y="29749"/>
                      <a:pt x="26044" y="29749"/>
                    </a:cubicBezTo>
                    <a:cubicBezTo>
                      <a:pt x="23467" y="29749"/>
                      <a:pt x="21050" y="30339"/>
                      <a:pt x="18795" y="31574"/>
                    </a:cubicBezTo>
                    <a:cubicBezTo>
                      <a:pt x="16539" y="32809"/>
                      <a:pt x="14392" y="34635"/>
                      <a:pt x="12458" y="37105"/>
                    </a:cubicBezTo>
                    <a:lnTo>
                      <a:pt x="4779" y="36568"/>
                    </a:lnTo>
                    <a:lnTo>
                      <a:pt x="15465" y="321"/>
                    </a:lnTo>
                    <a:lnTo>
                      <a:pt x="50101" y="321"/>
                    </a:lnTo>
                    <a:lnTo>
                      <a:pt x="48383" y="8323"/>
                    </a:lnTo>
                    <a:lnTo>
                      <a:pt x="21480" y="8323"/>
                    </a:lnTo>
                    <a:lnTo>
                      <a:pt x="16164" y="26366"/>
                    </a:lnTo>
                    <a:cubicBezTo>
                      <a:pt x="18151" y="24916"/>
                      <a:pt x="20191" y="23788"/>
                      <a:pt x="22339" y="23090"/>
                    </a:cubicBezTo>
                    <a:cubicBezTo>
                      <a:pt x="24433" y="22338"/>
                      <a:pt x="26581" y="22016"/>
                      <a:pt x="28837" y="22016"/>
                    </a:cubicBezTo>
                    <a:cubicBezTo>
                      <a:pt x="34260" y="22016"/>
                      <a:pt x="38664" y="23788"/>
                      <a:pt x="42154" y="27386"/>
                    </a:cubicBezTo>
                    <a:cubicBezTo>
                      <a:pt x="45645" y="30930"/>
                      <a:pt x="47363" y="35817"/>
                      <a:pt x="47363" y="42046"/>
                    </a:cubicBezTo>
                    <a:cubicBezTo>
                      <a:pt x="47363" y="47523"/>
                      <a:pt x="46182" y="52517"/>
                      <a:pt x="43819" y="57135"/>
                    </a:cubicBezTo>
                    <a:cubicBezTo>
                      <a:pt x="41402" y="61700"/>
                      <a:pt x="38127" y="65244"/>
                      <a:pt x="33992" y="67714"/>
                    </a:cubicBezTo>
                    <a:cubicBezTo>
                      <a:pt x="29803" y="70184"/>
                      <a:pt x="25293" y="71366"/>
                      <a:pt x="20459" y="71366"/>
                    </a:cubicBezTo>
                    <a:cubicBezTo>
                      <a:pt x="16378" y="71366"/>
                      <a:pt x="12834" y="70453"/>
                      <a:pt x="9666" y="68627"/>
                    </a:cubicBezTo>
                    <a:cubicBezTo>
                      <a:pt x="6551" y="66801"/>
                      <a:pt x="4242" y="64277"/>
                      <a:pt x="2631" y="61055"/>
                    </a:cubicBezTo>
                    <a:cubicBezTo>
                      <a:pt x="1074" y="57833"/>
                      <a:pt x="322" y="54611"/>
                      <a:pt x="322" y="51389"/>
                    </a:cubicBezTo>
                    <a:cubicBezTo>
                      <a:pt x="322" y="51067"/>
                      <a:pt x="322" y="50584"/>
                      <a:pt x="376" y="499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4" name="Freihandform: Form 383">
                <a:extLst>
                  <a:ext uri="{FF2B5EF4-FFF2-40B4-BE49-F238E27FC236}">
                    <a16:creationId xmlns:a16="http://schemas.microsoft.com/office/drawing/2014/main" id="{0F9CD1DF-1E77-F867-B8E1-EE513CAF5F7E}"/>
                  </a:ext>
                </a:extLst>
              </p:cNvPr>
              <p:cNvSpPr/>
              <p:nvPr/>
            </p:nvSpPr>
            <p:spPr>
              <a:xfrm>
                <a:off x="8237611" y="4944462"/>
                <a:ext cx="47953" cy="72332"/>
              </a:xfrm>
              <a:custGeom>
                <a:avLst/>
                <a:gdLst>
                  <a:gd name="connsiteX0" fmla="*/ 11979 w 47953"/>
                  <a:gd name="connsiteY0" fmla="*/ 30393 h 72332"/>
                  <a:gd name="connsiteX1" fmla="*/ 19282 w 47953"/>
                  <a:gd name="connsiteY1" fmla="*/ 25829 h 72332"/>
                  <a:gd name="connsiteX2" fmla="*/ 26532 w 47953"/>
                  <a:gd name="connsiteY2" fmla="*/ 24325 h 72332"/>
                  <a:gd name="connsiteX3" fmla="*/ 39849 w 47953"/>
                  <a:gd name="connsiteY3" fmla="*/ 29802 h 72332"/>
                  <a:gd name="connsiteX4" fmla="*/ 45112 w 47953"/>
                  <a:gd name="connsiteY4" fmla="*/ 44677 h 72332"/>
                  <a:gd name="connsiteX5" fmla="*/ 37271 w 47953"/>
                  <a:gd name="connsiteY5" fmla="*/ 65298 h 72332"/>
                  <a:gd name="connsiteX6" fmla="*/ 20839 w 47953"/>
                  <a:gd name="connsiteY6" fmla="*/ 72654 h 72332"/>
                  <a:gd name="connsiteX7" fmla="*/ 6179 w 47953"/>
                  <a:gd name="connsiteY7" fmla="*/ 66210 h 72332"/>
                  <a:gd name="connsiteX8" fmla="*/ 326 w 47953"/>
                  <a:gd name="connsiteY8" fmla="*/ 47845 h 72332"/>
                  <a:gd name="connsiteX9" fmla="*/ 4085 w 47953"/>
                  <a:gd name="connsiteY9" fmla="*/ 25775 h 72332"/>
                  <a:gd name="connsiteX10" fmla="*/ 11281 w 47953"/>
                  <a:gd name="connsiteY10" fmla="*/ 11330 h 72332"/>
                  <a:gd name="connsiteX11" fmla="*/ 20356 w 47953"/>
                  <a:gd name="connsiteY11" fmla="*/ 3006 h 72332"/>
                  <a:gd name="connsiteX12" fmla="*/ 31203 w 47953"/>
                  <a:gd name="connsiteY12" fmla="*/ 321 h 72332"/>
                  <a:gd name="connsiteX13" fmla="*/ 43017 w 47953"/>
                  <a:gd name="connsiteY13" fmla="*/ 4832 h 72332"/>
                  <a:gd name="connsiteX14" fmla="*/ 48280 w 47953"/>
                  <a:gd name="connsiteY14" fmla="*/ 17774 h 72332"/>
                  <a:gd name="connsiteX15" fmla="*/ 40117 w 47953"/>
                  <a:gd name="connsiteY15" fmla="*/ 18579 h 72332"/>
                  <a:gd name="connsiteX16" fmla="*/ 36896 w 47953"/>
                  <a:gd name="connsiteY16" fmla="*/ 10256 h 72332"/>
                  <a:gd name="connsiteX17" fmla="*/ 30559 w 47953"/>
                  <a:gd name="connsiteY17" fmla="*/ 7678 h 72332"/>
                  <a:gd name="connsiteX18" fmla="*/ 22719 w 47953"/>
                  <a:gd name="connsiteY18" fmla="*/ 10739 h 72332"/>
                  <a:gd name="connsiteX19" fmla="*/ 15899 w 47953"/>
                  <a:gd name="connsiteY19" fmla="*/ 19761 h 72332"/>
                  <a:gd name="connsiteX20" fmla="*/ 11979 w 47953"/>
                  <a:gd name="connsiteY20" fmla="*/ 30393 h 72332"/>
                  <a:gd name="connsiteX21" fmla="*/ 8918 w 47953"/>
                  <a:gd name="connsiteY21" fmla="*/ 51551 h 72332"/>
                  <a:gd name="connsiteX22" fmla="*/ 12623 w 47953"/>
                  <a:gd name="connsiteY22" fmla="*/ 61646 h 72332"/>
                  <a:gd name="connsiteX23" fmla="*/ 21054 w 47953"/>
                  <a:gd name="connsiteY23" fmla="*/ 65727 h 72332"/>
                  <a:gd name="connsiteX24" fmla="*/ 28035 w 47953"/>
                  <a:gd name="connsiteY24" fmla="*/ 63257 h 72332"/>
                  <a:gd name="connsiteX25" fmla="*/ 34264 w 47953"/>
                  <a:gd name="connsiteY25" fmla="*/ 55685 h 72332"/>
                  <a:gd name="connsiteX26" fmla="*/ 36788 w 47953"/>
                  <a:gd name="connsiteY26" fmla="*/ 45590 h 72332"/>
                  <a:gd name="connsiteX27" fmla="*/ 33244 w 47953"/>
                  <a:gd name="connsiteY27" fmla="*/ 35226 h 72332"/>
                  <a:gd name="connsiteX28" fmla="*/ 24652 w 47953"/>
                  <a:gd name="connsiteY28" fmla="*/ 31306 h 72332"/>
                  <a:gd name="connsiteX29" fmla="*/ 13912 w 47953"/>
                  <a:gd name="connsiteY29" fmla="*/ 36998 h 72332"/>
                  <a:gd name="connsiteX30" fmla="*/ 8918 w 47953"/>
                  <a:gd name="connsiteY30" fmla="*/ 5155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79" y="30393"/>
                    </a:moveTo>
                    <a:cubicBezTo>
                      <a:pt x="14396" y="28352"/>
                      <a:pt x="16866" y="26849"/>
                      <a:pt x="19282" y="25829"/>
                    </a:cubicBezTo>
                    <a:cubicBezTo>
                      <a:pt x="21699" y="24808"/>
                      <a:pt x="24115" y="24325"/>
                      <a:pt x="26532" y="24325"/>
                    </a:cubicBezTo>
                    <a:cubicBezTo>
                      <a:pt x="31902" y="24325"/>
                      <a:pt x="36359" y="26151"/>
                      <a:pt x="39849" y="29802"/>
                    </a:cubicBezTo>
                    <a:cubicBezTo>
                      <a:pt x="43339" y="33508"/>
                      <a:pt x="45112" y="38448"/>
                      <a:pt x="45112" y="44677"/>
                    </a:cubicBezTo>
                    <a:cubicBezTo>
                      <a:pt x="45112" y="52678"/>
                      <a:pt x="42534" y="59552"/>
                      <a:pt x="37271" y="65298"/>
                    </a:cubicBezTo>
                    <a:cubicBezTo>
                      <a:pt x="32761" y="70238"/>
                      <a:pt x="27283" y="72654"/>
                      <a:pt x="20839" y="72654"/>
                    </a:cubicBezTo>
                    <a:cubicBezTo>
                      <a:pt x="14986" y="72654"/>
                      <a:pt x="10100" y="70506"/>
                      <a:pt x="6179" y="66210"/>
                    </a:cubicBezTo>
                    <a:cubicBezTo>
                      <a:pt x="2259" y="61915"/>
                      <a:pt x="326" y="55793"/>
                      <a:pt x="326" y="47845"/>
                    </a:cubicBezTo>
                    <a:cubicBezTo>
                      <a:pt x="326" y="40703"/>
                      <a:pt x="1561" y="33346"/>
                      <a:pt x="4085" y="25775"/>
                    </a:cubicBezTo>
                    <a:cubicBezTo>
                      <a:pt x="6018" y="19922"/>
                      <a:pt x="8435" y="15089"/>
                      <a:pt x="11281" y="11330"/>
                    </a:cubicBezTo>
                    <a:cubicBezTo>
                      <a:pt x="14127" y="7517"/>
                      <a:pt x="17134" y="4778"/>
                      <a:pt x="20356" y="3006"/>
                    </a:cubicBezTo>
                    <a:cubicBezTo>
                      <a:pt x="23578" y="1234"/>
                      <a:pt x="27176" y="321"/>
                      <a:pt x="31203" y="321"/>
                    </a:cubicBezTo>
                    <a:cubicBezTo>
                      <a:pt x="36036" y="321"/>
                      <a:pt x="39956" y="1825"/>
                      <a:pt x="43017" y="4832"/>
                    </a:cubicBezTo>
                    <a:cubicBezTo>
                      <a:pt x="46078" y="7839"/>
                      <a:pt x="47850" y="12189"/>
                      <a:pt x="48280" y="17774"/>
                    </a:cubicBezTo>
                    <a:lnTo>
                      <a:pt x="40117" y="18579"/>
                    </a:lnTo>
                    <a:cubicBezTo>
                      <a:pt x="39688" y="14713"/>
                      <a:pt x="38614" y="11974"/>
                      <a:pt x="36896" y="10256"/>
                    </a:cubicBezTo>
                    <a:cubicBezTo>
                      <a:pt x="35177" y="8537"/>
                      <a:pt x="33029" y="7678"/>
                      <a:pt x="30559" y="7678"/>
                    </a:cubicBezTo>
                    <a:cubicBezTo>
                      <a:pt x="27981" y="7678"/>
                      <a:pt x="25350" y="8698"/>
                      <a:pt x="22719" y="10739"/>
                    </a:cubicBezTo>
                    <a:cubicBezTo>
                      <a:pt x="20034" y="12726"/>
                      <a:pt x="17779" y="15733"/>
                      <a:pt x="15899" y="19761"/>
                    </a:cubicBezTo>
                    <a:cubicBezTo>
                      <a:pt x="13966" y="23734"/>
                      <a:pt x="12677" y="27279"/>
                      <a:pt x="11979" y="30393"/>
                    </a:cubicBezTo>
                    <a:moveTo>
                      <a:pt x="8918" y="51551"/>
                    </a:moveTo>
                    <a:cubicBezTo>
                      <a:pt x="8918" y="55578"/>
                      <a:pt x="10153" y="58907"/>
                      <a:pt x="12623" y="61646"/>
                    </a:cubicBezTo>
                    <a:cubicBezTo>
                      <a:pt x="15147" y="64385"/>
                      <a:pt x="17940" y="65727"/>
                      <a:pt x="21054" y="65727"/>
                    </a:cubicBezTo>
                    <a:cubicBezTo>
                      <a:pt x="23256" y="65727"/>
                      <a:pt x="25565" y="64868"/>
                      <a:pt x="28035" y="63257"/>
                    </a:cubicBezTo>
                    <a:cubicBezTo>
                      <a:pt x="30452" y="61592"/>
                      <a:pt x="32546" y="59068"/>
                      <a:pt x="34264" y="55685"/>
                    </a:cubicBezTo>
                    <a:cubicBezTo>
                      <a:pt x="35929" y="52302"/>
                      <a:pt x="36788" y="48919"/>
                      <a:pt x="36788" y="45590"/>
                    </a:cubicBezTo>
                    <a:cubicBezTo>
                      <a:pt x="36788" y="41240"/>
                      <a:pt x="35607" y="37804"/>
                      <a:pt x="33244" y="35226"/>
                    </a:cubicBezTo>
                    <a:cubicBezTo>
                      <a:pt x="30881" y="32595"/>
                      <a:pt x="28035" y="31306"/>
                      <a:pt x="24652" y="31306"/>
                    </a:cubicBezTo>
                    <a:cubicBezTo>
                      <a:pt x="20839" y="31306"/>
                      <a:pt x="17242" y="33185"/>
                      <a:pt x="13912" y="36998"/>
                    </a:cubicBezTo>
                    <a:cubicBezTo>
                      <a:pt x="10583" y="40757"/>
                      <a:pt x="8918" y="45644"/>
                      <a:pt x="8918" y="515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5" name="Freihandform: Form 384">
                <a:extLst>
                  <a:ext uri="{FF2B5EF4-FFF2-40B4-BE49-F238E27FC236}">
                    <a16:creationId xmlns:a16="http://schemas.microsoft.com/office/drawing/2014/main" id="{AD7DF875-C81D-64C1-9CEB-8FC4058E4A57}"/>
                  </a:ext>
                </a:extLst>
              </p:cNvPr>
              <p:cNvSpPr/>
              <p:nvPr/>
            </p:nvSpPr>
            <p:spPr>
              <a:xfrm>
                <a:off x="8288895" y="4944784"/>
                <a:ext cx="49188" cy="70829"/>
              </a:xfrm>
              <a:custGeom>
                <a:avLst/>
                <a:gdLst>
                  <a:gd name="connsiteX0" fmla="*/ 25408 w 49188"/>
                  <a:gd name="connsiteY0" fmla="*/ 71151 h 70829"/>
                  <a:gd name="connsiteX1" fmla="*/ 29221 w 49188"/>
                  <a:gd name="connsiteY1" fmla="*/ 53054 h 70829"/>
                  <a:gd name="connsiteX2" fmla="*/ 330 w 49188"/>
                  <a:gd name="connsiteY2" fmla="*/ 53054 h 70829"/>
                  <a:gd name="connsiteX3" fmla="*/ 2156 w 49188"/>
                  <a:gd name="connsiteY3" fmla="*/ 44409 h 70829"/>
                  <a:gd name="connsiteX4" fmla="*/ 41840 w 49188"/>
                  <a:gd name="connsiteY4" fmla="*/ 321 h 70829"/>
                  <a:gd name="connsiteX5" fmla="*/ 48982 w 49188"/>
                  <a:gd name="connsiteY5" fmla="*/ 321 h 70829"/>
                  <a:gd name="connsiteX6" fmla="*/ 39531 w 49188"/>
                  <a:gd name="connsiteY6" fmla="*/ 45321 h 70829"/>
                  <a:gd name="connsiteX7" fmla="*/ 49519 w 49188"/>
                  <a:gd name="connsiteY7" fmla="*/ 45321 h 70829"/>
                  <a:gd name="connsiteX8" fmla="*/ 47908 w 49188"/>
                  <a:gd name="connsiteY8" fmla="*/ 53054 h 70829"/>
                  <a:gd name="connsiteX9" fmla="*/ 37974 w 49188"/>
                  <a:gd name="connsiteY9" fmla="*/ 53054 h 70829"/>
                  <a:gd name="connsiteX10" fmla="*/ 34161 w 49188"/>
                  <a:gd name="connsiteY10" fmla="*/ 71151 h 70829"/>
                  <a:gd name="connsiteX11" fmla="*/ 25408 w 49188"/>
                  <a:gd name="connsiteY11" fmla="*/ 71151 h 70829"/>
                  <a:gd name="connsiteX12" fmla="*/ 30832 w 49188"/>
                  <a:gd name="connsiteY12" fmla="*/ 45321 h 70829"/>
                  <a:gd name="connsiteX13" fmla="*/ 37007 w 49188"/>
                  <a:gd name="connsiteY13" fmla="*/ 15787 h 70829"/>
                  <a:gd name="connsiteX14" fmla="*/ 10587 w 49188"/>
                  <a:gd name="connsiteY14" fmla="*/ 4532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08" y="71151"/>
                    </a:moveTo>
                    <a:lnTo>
                      <a:pt x="29221" y="53054"/>
                    </a:lnTo>
                    <a:lnTo>
                      <a:pt x="330" y="53054"/>
                    </a:lnTo>
                    <a:lnTo>
                      <a:pt x="2156" y="44409"/>
                    </a:lnTo>
                    <a:lnTo>
                      <a:pt x="41840" y="321"/>
                    </a:lnTo>
                    <a:lnTo>
                      <a:pt x="48982" y="321"/>
                    </a:lnTo>
                    <a:lnTo>
                      <a:pt x="39531" y="45321"/>
                    </a:lnTo>
                    <a:lnTo>
                      <a:pt x="49519" y="45321"/>
                    </a:lnTo>
                    <a:lnTo>
                      <a:pt x="47908" y="53054"/>
                    </a:lnTo>
                    <a:lnTo>
                      <a:pt x="37974" y="53054"/>
                    </a:lnTo>
                    <a:lnTo>
                      <a:pt x="34161" y="71151"/>
                    </a:lnTo>
                    <a:lnTo>
                      <a:pt x="25408" y="71151"/>
                    </a:lnTo>
                    <a:moveTo>
                      <a:pt x="30832" y="45321"/>
                    </a:moveTo>
                    <a:lnTo>
                      <a:pt x="37007" y="15787"/>
                    </a:lnTo>
                    <a:lnTo>
                      <a:pt x="10587" y="4532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6" name="Freihandform: Form 385">
                <a:extLst>
                  <a:ext uri="{FF2B5EF4-FFF2-40B4-BE49-F238E27FC236}">
                    <a16:creationId xmlns:a16="http://schemas.microsoft.com/office/drawing/2014/main" id="{54AAE203-3D40-228C-9E9A-C78DCD105C63}"/>
                  </a:ext>
                </a:extLst>
              </p:cNvPr>
              <p:cNvSpPr/>
              <p:nvPr/>
            </p:nvSpPr>
            <p:spPr>
              <a:xfrm>
                <a:off x="8343938" y="4944784"/>
                <a:ext cx="49188" cy="70829"/>
              </a:xfrm>
              <a:custGeom>
                <a:avLst/>
                <a:gdLst>
                  <a:gd name="connsiteX0" fmla="*/ 25412 w 49188"/>
                  <a:gd name="connsiteY0" fmla="*/ 71151 h 70829"/>
                  <a:gd name="connsiteX1" fmla="*/ 29225 w 49188"/>
                  <a:gd name="connsiteY1" fmla="*/ 53054 h 70829"/>
                  <a:gd name="connsiteX2" fmla="*/ 334 w 49188"/>
                  <a:gd name="connsiteY2" fmla="*/ 53054 h 70829"/>
                  <a:gd name="connsiteX3" fmla="*/ 2160 w 49188"/>
                  <a:gd name="connsiteY3" fmla="*/ 44409 h 70829"/>
                  <a:gd name="connsiteX4" fmla="*/ 41844 w 49188"/>
                  <a:gd name="connsiteY4" fmla="*/ 321 h 70829"/>
                  <a:gd name="connsiteX5" fmla="*/ 48986 w 49188"/>
                  <a:gd name="connsiteY5" fmla="*/ 321 h 70829"/>
                  <a:gd name="connsiteX6" fmla="*/ 39535 w 49188"/>
                  <a:gd name="connsiteY6" fmla="*/ 45321 h 70829"/>
                  <a:gd name="connsiteX7" fmla="*/ 49523 w 49188"/>
                  <a:gd name="connsiteY7" fmla="*/ 45321 h 70829"/>
                  <a:gd name="connsiteX8" fmla="*/ 47912 w 49188"/>
                  <a:gd name="connsiteY8" fmla="*/ 53054 h 70829"/>
                  <a:gd name="connsiteX9" fmla="*/ 37978 w 49188"/>
                  <a:gd name="connsiteY9" fmla="*/ 53054 h 70829"/>
                  <a:gd name="connsiteX10" fmla="*/ 34165 w 49188"/>
                  <a:gd name="connsiteY10" fmla="*/ 71151 h 70829"/>
                  <a:gd name="connsiteX11" fmla="*/ 25412 w 49188"/>
                  <a:gd name="connsiteY11" fmla="*/ 71151 h 70829"/>
                  <a:gd name="connsiteX12" fmla="*/ 30836 w 49188"/>
                  <a:gd name="connsiteY12" fmla="*/ 45321 h 70829"/>
                  <a:gd name="connsiteX13" fmla="*/ 37011 w 49188"/>
                  <a:gd name="connsiteY13" fmla="*/ 15787 h 70829"/>
                  <a:gd name="connsiteX14" fmla="*/ 10591 w 49188"/>
                  <a:gd name="connsiteY14" fmla="*/ 4532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12" y="71151"/>
                    </a:moveTo>
                    <a:lnTo>
                      <a:pt x="29225" y="53054"/>
                    </a:lnTo>
                    <a:lnTo>
                      <a:pt x="334" y="53054"/>
                    </a:lnTo>
                    <a:lnTo>
                      <a:pt x="2160" y="44409"/>
                    </a:lnTo>
                    <a:lnTo>
                      <a:pt x="41844" y="321"/>
                    </a:lnTo>
                    <a:lnTo>
                      <a:pt x="48986" y="321"/>
                    </a:lnTo>
                    <a:lnTo>
                      <a:pt x="39535" y="45321"/>
                    </a:lnTo>
                    <a:lnTo>
                      <a:pt x="49523" y="45321"/>
                    </a:lnTo>
                    <a:lnTo>
                      <a:pt x="47912" y="53054"/>
                    </a:lnTo>
                    <a:lnTo>
                      <a:pt x="37978" y="53054"/>
                    </a:lnTo>
                    <a:lnTo>
                      <a:pt x="34165" y="71151"/>
                    </a:lnTo>
                    <a:lnTo>
                      <a:pt x="25412" y="71151"/>
                    </a:lnTo>
                    <a:moveTo>
                      <a:pt x="30836" y="45321"/>
                    </a:moveTo>
                    <a:lnTo>
                      <a:pt x="37011" y="15787"/>
                    </a:lnTo>
                    <a:lnTo>
                      <a:pt x="10591" y="4532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7" name="Freihandform: Form 386">
                <a:extLst>
                  <a:ext uri="{FF2B5EF4-FFF2-40B4-BE49-F238E27FC236}">
                    <a16:creationId xmlns:a16="http://schemas.microsoft.com/office/drawing/2014/main" id="{AD7B4FFB-A023-858A-2D2C-AFC20ACF0B18}"/>
                  </a:ext>
                </a:extLst>
              </p:cNvPr>
              <p:cNvSpPr/>
              <p:nvPr/>
            </p:nvSpPr>
            <p:spPr>
              <a:xfrm>
                <a:off x="8400176" y="5005733"/>
                <a:ext cx="11974" cy="9880"/>
              </a:xfrm>
              <a:custGeom>
                <a:avLst/>
                <a:gdLst>
                  <a:gd name="connsiteX0" fmla="*/ 338 w 11974"/>
                  <a:gd name="connsiteY0" fmla="*/ 10202 h 9880"/>
                  <a:gd name="connsiteX1" fmla="*/ 2433 w 11974"/>
                  <a:gd name="connsiteY1" fmla="*/ 321 h 9880"/>
                  <a:gd name="connsiteX2" fmla="*/ 12313 w 11974"/>
                  <a:gd name="connsiteY2" fmla="*/ 321 h 9880"/>
                  <a:gd name="connsiteX3" fmla="*/ 10219 w 11974"/>
                  <a:gd name="connsiteY3" fmla="*/ 10202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38" y="10202"/>
                    </a:moveTo>
                    <a:lnTo>
                      <a:pt x="2433" y="321"/>
                    </a:lnTo>
                    <a:lnTo>
                      <a:pt x="12313" y="321"/>
                    </a:lnTo>
                    <a:lnTo>
                      <a:pt x="10219" y="1020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88" name="Freihandform: Form 387">
                <a:extLst>
                  <a:ext uri="{FF2B5EF4-FFF2-40B4-BE49-F238E27FC236}">
                    <a16:creationId xmlns:a16="http://schemas.microsoft.com/office/drawing/2014/main" id="{CF93FAA3-54C8-EC00-57A0-8F485FF5CC99}"/>
                  </a:ext>
                </a:extLst>
              </p:cNvPr>
              <p:cNvSpPr/>
              <p:nvPr/>
            </p:nvSpPr>
            <p:spPr>
              <a:xfrm>
                <a:off x="8436638" y="4944462"/>
                <a:ext cx="32810" cy="71151"/>
              </a:xfrm>
              <a:custGeom>
                <a:avLst/>
                <a:gdLst>
                  <a:gd name="connsiteX0" fmla="*/ 9523 w 32810"/>
                  <a:gd name="connsiteY0" fmla="*/ 71473 h 71151"/>
                  <a:gd name="connsiteX1" fmla="*/ 20692 w 32810"/>
                  <a:gd name="connsiteY1" fmla="*/ 17989 h 71151"/>
                  <a:gd name="connsiteX2" fmla="*/ 340 w 32810"/>
                  <a:gd name="connsiteY2" fmla="*/ 27117 h 71151"/>
                  <a:gd name="connsiteX3" fmla="*/ 1951 w 32810"/>
                  <a:gd name="connsiteY3" fmla="*/ 19170 h 71151"/>
                  <a:gd name="connsiteX4" fmla="*/ 14839 w 32810"/>
                  <a:gd name="connsiteY4" fmla="*/ 12350 h 71151"/>
                  <a:gd name="connsiteX5" fmla="*/ 24398 w 32810"/>
                  <a:gd name="connsiteY5" fmla="*/ 5047 h 71151"/>
                  <a:gd name="connsiteX6" fmla="*/ 28049 w 32810"/>
                  <a:gd name="connsiteY6" fmla="*/ 321 h 71151"/>
                  <a:gd name="connsiteX7" fmla="*/ 33150 w 32810"/>
                  <a:gd name="connsiteY7" fmla="*/ 321 h 71151"/>
                  <a:gd name="connsiteX8" fmla="*/ 18276 w 32810"/>
                  <a:gd name="connsiteY8" fmla="*/ 71473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23" y="71473"/>
                    </a:moveTo>
                    <a:lnTo>
                      <a:pt x="20692" y="17989"/>
                    </a:lnTo>
                    <a:cubicBezTo>
                      <a:pt x="15859" y="21801"/>
                      <a:pt x="9093" y="24808"/>
                      <a:pt x="340" y="27117"/>
                    </a:cubicBezTo>
                    <a:lnTo>
                      <a:pt x="1951" y="19170"/>
                    </a:lnTo>
                    <a:cubicBezTo>
                      <a:pt x="6301" y="17451"/>
                      <a:pt x="10597" y="15196"/>
                      <a:pt x="14839" y="12350"/>
                    </a:cubicBezTo>
                    <a:cubicBezTo>
                      <a:pt x="19081" y="9558"/>
                      <a:pt x="22250" y="7141"/>
                      <a:pt x="24398" y="5047"/>
                    </a:cubicBezTo>
                    <a:cubicBezTo>
                      <a:pt x="25686" y="3758"/>
                      <a:pt x="26921" y="2147"/>
                      <a:pt x="28049" y="321"/>
                    </a:cubicBezTo>
                    <a:lnTo>
                      <a:pt x="33150" y="321"/>
                    </a:lnTo>
                    <a:lnTo>
                      <a:pt x="18276" y="7147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389" name="Grafik 4">
              <a:extLst>
                <a:ext uri="{FF2B5EF4-FFF2-40B4-BE49-F238E27FC236}">
                  <a16:creationId xmlns:a16="http://schemas.microsoft.com/office/drawing/2014/main" id="{569F5BF2-D991-0108-E723-C471E8881410}"/>
                </a:ext>
              </a:extLst>
            </p:cNvPr>
            <p:cNvGrpSpPr/>
            <p:nvPr/>
          </p:nvGrpSpPr>
          <p:grpSpPr>
            <a:xfrm>
              <a:off x="8037958" y="4690934"/>
              <a:ext cx="500128" cy="73299"/>
              <a:chOff x="8037958" y="4690934"/>
              <a:chExt cx="500128" cy="73299"/>
            </a:xfrm>
            <a:solidFill>
              <a:srgbClr val="000000"/>
            </a:solidFill>
          </p:grpSpPr>
          <p:sp>
            <p:nvSpPr>
              <p:cNvPr id="390" name="Freihandform: Form 389">
                <a:extLst>
                  <a:ext uri="{FF2B5EF4-FFF2-40B4-BE49-F238E27FC236}">
                    <a16:creationId xmlns:a16="http://schemas.microsoft.com/office/drawing/2014/main" id="{4D2BE786-2E88-B71E-7FC2-19929F9F928C}"/>
                  </a:ext>
                </a:extLst>
              </p:cNvPr>
              <p:cNvSpPr/>
              <p:nvPr/>
            </p:nvSpPr>
            <p:spPr>
              <a:xfrm>
                <a:off x="8037958" y="4690934"/>
                <a:ext cx="66211" cy="73245"/>
              </a:xfrm>
              <a:custGeom>
                <a:avLst/>
                <a:gdLst>
                  <a:gd name="connsiteX0" fmla="*/ 31242 w 66211"/>
                  <a:gd name="connsiteY0" fmla="*/ 44444 h 73245"/>
                  <a:gd name="connsiteX1" fmla="*/ 32961 w 66211"/>
                  <a:gd name="connsiteY1" fmla="*/ 36389 h 73245"/>
                  <a:gd name="connsiteX2" fmla="*/ 63945 w 66211"/>
                  <a:gd name="connsiteY2" fmla="*/ 36389 h 73245"/>
                  <a:gd name="connsiteX3" fmla="*/ 57931 w 66211"/>
                  <a:gd name="connsiteY3" fmla="*/ 65279 h 73245"/>
                  <a:gd name="connsiteX4" fmla="*/ 44560 w 66211"/>
                  <a:gd name="connsiteY4" fmla="*/ 71240 h 73245"/>
                  <a:gd name="connsiteX5" fmla="*/ 29846 w 66211"/>
                  <a:gd name="connsiteY5" fmla="*/ 73549 h 73245"/>
                  <a:gd name="connsiteX6" fmla="*/ 6756 w 66211"/>
                  <a:gd name="connsiteY6" fmla="*/ 64259 h 73245"/>
                  <a:gd name="connsiteX7" fmla="*/ 312 w 66211"/>
                  <a:gd name="connsiteY7" fmla="*/ 44014 h 73245"/>
                  <a:gd name="connsiteX8" fmla="*/ 5950 w 66211"/>
                  <a:gd name="connsiteY8" fmla="*/ 20762 h 73245"/>
                  <a:gd name="connsiteX9" fmla="*/ 20180 w 66211"/>
                  <a:gd name="connsiteY9" fmla="*/ 5297 h 73245"/>
                  <a:gd name="connsiteX10" fmla="*/ 39244 w 66211"/>
                  <a:gd name="connsiteY10" fmla="*/ 303 h 73245"/>
                  <a:gd name="connsiteX11" fmla="*/ 52776 w 66211"/>
                  <a:gd name="connsiteY11" fmla="*/ 3042 h 73245"/>
                  <a:gd name="connsiteX12" fmla="*/ 61958 w 66211"/>
                  <a:gd name="connsiteY12" fmla="*/ 10345 h 73245"/>
                  <a:gd name="connsiteX13" fmla="*/ 66523 w 66211"/>
                  <a:gd name="connsiteY13" fmla="*/ 22266 h 73245"/>
                  <a:gd name="connsiteX14" fmla="*/ 57233 w 66211"/>
                  <a:gd name="connsiteY14" fmla="*/ 23286 h 73245"/>
                  <a:gd name="connsiteX15" fmla="*/ 51057 w 66211"/>
                  <a:gd name="connsiteY15" fmla="*/ 12063 h 73245"/>
                  <a:gd name="connsiteX16" fmla="*/ 38921 w 66211"/>
                  <a:gd name="connsiteY16" fmla="*/ 8197 h 73245"/>
                  <a:gd name="connsiteX17" fmla="*/ 24584 w 66211"/>
                  <a:gd name="connsiteY17" fmla="*/ 12385 h 73245"/>
                  <a:gd name="connsiteX18" fmla="*/ 13898 w 66211"/>
                  <a:gd name="connsiteY18" fmla="*/ 25005 h 73245"/>
                  <a:gd name="connsiteX19" fmla="*/ 9924 w 66211"/>
                  <a:gd name="connsiteY19" fmla="*/ 44122 h 73245"/>
                  <a:gd name="connsiteX20" fmla="*/ 15186 w 66211"/>
                  <a:gd name="connsiteY20" fmla="*/ 60285 h 73245"/>
                  <a:gd name="connsiteX21" fmla="*/ 29739 w 66211"/>
                  <a:gd name="connsiteY21" fmla="*/ 65763 h 73245"/>
                  <a:gd name="connsiteX22" fmla="*/ 49608 w 66211"/>
                  <a:gd name="connsiteY22" fmla="*/ 59641 h 73245"/>
                  <a:gd name="connsiteX23" fmla="*/ 52776 w 66211"/>
                  <a:gd name="connsiteY23" fmla="*/ 44444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42" y="44444"/>
                    </a:moveTo>
                    <a:lnTo>
                      <a:pt x="32961" y="36389"/>
                    </a:lnTo>
                    <a:lnTo>
                      <a:pt x="63945" y="36389"/>
                    </a:lnTo>
                    <a:lnTo>
                      <a:pt x="57931" y="65279"/>
                    </a:lnTo>
                    <a:cubicBezTo>
                      <a:pt x="54011" y="67696"/>
                      <a:pt x="49554" y="69736"/>
                      <a:pt x="44560" y="71240"/>
                    </a:cubicBezTo>
                    <a:cubicBezTo>
                      <a:pt x="39566" y="72797"/>
                      <a:pt x="34679" y="73549"/>
                      <a:pt x="29846" y="73549"/>
                    </a:cubicBezTo>
                    <a:cubicBezTo>
                      <a:pt x="19536" y="73549"/>
                      <a:pt x="11857" y="70488"/>
                      <a:pt x="6756" y="64259"/>
                    </a:cubicBezTo>
                    <a:cubicBezTo>
                      <a:pt x="2460" y="58996"/>
                      <a:pt x="312" y="52230"/>
                      <a:pt x="312" y="44014"/>
                    </a:cubicBezTo>
                    <a:cubicBezTo>
                      <a:pt x="312" y="35476"/>
                      <a:pt x="2191" y="27743"/>
                      <a:pt x="5950" y="20762"/>
                    </a:cubicBezTo>
                    <a:cubicBezTo>
                      <a:pt x="9709" y="13782"/>
                      <a:pt x="14435" y="8626"/>
                      <a:pt x="20180" y="5297"/>
                    </a:cubicBezTo>
                    <a:cubicBezTo>
                      <a:pt x="25872" y="1968"/>
                      <a:pt x="32209" y="303"/>
                      <a:pt x="39244" y="303"/>
                    </a:cubicBezTo>
                    <a:cubicBezTo>
                      <a:pt x="44238" y="303"/>
                      <a:pt x="48748" y="1216"/>
                      <a:pt x="52776" y="3042"/>
                    </a:cubicBezTo>
                    <a:cubicBezTo>
                      <a:pt x="56750" y="4867"/>
                      <a:pt x="59810" y="7284"/>
                      <a:pt x="61958" y="10345"/>
                    </a:cubicBezTo>
                    <a:cubicBezTo>
                      <a:pt x="64053" y="13406"/>
                      <a:pt x="65610" y="17379"/>
                      <a:pt x="66523" y="22266"/>
                    </a:cubicBezTo>
                    <a:lnTo>
                      <a:pt x="57233" y="23286"/>
                    </a:lnTo>
                    <a:cubicBezTo>
                      <a:pt x="56266" y="18400"/>
                      <a:pt x="54172" y="14695"/>
                      <a:pt x="51057" y="12063"/>
                    </a:cubicBezTo>
                    <a:cubicBezTo>
                      <a:pt x="47889" y="9486"/>
                      <a:pt x="43862" y="8197"/>
                      <a:pt x="38921" y="8197"/>
                    </a:cubicBezTo>
                    <a:cubicBezTo>
                      <a:pt x="33820" y="8197"/>
                      <a:pt x="29041" y="9593"/>
                      <a:pt x="24584" y="12385"/>
                    </a:cubicBezTo>
                    <a:cubicBezTo>
                      <a:pt x="20127" y="15178"/>
                      <a:pt x="16583" y="19366"/>
                      <a:pt x="13898" y="25005"/>
                    </a:cubicBezTo>
                    <a:cubicBezTo>
                      <a:pt x="11266" y="30590"/>
                      <a:pt x="9924" y="36980"/>
                      <a:pt x="9924" y="44122"/>
                    </a:cubicBezTo>
                    <a:cubicBezTo>
                      <a:pt x="9924" y="51264"/>
                      <a:pt x="11696" y="56634"/>
                      <a:pt x="15186" y="60285"/>
                    </a:cubicBezTo>
                    <a:cubicBezTo>
                      <a:pt x="18730" y="63937"/>
                      <a:pt x="23563" y="65763"/>
                      <a:pt x="29739" y="65763"/>
                    </a:cubicBezTo>
                    <a:cubicBezTo>
                      <a:pt x="35914" y="65763"/>
                      <a:pt x="42519" y="63722"/>
                      <a:pt x="49608" y="59641"/>
                    </a:cubicBezTo>
                    <a:lnTo>
                      <a:pt x="52776" y="4444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1" name="Freihandform: Form 390">
                <a:extLst>
                  <a:ext uri="{FF2B5EF4-FFF2-40B4-BE49-F238E27FC236}">
                    <a16:creationId xmlns:a16="http://schemas.microsoft.com/office/drawing/2014/main" id="{20D670F7-FCD8-35EF-944B-04DC75750807}"/>
                  </a:ext>
                </a:extLst>
              </p:cNvPr>
              <p:cNvSpPr/>
              <p:nvPr/>
            </p:nvSpPr>
            <p:spPr>
              <a:xfrm>
                <a:off x="8110967" y="4692169"/>
                <a:ext cx="24272" cy="70829"/>
              </a:xfrm>
              <a:custGeom>
                <a:avLst/>
                <a:gdLst>
                  <a:gd name="connsiteX0" fmla="*/ 317 w 24272"/>
                  <a:gd name="connsiteY0" fmla="*/ 71132 h 70829"/>
                  <a:gd name="connsiteX1" fmla="*/ 15192 w 24272"/>
                  <a:gd name="connsiteY1" fmla="*/ 303 h 70829"/>
                  <a:gd name="connsiteX2" fmla="*/ 24589 w 24272"/>
                  <a:gd name="connsiteY2" fmla="*/ 303 h 70829"/>
                  <a:gd name="connsiteX3" fmla="*/ 9822 w 24272"/>
                  <a:gd name="connsiteY3" fmla="*/ 71132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272" h="70829">
                    <a:moveTo>
                      <a:pt x="317" y="71132"/>
                    </a:moveTo>
                    <a:lnTo>
                      <a:pt x="15192" y="303"/>
                    </a:lnTo>
                    <a:lnTo>
                      <a:pt x="24589" y="303"/>
                    </a:lnTo>
                    <a:lnTo>
                      <a:pt x="9822" y="7113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2" name="Freihandform: Form 391">
                <a:extLst>
                  <a:ext uri="{FF2B5EF4-FFF2-40B4-BE49-F238E27FC236}">
                    <a16:creationId xmlns:a16="http://schemas.microsoft.com/office/drawing/2014/main" id="{6D915E47-5C6C-BF06-5F19-0B3DAEE91D72}"/>
                  </a:ext>
                </a:extLst>
              </p:cNvPr>
              <p:cNvSpPr/>
              <p:nvPr/>
            </p:nvSpPr>
            <p:spPr>
              <a:xfrm>
                <a:off x="8136811" y="4692169"/>
                <a:ext cx="47953" cy="70829"/>
              </a:xfrm>
              <a:custGeom>
                <a:avLst/>
                <a:gdLst>
                  <a:gd name="connsiteX0" fmla="*/ 319 w 47953"/>
                  <a:gd name="connsiteY0" fmla="*/ 71132 h 70829"/>
                  <a:gd name="connsiteX1" fmla="*/ 15087 w 47953"/>
                  <a:gd name="connsiteY1" fmla="*/ 303 h 70829"/>
                  <a:gd name="connsiteX2" fmla="*/ 24591 w 47953"/>
                  <a:gd name="connsiteY2" fmla="*/ 303 h 70829"/>
                  <a:gd name="connsiteX3" fmla="*/ 11489 w 47953"/>
                  <a:gd name="connsiteY3" fmla="*/ 63131 h 70829"/>
                  <a:gd name="connsiteX4" fmla="*/ 48273 w 47953"/>
                  <a:gd name="connsiteY4" fmla="*/ 63131 h 70829"/>
                  <a:gd name="connsiteX5" fmla="*/ 46554 w 47953"/>
                  <a:gd name="connsiteY5" fmla="*/ 71132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53" h="70829">
                    <a:moveTo>
                      <a:pt x="319" y="71132"/>
                    </a:moveTo>
                    <a:lnTo>
                      <a:pt x="15087" y="303"/>
                    </a:lnTo>
                    <a:lnTo>
                      <a:pt x="24591" y="303"/>
                    </a:lnTo>
                    <a:lnTo>
                      <a:pt x="11489" y="63131"/>
                    </a:lnTo>
                    <a:lnTo>
                      <a:pt x="48273" y="63131"/>
                    </a:lnTo>
                    <a:lnTo>
                      <a:pt x="46554" y="7113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3" name="Freihandform: Form 392">
                <a:extLst>
                  <a:ext uri="{FF2B5EF4-FFF2-40B4-BE49-F238E27FC236}">
                    <a16:creationId xmlns:a16="http://schemas.microsoft.com/office/drawing/2014/main" id="{302E9E06-8525-2C64-7F3A-76BB671E0A7B}"/>
                  </a:ext>
                </a:extLst>
              </p:cNvPr>
              <p:cNvSpPr/>
              <p:nvPr/>
            </p:nvSpPr>
            <p:spPr>
              <a:xfrm>
                <a:off x="8199855" y="4693136"/>
                <a:ext cx="46933" cy="69862"/>
              </a:xfrm>
              <a:custGeom>
                <a:avLst/>
                <a:gdLst>
                  <a:gd name="connsiteX0" fmla="*/ 2686 w 46933"/>
                  <a:gd name="connsiteY0" fmla="*/ 70166 h 69862"/>
                  <a:gd name="connsiteX1" fmla="*/ 7626 w 46933"/>
                  <a:gd name="connsiteY1" fmla="*/ 52982 h 69862"/>
                  <a:gd name="connsiteX2" fmla="*/ 19440 w 46933"/>
                  <a:gd name="connsiteY2" fmla="*/ 28871 h 69862"/>
                  <a:gd name="connsiteX3" fmla="*/ 35657 w 46933"/>
                  <a:gd name="connsiteY3" fmla="*/ 8304 h 69862"/>
                  <a:gd name="connsiteX4" fmla="*/ 323 w 46933"/>
                  <a:gd name="connsiteY4" fmla="*/ 8304 h 69862"/>
                  <a:gd name="connsiteX5" fmla="*/ 2042 w 46933"/>
                  <a:gd name="connsiteY5" fmla="*/ 303 h 69862"/>
                  <a:gd name="connsiteX6" fmla="*/ 47256 w 46933"/>
                  <a:gd name="connsiteY6" fmla="*/ 303 h 69862"/>
                  <a:gd name="connsiteX7" fmla="*/ 45592 w 46933"/>
                  <a:gd name="connsiteY7" fmla="*/ 8304 h 69862"/>
                  <a:gd name="connsiteX8" fmla="*/ 25508 w 46933"/>
                  <a:gd name="connsiteY8" fmla="*/ 34348 h 69862"/>
                  <a:gd name="connsiteX9" fmla="*/ 11815 w 46933"/>
                  <a:gd name="connsiteY9" fmla="*/ 70166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86" y="70166"/>
                    </a:moveTo>
                    <a:cubicBezTo>
                      <a:pt x="3491" y="65387"/>
                      <a:pt x="5103" y="59641"/>
                      <a:pt x="7626" y="52982"/>
                    </a:cubicBezTo>
                    <a:cubicBezTo>
                      <a:pt x="10633" y="44873"/>
                      <a:pt x="14554" y="36819"/>
                      <a:pt x="19440" y="28871"/>
                    </a:cubicBezTo>
                    <a:cubicBezTo>
                      <a:pt x="24273" y="20870"/>
                      <a:pt x="29697" y="14050"/>
                      <a:pt x="35657" y="8304"/>
                    </a:cubicBezTo>
                    <a:lnTo>
                      <a:pt x="323" y="8304"/>
                    </a:lnTo>
                    <a:lnTo>
                      <a:pt x="2042" y="303"/>
                    </a:lnTo>
                    <a:lnTo>
                      <a:pt x="47256" y="303"/>
                    </a:lnTo>
                    <a:lnTo>
                      <a:pt x="45592" y="8304"/>
                    </a:lnTo>
                    <a:cubicBezTo>
                      <a:pt x="37967" y="15017"/>
                      <a:pt x="31254" y="23716"/>
                      <a:pt x="25508" y="34348"/>
                    </a:cubicBezTo>
                    <a:cubicBezTo>
                      <a:pt x="18850" y="46645"/>
                      <a:pt x="14285" y="58567"/>
                      <a:pt x="11815" y="701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4" name="Freihandform: Form 393">
                <a:extLst>
                  <a:ext uri="{FF2B5EF4-FFF2-40B4-BE49-F238E27FC236}">
                    <a16:creationId xmlns:a16="http://schemas.microsoft.com/office/drawing/2014/main" id="{74A3FE1A-E3D2-0A43-2E96-73F834E992F0}"/>
                  </a:ext>
                </a:extLst>
              </p:cNvPr>
              <p:cNvSpPr/>
              <p:nvPr/>
            </p:nvSpPr>
            <p:spPr>
              <a:xfrm>
                <a:off x="8249904" y="4691847"/>
                <a:ext cx="48973" cy="72332"/>
              </a:xfrm>
              <a:custGeom>
                <a:avLst/>
                <a:gdLst>
                  <a:gd name="connsiteX0" fmla="*/ 327 w 48973"/>
                  <a:gd name="connsiteY0" fmla="*/ 48203 h 72332"/>
                  <a:gd name="connsiteX1" fmla="*/ 3012 w 48973"/>
                  <a:gd name="connsiteY1" fmla="*/ 29945 h 72332"/>
                  <a:gd name="connsiteX2" fmla="*/ 9026 w 48973"/>
                  <a:gd name="connsiteY2" fmla="*/ 15124 h 72332"/>
                  <a:gd name="connsiteX3" fmla="*/ 15793 w 48973"/>
                  <a:gd name="connsiteY3" fmla="*/ 6425 h 72332"/>
                  <a:gd name="connsiteX4" fmla="*/ 22774 w 48973"/>
                  <a:gd name="connsiteY4" fmla="*/ 1807 h 72332"/>
                  <a:gd name="connsiteX5" fmla="*/ 30291 w 48973"/>
                  <a:gd name="connsiteY5" fmla="*/ 303 h 72332"/>
                  <a:gd name="connsiteX6" fmla="*/ 43877 w 48973"/>
                  <a:gd name="connsiteY6" fmla="*/ 6371 h 72332"/>
                  <a:gd name="connsiteX7" fmla="*/ 49301 w 48973"/>
                  <a:gd name="connsiteY7" fmla="*/ 23823 h 72332"/>
                  <a:gd name="connsiteX8" fmla="*/ 45542 w 48973"/>
                  <a:gd name="connsiteY8" fmla="*/ 47075 h 72332"/>
                  <a:gd name="connsiteX9" fmla="*/ 33191 w 48973"/>
                  <a:gd name="connsiteY9" fmla="*/ 67481 h 72332"/>
                  <a:gd name="connsiteX10" fmla="*/ 19283 w 48973"/>
                  <a:gd name="connsiteY10" fmla="*/ 72636 h 72332"/>
                  <a:gd name="connsiteX11" fmla="*/ 5858 w 48973"/>
                  <a:gd name="connsiteY11" fmla="*/ 66407 h 72332"/>
                  <a:gd name="connsiteX12" fmla="*/ 327 w 48973"/>
                  <a:gd name="connsiteY12" fmla="*/ 48203 h 72332"/>
                  <a:gd name="connsiteX13" fmla="*/ 8812 w 48973"/>
                  <a:gd name="connsiteY13" fmla="*/ 50458 h 72332"/>
                  <a:gd name="connsiteX14" fmla="*/ 10960 w 48973"/>
                  <a:gd name="connsiteY14" fmla="*/ 60607 h 72332"/>
                  <a:gd name="connsiteX15" fmla="*/ 19713 w 48973"/>
                  <a:gd name="connsiteY15" fmla="*/ 65709 h 72332"/>
                  <a:gd name="connsiteX16" fmla="*/ 28949 w 48973"/>
                  <a:gd name="connsiteY16" fmla="*/ 61091 h 72332"/>
                  <a:gd name="connsiteX17" fmla="*/ 37970 w 48973"/>
                  <a:gd name="connsiteY17" fmla="*/ 42135 h 72332"/>
                  <a:gd name="connsiteX18" fmla="*/ 40978 w 48973"/>
                  <a:gd name="connsiteY18" fmla="*/ 21729 h 72332"/>
                  <a:gd name="connsiteX19" fmla="*/ 38078 w 48973"/>
                  <a:gd name="connsiteY19" fmla="*/ 10721 h 72332"/>
                  <a:gd name="connsiteX20" fmla="*/ 30345 w 48973"/>
                  <a:gd name="connsiteY20" fmla="*/ 7338 h 72332"/>
                  <a:gd name="connsiteX21" fmla="*/ 23848 w 48973"/>
                  <a:gd name="connsiteY21" fmla="*/ 9110 h 72332"/>
                  <a:gd name="connsiteX22" fmla="*/ 18102 w 48973"/>
                  <a:gd name="connsiteY22" fmla="*/ 15231 h 72332"/>
                  <a:gd name="connsiteX23" fmla="*/ 11282 w 48973"/>
                  <a:gd name="connsiteY23" fmla="*/ 33597 h 72332"/>
                  <a:gd name="connsiteX24" fmla="*/ 8812 w 48973"/>
                  <a:gd name="connsiteY24" fmla="*/ 50458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27" y="48203"/>
                    </a:moveTo>
                    <a:cubicBezTo>
                      <a:pt x="327" y="42242"/>
                      <a:pt x="1240" y="36120"/>
                      <a:pt x="3012" y="29945"/>
                    </a:cubicBezTo>
                    <a:cubicBezTo>
                      <a:pt x="4838" y="23770"/>
                      <a:pt x="6825" y="18829"/>
                      <a:pt x="9026" y="15124"/>
                    </a:cubicBezTo>
                    <a:cubicBezTo>
                      <a:pt x="11175" y="11419"/>
                      <a:pt x="13484" y="8519"/>
                      <a:pt x="15793" y="6425"/>
                    </a:cubicBezTo>
                    <a:cubicBezTo>
                      <a:pt x="18155" y="4331"/>
                      <a:pt x="20465" y="2773"/>
                      <a:pt x="22774" y="1807"/>
                    </a:cubicBezTo>
                    <a:cubicBezTo>
                      <a:pt x="25029" y="786"/>
                      <a:pt x="27553" y="303"/>
                      <a:pt x="30291" y="303"/>
                    </a:cubicBezTo>
                    <a:cubicBezTo>
                      <a:pt x="35715" y="303"/>
                      <a:pt x="40226" y="2344"/>
                      <a:pt x="43877" y="6371"/>
                    </a:cubicBezTo>
                    <a:cubicBezTo>
                      <a:pt x="47475" y="10398"/>
                      <a:pt x="49301" y="16198"/>
                      <a:pt x="49301" y="23823"/>
                    </a:cubicBezTo>
                    <a:cubicBezTo>
                      <a:pt x="49301" y="31610"/>
                      <a:pt x="48066" y="39396"/>
                      <a:pt x="45542" y="47075"/>
                    </a:cubicBezTo>
                    <a:cubicBezTo>
                      <a:pt x="42589" y="56150"/>
                      <a:pt x="38454" y="62970"/>
                      <a:pt x="33191" y="67481"/>
                    </a:cubicBezTo>
                    <a:cubicBezTo>
                      <a:pt x="29110" y="70918"/>
                      <a:pt x="24492" y="72636"/>
                      <a:pt x="19283" y="72636"/>
                    </a:cubicBezTo>
                    <a:cubicBezTo>
                      <a:pt x="13967" y="72636"/>
                      <a:pt x="9510" y="70595"/>
                      <a:pt x="5858" y="66407"/>
                    </a:cubicBezTo>
                    <a:cubicBezTo>
                      <a:pt x="2207" y="62218"/>
                      <a:pt x="327" y="56150"/>
                      <a:pt x="327" y="48203"/>
                    </a:cubicBezTo>
                    <a:moveTo>
                      <a:pt x="8812" y="50458"/>
                    </a:moveTo>
                    <a:cubicBezTo>
                      <a:pt x="8812" y="54808"/>
                      <a:pt x="9510" y="58191"/>
                      <a:pt x="10960" y="60607"/>
                    </a:cubicBezTo>
                    <a:cubicBezTo>
                      <a:pt x="12947" y="63990"/>
                      <a:pt x="15846" y="65709"/>
                      <a:pt x="19713" y="65709"/>
                    </a:cubicBezTo>
                    <a:cubicBezTo>
                      <a:pt x="23096" y="65709"/>
                      <a:pt x="26210" y="64151"/>
                      <a:pt x="28949" y="61091"/>
                    </a:cubicBezTo>
                    <a:cubicBezTo>
                      <a:pt x="32976" y="56795"/>
                      <a:pt x="35984" y="50458"/>
                      <a:pt x="37970" y="42135"/>
                    </a:cubicBezTo>
                    <a:cubicBezTo>
                      <a:pt x="40011" y="33811"/>
                      <a:pt x="40978" y="26992"/>
                      <a:pt x="40978" y="21729"/>
                    </a:cubicBezTo>
                    <a:cubicBezTo>
                      <a:pt x="40978" y="16628"/>
                      <a:pt x="40011" y="12976"/>
                      <a:pt x="38078" y="10721"/>
                    </a:cubicBezTo>
                    <a:cubicBezTo>
                      <a:pt x="36145" y="8465"/>
                      <a:pt x="33567" y="7338"/>
                      <a:pt x="30345" y="7338"/>
                    </a:cubicBezTo>
                    <a:cubicBezTo>
                      <a:pt x="28036" y="7338"/>
                      <a:pt x="25888" y="7928"/>
                      <a:pt x="23848" y="9110"/>
                    </a:cubicBezTo>
                    <a:cubicBezTo>
                      <a:pt x="21861" y="10291"/>
                      <a:pt x="19927" y="12332"/>
                      <a:pt x="18102" y="15231"/>
                    </a:cubicBezTo>
                    <a:cubicBezTo>
                      <a:pt x="15471" y="19366"/>
                      <a:pt x="13215" y="25488"/>
                      <a:pt x="11282" y="33597"/>
                    </a:cubicBezTo>
                    <a:cubicBezTo>
                      <a:pt x="9617" y="40578"/>
                      <a:pt x="8812" y="46162"/>
                      <a:pt x="8812" y="504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5" name="Freihandform: Form 394">
                <a:extLst>
                  <a:ext uri="{FF2B5EF4-FFF2-40B4-BE49-F238E27FC236}">
                    <a16:creationId xmlns:a16="http://schemas.microsoft.com/office/drawing/2014/main" id="{65EE2F12-5E0A-9C6C-F2E8-8BE6937839CA}"/>
                  </a:ext>
                </a:extLst>
              </p:cNvPr>
              <p:cNvSpPr/>
              <p:nvPr/>
            </p:nvSpPr>
            <p:spPr>
              <a:xfrm>
                <a:off x="8303403" y="4691847"/>
                <a:ext cx="49725" cy="72332"/>
              </a:xfrm>
              <a:custGeom>
                <a:avLst/>
                <a:gdLst>
                  <a:gd name="connsiteX0" fmla="*/ 331 w 49725"/>
                  <a:gd name="connsiteY0" fmla="*/ 52875 h 72332"/>
                  <a:gd name="connsiteX1" fmla="*/ 8816 w 49725"/>
                  <a:gd name="connsiteY1" fmla="*/ 51854 h 72332"/>
                  <a:gd name="connsiteX2" fmla="*/ 13112 w 49725"/>
                  <a:gd name="connsiteY2" fmla="*/ 62487 h 72332"/>
                  <a:gd name="connsiteX3" fmla="*/ 21757 w 49725"/>
                  <a:gd name="connsiteY3" fmla="*/ 65709 h 72332"/>
                  <a:gd name="connsiteX4" fmla="*/ 32980 w 49725"/>
                  <a:gd name="connsiteY4" fmla="*/ 61091 h 72332"/>
                  <a:gd name="connsiteX5" fmla="*/ 37652 w 49725"/>
                  <a:gd name="connsiteY5" fmla="*/ 50458 h 72332"/>
                  <a:gd name="connsiteX6" fmla="*/ 34162 w 49725"/>
                  <a:gd name="connsiteY6" fmla="*/ 41813 h 72332"/>
                  <a:gd name="connsiteX7" fmla="*/ 24657 w 49725"/>
                  <a:gd name="connsiteY7" fmla="*/ 38376 h 72332"/>
                  <a:gd name="connsiteX8" fmla="*/ 21865 w 49725"/>
                  <a:gd name="connsiteY8" fmla="*/ 38591 h 72332"/>
                  <a:gd name="connsiteX9" fmla="*/ 23368 w 49725"/>
                  <a:gd name="connsiteY9" fmla="*/ 31287 h 72332"/>
                  <a:gd name="connsiteX10" fmla="*/ 25785 w 49725"/>
                  <a:gd name="connsiteY10" fmla="*/ 31502 h 72332"/>
                  <a:gd name="connsiteX11" fmla="*/ 37330 w 49725"/>
                  <a:gd name="connsiteY11" fmla="*/ 27851 h 72332"/>
                  <a:gd name="connsiteX12" fmla="*/ 41358 w 49725"/>
                  <a:gd name="connsiteY12" fmla="*/ 18883 h 72332"/>
                  <a:gd name="connsiteX13" fmla="*/ 38028 w 49725"/>
                  <a:gd name="connsiteY13" fmla="*/ 10667 h 72332"/>
                  <a:gd name="connsiteX14" fmla="*/ 29920 w 49725"/>
                  <a:gd name="connsiteY14" fmla="*/ 7338 h 72332"/>
                  <a:gd name="connsiteX15" fmla="*/ 21489 w 49725"/>
                  <a:gd name="connsiteY15" fmla="*/ 10721 h 72332"/>
                  <a:gd name="connsiteX16" fmla="*/ 16710 w 49725"/>
                  <a:gd name="connsiteY16" fmla="*/ 20387 h 72332"/>
                  <a:gd name="connsiteX17" fmla="*/ 8118 w 49725"/>
                  <a:gd name="connsiteY17" fmla="*/ 18614 h 72332"/>
                  <a:gd name="connsiteX18" fmla="*/ 16280 w 49725"/>
                  <a:gd name="connsiteY18" fmla="*/ 5082 h 72332"/>
                  <a:gd name="connsiteX19" fmla="*/ 30564 w 49725"/>
                  <a:gd name="connsiteY19" fmla="*/ 303 h 72332"/>
                  <a:gd name="connsiteX20" fmla="*/ 44687 w 49725"/>
                  <a:gd name="connsiteY20" fmla="*/ 5566 h 72332"/>
                  <a:gd name="connsiteX21" fmla="*/ 50057 w 49725"/>
                  <a:gd name="connsiteY21" fmla="*/ 18561 h 72332"/>
                  <a:gd name="connsiteX22" fmla="*/ 47103 w 49725"/>
                  <a:gd name="connsiteY22" fmla="*/ 28334 h 72332"/>
                  <a:gd name="connsiteX23" fmla="*/ 38350 w 49725"/>
                  <a:gd name="connsiteY23" fmla="*/ 35261 h 72332"/>
                  <a:gd name="connsiteX24" fmla="*/ 44579 w 49725"/>
                  <a:gd name="connsiteY24" fmla="*/ 41222 h 72332"/>
                  <a:gd name="connsiteX25" fmla="*/ 46620 w 49725"/>
                  <a:gd name="connsiteY25" fmla="*/ 49169 h 72332"/>
                  <a:gd name="connsiteX26" fmla="*/ 39478 w 49725"/>
                  <a:gd name="connsiteY26" fmla="*/ 65655 h 72332"/>
                  <a:gd name="connsiteX27" fmla="*/ 22455 w 49725"/>
                  <a:gd name="connsiteY27" fmla="*/ 72636 h 72332"/>
                  <a:gd name="connsiteX28" fmla="*/ 6936 w 49725"/>
                  <a:gd name="connsiteY28" fmla="*/ 67266 h 72332"/>
                  <a:gd name="connsiteX29" fmla="*/ 331 w 49725"/>
                  <a:gd name="connsiteY29" fmla="*/ 5287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31" y="52875"/>
                    </a:moveTo>
                    <a:lnTo>
                      <a:pt x="8816" y="51854"/>
                    </a:lnTo>
                    <a:cubicBezTo>
                      <a:pt x="9460" y="56795"/>
                      <a:pt x="10910" y="60339"/>
                      <a:pt x="13112" y="62487"/>
                    </a:cubicBezTo>
                    <a:cubicBezTo>
                      <a:pt x="15313" y="64635"/>
                      <a:pt x="18213" y="65709"/>
                      <a:pt x="21757" y="65709"/>
                    </a:cubicBezTo>
                    <a:cubicBezTo>
                      <a:pt x="26107" y="65709"/>
                      <a:pt x="29812" y="64151"/>
                      <a:pt x="32980" y="61091"/>
                    </a:cubicBezTo>
                    <a:cubicBezTo>
                      <a:pt x="36095" y="57976"/>
                      <a:pt x="37652" y="54432"/>
                      <a:pt x="37652" y="50458"/>
                    </a:cubicBezTo>
                    <a:cubicBezTo>
                      <a:pt x="37652" y="46968"/>
                      <a:pt x="36525" y="44068"/>
                      <a:pt x="34162" y="41813"/>
                    </a:cubicBezTo>
                    <a:cubicBezTo>
                      <a:pt x="31799" y="39557"/>
                      <a:pt x="28631" y="38376"/>
                      <a:pt x="24657" y="38376"/>
                    </a:cubicBezTo>
                    <a:cubicBezTo>
                      <a:pt x="24227" y="38376"/>
                      <a:pt x="23315" y="38483"/>
                      <a:pt x="21865" y="38591"/>
                    </a:cubicBezTo>
                    <a:lnTo>
                      <a:pt x="23368" y="31287"/>
                    </a:lnTo>
                    <a:cubicBezTo>
                      <a:pt x="24227" y="31449"/>
                      <a:pt x="25033" y="31502"/>
                      <a:pt x="25785" y="31502"/>
                    </a:cubicBezTo>
                    <a:cubicBezTo>
                      <a:pt x="30779" y="31502"/>
                      <a:pt x="34645" y="30267"/>
                      <a:pt x="37330" y="27851"/>
                    </a:cubicBezTo>
                    <a:cubicBezTo>
                      <a:pt x="40015" y="25381"/>
                      <a:pt x="41358" y="22427"/>
                      <a:pt x="41358" y="18883"/>
                    </a:cubicBezTo>
                    <a:cubicBezTo>
                      <a:pt x="41358" y="15607"/>
                      <a:pt x="40230" y="12869"/>
                      <a:pt x="38028" y="10667"/>
                    </a:cubicBezTo>
                    <a:cubicBezTo>
                      <a:pt x="35826" y="8412"/>
                      <a:pt x="33142" y="7338"/>
                      <a:pt x="29920" y="7338"/>
                    </a:cubicBezTo>
                    <a:cubicBezTo>
                      <a:pt x="26805" y="7338"/>
                      <a:pt x="24013" y="8465"/>
                      <a:pt x="21489" y="10721"/>
                    </a:cubicBezTo>
                    <a:cubicBezTo>
                      <a:pt x="19019" y="12976"/>
                      <a:pt x="17408" y="16198"/>
                      <a:pt x="16710" y="20387"/>
                    </a:cubicBezTo>
                    <a:lnTo>
                      <a:pt x="8118" y="18614"/>
                    </a:lnTo>
                    <a:cubicBezTo>
                      <a:pt x="9514" y="12815"/>
                      <a:pt x="12253" y="8304"/>
                      <a:pt x="16280" y="5082"/>
                    </a:cubicBezTo>
                    <a:cubicBezTo>
                      <a:pt x="20307" y="1914"/>
                      <a:pt x="25087" y="303"/>
                      <a:pt x="30564" y="303"/>
                    </a:cubicBezTo>
                    <a:cubicBezTo>
                      <a:pt x="36363" y="303"/>
                      <a:pt x="41089" y="2075"/>
                      <a:pt x="44687" y="5566"/>
                    </a:cubicBezTo>
                    <a:cubicBezTo>
                      <a:pt x="48231" y="9110"/>
                      <a:pt x="50057" y="13406"/>
                      <a:pt x="50057" y="18561"/>
                    </a:cubicBezTo>
                    <a:cubicBezTo>
                      <a:pt x="50057" y="22266"/>
                      <a:pt x="49090" y="25542"/>
                      <a:pt x="47103" y="28334"/>
                    </a:cubicBezTo>
                    <a:cubicBezTo>
                      <a:pt x="45170" y="31126"/>
                      <a:pt x="42270" y="33436"/>
                      <a:pt x="38350" y="35261"/>
                    </a:cubicBezTo>
                    <a:cubicBezTo>
                      <a:pt x="41143" y="36926"/>
                      <a:pt x="43183" y="38859"/>
                      <a:pt x="44579" y="41222"/>
                    </a:cubicBezTo>
                    <a:cubicBezTo>
                      <a:pt x="45922" y="43531"/>
                      <a:pt x="46620" y="46162"/>
                      <a:pt x="46620" y="49169"/>
                    </a:cubicBezTo>
                    <a:cubicBezTo>
                      <a:pt x="46620" y="55506"/>
                      <a:pt x="44257" y="61037"/>
                      <a:pt x="39478" y="65655"/>
                    </a:cubicBezTo>
                    <a:cubicBezTo>
                      <a:pt x="34753" y="70327"/>
                      <a:pt x="29060" y="72636"/>
                      <a:pt x="22455" y="72636"/>
                    </a:cubicBezTo>
                    <a:cubicBezTo>
                      <a:pt x="16065" y="72636"/>
                      <a:pt x="10856" y="70864"/>
                      <a:pt x="6936" y="67266"/>
                    </a:cubicBezTo>
                    <a:cubicBezTo>
                      <a:pt x="2963" y="63668"/>
                      <a:pt x="761" y="58889"/>
                      <a:pt x="331" y="528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6" name="Freihandform: Form 395">
                <a:extLst>
                  <a:ext uri="{FF2B5EF4-FFF2-40B4-BE49-F238E27FC236}">
                    <a16:creationId xmlns:a16="http://schemas.microsoft.com/office/drawing/2014/main" id="{59A92397-50D6-FC91-FE02-B4DD4F882F18}"/>
                  </a:ext>
                </a:extLst>
              </p:cNvPr>
              <p:cNvSpPr/>
              <p:nvPr/>
            </p:nvSpPr>
            <p:spPr>
              <a:xfrm>
                <a:off x="8360433" y="4691847"/>
                <a:ext cx="48436" cy="72386"/>
              </a:xfrm>
              <a:custGeom>
                <a:avLst/>
                <a:gdLst>
                  <a:gd name="connsiteX0" fmla="*/ 15264 w 48436"/>
                  <a:gd name="connsiteY0" fmla="*/ 32523 h 72386"/>
                  <a:gd name="connsiteX1" fmla="*/ 9303 w 48436"/>
                  <a:gd name="connsiteY1" fmla="*/ 26938 h 72386"/>
                  <a:gd name="connsiteX2" fmla="*/ 7316 w 48436"/>
                  <a:gd name="connsiteY2" fmla="*/ 19581 h 72386"/>
                  <a:gd name="connsiteX3" fmla="*/ 11988 w 48436"/>
                  <a:gd name="connsiteY3" fmla="*/ 7714 h 72386"/>
                  <a:gd name="connsiteX4" fmla="*/ 28742 w 48436"/>
                  <a:gd name="connsiteY4" fmla="*/ 303 h 72386"/>
                  <a:gd name="connsiteX5" fmla="*/ 43402 w 48436"/>
                  <a:gd name="connsiteY5" fmla="*/ 5297 h 72386"/>
                  <a:gd name="connsiteX6" fmla="*/ 48772 w 48436"/>
                  <a:gd name="connsiteY6" fmla="*/ 17594 h 72386"/>
                  <a:gd name="connsiteX7" fmla="*/ 45872 w 48436"/>
                  <a:gd name="connsiteY7" fmla="*/ 26884 h 72386"/>
                  <a:gd name="connsiteX8" fmla="*/ 36797 w 48436"/>
                  <a:gd name="connsiteY8" fmla="*/ 33543 h 72386"/>
                  <a:gd name="connsiteX9" fmla="*/ 42919 w 48436"/>
                  <a:gd name="connsiteY9" fmla="*/ 39181 h 72386"/>
                  <a:gd name="connsiteX10" fmla="*/ 45282 w 48436"/>
                  <a:gd name="connsiteY10" fmla="*/ 48310 h 72386"/>
                  <a:gd name="connsiteX11" fmla="*/ 38516 w 48436"/>
                  <a:gd name="connsiteY11" fmla="*/ 65279 h 72386"/>
                  <a:gd name="connsiteX12" fmla="*/ 20580 w 48436"/>
                  <a:gd name="connsiteY12" fmla="*/ 72690 h 72386"/>
                  <a:gd name="connsiteX13" fmla="*/ 5974 w 48436"/>
                  <a:gd name="connsiteY13" fmla="*/ 67212 h 72386"/>
                  <a:gd name="connsiteX14" fmla="*/ 335 w 48436"/>
                  <a:gd name="connsiteY14" fmla="*/ 53412 h 72386"/>
                  <a:gd name="connsiteX15" fmla="*/ 4309 w 48436"/>
                  <a:gd name="connsiteY15" fmla="*/ 40040 h 72386"/>
                  <a:gd name="connsiteX16" fmla="*/ 15264 w 48436"/>
                  <a:gd name="connsiteY16" fmla="*/ 32523 h 72386"/>
                  <a:gd name="connsiteX17" fmla="*/ 15908 w 48436"/>
                  <a:gd name="connsiteY17" fmla="*/ 20011 h 72386"/>
                  <a:gd name="connsiteX18" fmla="*/ 18862 w 48436"/>
                  <a:gd name="connsiteY18" fmla="*/ 27314 h 72386"/>
                  <a:gd name="connsiteX19" fmla="*/ 26916 w 48436"/>
                  <a:gd name="connsiteY19" fmla="*/ 30106 h 72386"/>
                  <a:gd name="connsiteX20" fmla="*/ 36636 w 48436"/>
                  <a:gd name="connsiteY20" fmla="*/ 26455 h 72386"/>
                  <a:gd name="connsiteX21" fmla="*/ 40395 w 48436"/>
                  <a:gd name="connsiteY21" fmla="*/ 17487 h 72386"/>
                  <a:gd name="connsiteX22" fmla="*/ 37441 w 48436"/>
                  <a:gd name="connsiteY22" fmla="*/ 10130 h 72386"/>
                  <a:gd name="connsiteX23" fmla="*/ 29387 w 48436"/>
                  <a:gd name="connsiteY23" fmla="*/ 7338 h 72386"/>
                  <a:gd name="connsiteX24" fmla="*/ 22298 w 48436"/>
                  <a:gd name="connsiteY24" fmla="*/ 9110 h 72386"/>
                  <a:gd name="connsiteX25" fmla="*/ 17519 w 48436"/>
                  <a:gd name="connsiteY25" fmla="*/ 13943 h 72386"/>
                  <a:gd name="connsiteX26" fmla="*/ 15908 w 48436"/>
                  <a:gd name="connsiteY26" fmla="*/ 20011 h 72386"/>
                  <a:gd name="connsiteX27" fmla="*/ 9088 w 48436"/>
                  <a:gd name="connsiteY27" fmla="*/ 54163 h 72386"/>
                  <a:gd name="connsiteX28" fmla="*/ 10538 w 48436"/>
                  <a:gd name="connsiteY28" fmla="*/ 59802 h 72386"/>
                  <a:gd name="connsiteX29" fmla="*/ 14888 w 48436"/>
                  <a:gd name="connsiteY29" fmla="*/ 64098 h 72386"/>
                  <a:gd name="connsiteX30" fmla="*/ 21493 w 48436"/>
                  <a:gd name="connsiteY30" fmla="*/ 65709 h 72386"/>
                  <a:gd name="connsiteX31" fmla="*/ 32984 w 48436"/>
                  <a:gd name="connsiteY31" fmla="*/ 59050 h 72386"/>
                  <a:gd name="connsiteX32" fmla="*/ 36475 w 48436"/>
                  <a:gd name="connsiteY32" fmla="*/ 47773 h 72386"/>
                  <a:gd name="connsiteX33" fmla="*/ 33253 w 48436"/>
                  <a:gd name="connsiteY33" fmla="*/ 39718 h 72386"/>
                  <a:gd name="connsiteX34" fmla="*/ 24822 w 48436"/>
                  <a:gd name="connsiteY34" fmla="*/ 36550 h 72386"/>
                  <a:gd name="connsiteX35" fmla="*/ 13706 w 48436"/>
                  <a:gd name="connsiteY35" fmla="*/ 41437 h 72386"/>
                  <a:gd name="connsiteX36" fmla="*/ 9088 w 48436"/>
                  <a:gd name="connsiteY36" fmla="*/ 54163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64" y="32523"/>
                    </a:moveTo>
                    <a:cubicBezTo>
                      <a:pt x="12632" y="31073"/>
                      <a:pt x="10646" y="29193"/>
                      <a:pt x="9303" y="26938"/>
                    </a:cubicBezTo>
                    <a:cubicBezTo>
                      <a:pt x="7961" y="24629"/>
                      <a:pt x="7316" y="22212"/>
                      <a:pt x="7316" y="19581"/>
                    </a:cubicBezTo>
                    <a:cubicBezTo>
                      <a:pt x="7316" y="15339"/>
                      <a:pt x="8874" y="11365"/>
                      <a:pt x="11988" y="7714"/>
                    </a:cubicBezTo>
                    <a:cubicBezTo>
                      <a:pt x="16069" y="2773"/>
                      <a:pt x="21708" y="303"/>
                      <a:pt x="28742" y="303"/>
                    </a:cubicBezTo>
                    <a:cubicBezTo>
                      <a:pt x="34971" y="303"/>
                      <a:pt x="39858" y="1968"/>
                      <a:pt x="43402" y="5297"/>
                    </a:cubicBezTo>
                    <a:cubicBezTo>
                      <a:pt x="47000" y="8626"/>
                      <a:pt x="48772" y="12708"/>
                      <a:pt x="48772" y="17594"/>
                    </a:cubicBezTo>
                    <a:cubicBezTo>
                      <a:pt x="48772" y="21031"/>
                      <a:pt x="47805" y="24145"/>
                      <a:pt x="45872" y="26884"/>
                    </a:cubicBezTo>
                    <a:cubicBezTo>
                      <a:pt x="43939" y="29677"/>
                      <a:pt x="40932" y="31878"/>
                      <a:pt x="36797" y="33543"/>
                    </a:cubicBezTo>
                    <a:cubicBezTo>
                      <a:pt x="39643" y="35315"/>
                      <a:pt x="41684" y="37194"/>
                      <a:pt x="42919" y="39181"/>
                    </a:cubicBezTo>
                    <a:cubicBezTo>
                      <a:pt x="44476" y="41759"/>
                      <a:pt x="45282" y="44820"/>
                      <a:pt x="45282" y="48310"/>
                    </a:cubicBezTo>
                    <a:cubicBezTo>
                      <a:pt x="45282" y="54647"/>
                      <a:pt x="43026" y="60285"/>
                      <a:pt x="38516" y="65279"/>
                    </a:cubicBezTo>
                    <a:cubicBezTo>
                      <a:pt x="34005" y="70220"/>
                      <a:pt x="28044" y="72690"/>
                      <a:pt x="20580" y="72690"/>
                    </a:cubicBezTo>
                    <a:cubicBezTo>
                      <a:pt x="14619" y="72690"/>
                      <a:pt x="9733" y="70864"/>
                      <a:pt x="5974" y="67212"/>
                    </a:cubicBezTo>
                    <a:cubicBezTo>
                      <a:pt x="2215" y="63507"/>
                      <a:pt x="335" y="58943"/>
                      <a:pt x="335" y="53412"/>
                    </a:cubicBezTo>
                    <a:cubicBezTo>
                      <a:pt x="335" y="48257"/>
                      <a:pt x="1678" y="43799"/>
                      <a:pt x="4309" y="40040"/>
                    </a:cubicBezTo>
                    <a:cubicBezTo>
                      <a:pt x="6994" y="36335"/>
                      <a:pt x="10646" y="33811"/>
                      <a:pt x="15264" y="32523"/>
                    </a:cubicBezTo>
                    <a:moveTo>
                      <a:pt x="15908" y="20011"/>
                    </a:moveTo>
                    <a:cubicBezTo>
                      <a:pt x="15908" y="23018"/>
                      <a:pt x="16928" y="25434"/>
                      <a:pt x="18862" y="27314"/>
                    </a:cubicBezTo>
                    <a:cubicBezTo>
                      <a:pt x="20795" y="29140"/>
                      <a:pt x="23480" y="30106"/>
                      <a:pt x="26916" y="30106"/>
                    </a:cubicBezTo>
                    <a:cubicBezTo>
                      <a:pt x="30890" y="30106"/>
                      <a:pt x="34166" y="28871"/>
                      <a:pt x="36636" y="26455"/>
                    </a:cubicBezTo>
                    <a:cubicBezTo>
                      <a:pt x="39160" y="23984"/>
                      <a:pt x="40395" y="21031"/>
                      <a:pt x="40395" y="17487"/>
                    </a:cubicBezTo>
                    <a:cubicBezTo>
                      <a:pt x="40395" y="14480"/>
                      <a:pt x="39428" y="12009"/>
                      <a:pt x="37441" y="10130"/>
                    </a:cubicBezTo>
                    <a:cubicBezTo>
                      <a:pt x="35508" y="8250"/>
                      <a:pt x="32823" y="7338"/>
                      <a:pt x="29387" y="7338"/>
                    </a:cubicBezTo>
                    <a:cubicBezTo>
                      <a:pt x="26809" y="7338"/>
                      <a:pt x="24446" y="7928"/>
                      <a:pt x="22298" y="9110"/>
                    </a:cubicBezTo>
                    <a:cubicBezTo>
                      <a:pt x="20150" y="10291"/>
                      <a:pt x="18539" y="11902"/>
                      <a:pt x="17519" y="13943"/>
                    </a:cubicBezTo>
                    <a:cubicBezTo>
                      <a:pt x="16445" y="16037"/>
                      <a:pt x="15908" y="18024"/>
                      <a:pt x="15908" y="20011"/>
                    </a:cubicBezTo>
                    <a:moveTo>
                      <a:pt x="9088" y="54163"/>
                    </a:moveTo>
                    <a:cubicBezTo>
                      <a:pt x="9088" y="56097"/>
                      <a:pt x="9572" y="58030"/>
                      <a:pt x="10538" y="59802"/>
                    </a:cubicBezTo>
                    <a:cubicBezTo>
                      <a:pt x="11505" y="61628"/>
                      <a:pt x="12955" y="63024"/>
                      <a:pt x="14888" y="64098"/>
                    </a:cubicBezTo>
                    <a:cubicBezTo>
                      <a:pt x="16821" y="65172"/>
                      <a:pt x="19023" y="65709"/>
                      <a:pt x="21493" y="65709"/>
                    </a:cubicBezTo>
                    <a:cubicBezTo>
                      <a:pt x="26218" y="65709"/>
                      <a:pt x="30031" y="63507"/>
                      <a:pt x="32984" y="59050"/>
                    </a:cubicBezTo>
                    <a:cubicBezTo>
                      <a:pt x="35294" y="55560"/>
                      <a:pt x="36475" y="51801"/>
                      <a:pt x="36475" y="47773"/>
                    </a:cubicBezTo>
                    <a:cubicBezTo>
                      <a:pt x="36475" y="44498"/>
                      <a:pt x="35401" y="41813"/>
                      <a:pt x="33253" y="39718"/>
                    </a:cubicBezTo>
                    <a:cubicBezTo>
                      <a:pt x="31105" y="37624"/>
                      <a:pt x="28313" y="36550"/>
                      <a:pt x="24822" y="36550"/>
                    </a:cubicBezTo>
                    <a:cubicBezTo>
                      <a:pt x="20419" y="36550"/>
                      <a:pt x="16714" y="38215"/>
                      <a:pt x="13706" y="41437"/>
                    </a:cubicBezTo>
                    <a:cubicBezTo>
                      <a:pt x="10646" y="44712"/>
                      <a:pt x="9088" y="48955"/>
                      <a:pt x="9088" y="5416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7" name="Freihandform: Form 396">
                <a:extLst>
                  <a:ext uri="{FF2B5EF4-FFF2-40B4-BE49-F238E27FC236}">
                    <a16:creationId xmlns:a16="http://schemas.microsoft.com/office/drawing/2014/main" id="{F594305B-632E-6C85-632D-AF88DC2AF400}"/>
                  </a:ext>
                </a:extLst>
              </p:cNvPr>
              <p:cNvSpPr/>
              <p:nvPr/>
            </p:nvSpPr>
            <p:spPr>
              <a:xfrm>
                <a:off x="8415476" y="4691847"/>
                <a:ext cx="48436" cy="72386"/>
              </a:xfrm>
              <a:custGeom>
                <a:avLst/>
                <a:gdLst>
                  <a:gd name="connsiteX0" fmla="*/ 15268 w 48436"/>
                  <a:gd name="connsiteY0" fmla="*/ 32523 h 72386"/>
                  <a:gd name="connsiteX1" fmla="*/ 9307 w 48436"/>
                  <a:gd name="connsiteY1" fmla="*/ 26938 h 72386"/>
                  <a:gd name="connsiteX2" fmla="*/ 7320 w 48436"/>
                  <a:gd name="connsiteY2" fmla="*/ 19581 h 72386"/>
                  <a:gd name="connsiteX3" fmla="*/ 11992 w 48436"/>
                  <a:gd name="connsiteY3" fmla="*/ 7714 h 72386"/>
                  <a:gd name="connsiteX4" fmla="*/ 28746 w 48436"/>
                  <a:gd name="connsiteY4" fmla="*/ 303 h 72386"/>
                  <a:gd name="connsiteX5" fmla="*/ 43406 w 48436"/>
                  <a:gd name="connsiteY5" fmla="*/ 5297 h 72386"/>
                  <a:gd name="connsiteX6" fmla="*/ 48776 w 48436"/>
                  <a:gd name="connsiteY6" fmla="*/ 17594 h 72386"/>
                  <a:gd name="connsiteX7" fmla="*/ 45876 w 48436"/>
                  <a:gd name="connsiteY7" fmla="*/ 26884 h 72386"/>
                  <a:gd name="connsiteX8" fmla="*/ 36801 w 48436"/>
                  <a:gd name="connsiteY8" fmla="*/ 33543 h 72386"/>
                  <a:gd name="connsiteX9" fmla="*/ 42923 w 48436"/>
                  <a:gd name="connsiteY9" fmla="*/ 39181 h 72386"/>
                  <a:gd name="connsiteX10" fmla="*/ 45286 w 48436"/>
                  <a:gd name="connsiteY10" fmla="*/ 48310 h 72386"/>
                  <a:gd name="connsiteX11" fmla="*/ 38520 w 48436"/>
                  <a:gd name="connsiteY11" fmla="*/ 65279 h 72386"/>
                  <a:gd name="connsiteX12" fmla="*/ 20584 w 48436"/>
                  <a:gd name="connsiteY12" fmla="*/ 72690 h 72386"/>
                  <a:gd name="connsiteX13" fmla="*/ 5978 w 48436"/>
                  <a:gd name="connsiteY13" fmla="*/ 67212 h 72386"/>
                  <a:gd name="connsiteX14" fmla="*/ 339 w 48436"/>
                  <a:gd name="connsiteY14" fmla="*/ 53412 h 72386"/>
                  <a:gd name="connsiteX15" fmla="*/ 4313 w 48436"/>
                  <a:gd name="connsiteY15" fmla="*/ 40040 h 72386"/>
                  <a:gd name="connsiteX16" fmla="*/ 15268 w 48436"/>
                  <a:gd name="connsiteY16" fmla="*/ 32523 h 72386"/>
                  <a:gd name="connsiteX17" fmla="*/ 15912 w 48436"/>
                  <a:gd name="connsiteY17" fmla="*/ 20011 h 72386"/>
                  <a:gd name="connsiteX18" fmla="*/ 18866 w 48436"/>
                  <a:gd name="connsiteY18" fmla="*/ 27314 h 72386"/>
                  <a:gd name="connsiteX19" fmla="*/ 26920 w 48436"/>
                  <a:gd name="connsiteY19" fmla="*/ 30106 h 72386"/>
                  <a:gd name="connsiteX20" fmla="*/ 36640 w 48436"/>
                  <a:gd name="connsiteY20" fmla="*/ 26455 h 72386"/>
                  <a:gd name="connsiteX21" fmla="*/ 40399 w 48436"/>
                  <a:gd name="connsiteY21" fmla="*/ 17487 h 72386"/>
                  <a:gd name="connsiteX22" fmla="*/ 37445 w 48436"/>
                  <a:gd name="connsiteY22" fmla="*/ 10130 h 72386"/>
                  <a:gd name="connsiteX23" fmla="*/ 29391 w 48436"/>
                  <a:gd name="connsiteY23" fmla="*/ 7338 h 72386"/>
                  <a:gd name="connsiteX24" fmla="*/ 22302 w 48436"/>
                  <a:gd name="connsiteY24" fmla="*/ 9110 h 72386"/>
                  <a:gd name="connsiteX25" fmla="*/ 17523 w 48436"/>
                  <a:gd name="connsiteY25" fmla="*/ 13943 h 72386"/>
                  <a:gd name="connsiteX26" fmla="*/ 15912 w 48436"/>
                  <a:gd name="connsiteY26" fmla="*/ 20011 h 72386"/>
                  <a:gd name="connsiteX27" fmla="*/ 9092 w 48436"/>
                  <a:gd name="connsiteY27" fmla="*/ 54163 h 72386"/>
                  <a:gd name="connsiteX28" fmla="*/ 10542 w 48436"/>
                  <a:gd name="connsiteY28" fmla="*/ 59802 h 72386"/>
                  <a:gd name="connsiteX29" fmla="*/ 14892 w 48436"/>
                  <a:gd name="connsiteY29" fmla="*/ 64098 h 72386"/>
                  <a:gd name="connsiteX30" fmla="*/ 21497 w 48436"/>
                  <a:gd name="connsiteY30" fmla="*/ 65709 h 72386"/>
                  <a:gd name="connsiteX31" fmla="*/ 32988 w 48436"/>
                  <a:gd name="connsiteY31" fmla="*/ 59050 h 72386"/>
                  <a:gd name="connsiteX32" fmla="*/ 36479 w 48436"/>
                  <a:gd name="connsiteY32" fmla="*/ 47773 h 72386"/>
                  <a:gd name="connsiteX33" fmla="*/ 33257 w 48436"/>
                  <a:gd name="connsiteY33" fmla="*/ 39718 h 72386"/>
                  <a:gd name="connsiteX34" fmla="*/ 24826 w 48436"/>
                  <a:gd name="connsiteY34" fmla="*/ 36550 h 72386"/>
                  <a:gd name="connsiteX35" fmla="*/ 13710 w 48436"/>
                  <a:gd name="connsiteY35" fmla="*/ 41437 h 72386"/>
                  <a:gd name="connsiteX36" fmla="*/ 9092 w 48436"/>
                  <a:gd name="connsiteY36" fmla="*/ 54163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68" y="32523"/>
                    </a:moveTo>
                    <a:cubicBezTo>
                      <a:pt x="12636" y="31073"/>
                      <a:pt x="10650" y="29193"/>
                      <a:pt x="9307" y="26938"/>
                    </a:cubicBezTo>
                    <a:cubicBezTo>
                      <a:pt x="7965" y="24629"/>
                      <a:pt x="7320" y="22212"/>
                      <a:pt x="7320" y="19581"/>
                    </a:cubicBezTo>
                    <a:cubicBezTo>
                      <a:pt x="7320" y="15339"/>
                      <a:pt x="8878" y="11365"/>
                      <a:pt x="11992" y="7714"/>
                    </a:cubicBezTo>
                    <a:cubicBezTo>
                      <a:pt x="16073" y="2773"/>
                      <a:pt x="21712" y="303"/>
                      <a:pt x="28746" y="303"/>
                    </a:cubicBezTo>
                    <a:cubicBezTo>
                      <a:pt x="34975" y="303"/>
                      <a:pt x="39862" y="1968"/>
                      <a:pt x="43406" y="5297"/>
                    </a:cubicBezTo>
                    <a:cubicBezTo>
                      <a:pt x="47004" y="8626"/>
                      <a:pt x="48776" y="12708"/>
                      <a:pt x="48776" y="17594"/>
                    </a:cubicBezTo>
                    <a:cubicBezTo>
                      <a:pt x="48776" y="21031"/>
                      <a:pt x="47809" y="24145"/>
                      <a:pt x="45876" y="26884"/>
                    </a:cubicBezTo>
                    <a:cubicBezTo>
                      <a:pt x="43943" y="29677"/>
                      <a:pt x="40936" y="31878"/>
                      <a:pt x="36801" y="33543"/>
                    </a:cubicBezTo>
                    <a:cubicBezTo>
                      <a:pt x="39647" y="35315"/>
                      <a:pt x="41688" y="37194"/>
                      <a:pt x="42923" y="39181"/>
                    </a:cubicBezTo>
                    <a:cubicBezTo>
                      <a:pt x="44480" y="41759"/>
                      <a:pt x="45286" y="44820"/>
                      <a:pt x="45286" y="48310"/>
                    </a:cubicBezTo>
                    <a:cubicBezTo>
                      <a:pt x="45286" y="54647"/>
                      <a:pt x="43030" y="60285"/>
                      <a:pt x="38520" y="65279"/>
                    </a:cubicBezTo>
                    <a:cubicBezTo>
                      <a:pt x="34009" y="70220"/>
                      <a:pt x="28048" y="72690"/>
                      <a:pt x="20584" y="72690"/>
                    </a:cubicBezTo>
                    <a:cubicBezTo>
                      <a:pt x="14623" y="72690"/>
                      <a:pt x="9737" y="70864"/>
                      <a:pt x="5978" y="67212"/>
                    </a:cubicBezTo>
                    <a:cubicBezTo>
                      <a:pt x="2219" y="63507"/>
                      <a:pt x="339" y="58943"/>
                      <a:pt x="339" y="53412"/>
                    </a:cubicBezTo>
                    <a:cubicBezTo>
                      <a:pt x="339" y="48257"/>
                      <a:pt x="1682" y="43799"/>
                      <a:pt x="4313" y="40040"/>
                    </a:cubicBezTo>
                    <a:cubicBezTo>
                      <a:pt x="6998" y="36335"/>
                      <a:pt x="10650" y="33811"/>
                      <a:pt x="15268" y="32523"/>
                    </a:cubicBezTo>
                    <a:moveTo>
                      <a:pt x="15912" y="20011"/>
                    </a:moveTo>
                    <a:cubicBezTo>
                      <a:pt x="15912" y="23018"/>
                      <a:pt x="16932" y="25434"/>
                      <a:pt x="18866" y="27314"/>
                    </a:cubicBezTo>
                    <a:cubicBezTo>
                      <a:pt x="20799" y="29140"/>
                      <a:pt x="23484" y="30106"/>
                      <a:pt x="26920" y="30106"/>
                    </a:cubicBezTo>
                    <a:cubicBezTo>
                      <a:pt x="30894" y="30106"/>
                      <a:pt x="34170" y="28871"/>
                      <a:pt x="36640" y="26455"/>
                    </a:cubicBezTo>
                    <a:cubicBezTo>
                      <a:pt x="39164" y="23984"/>
                      <a:pt x="40399" y="21031"/>
                      <a:pt x="40399" y="17487"/>
                    </a:cubicBezTo>
                    <a:cubicBezTo>
                      <a:pt x="40399" y="14480"/>
                      <a:pt x="39432" y="12009"/>
                      <a:pt x="37445" y="10130"/>
                    </a:cubicBezTo>
                    <a:cubicBezTo>
                      <a:pt x="35512" y="8250"/>
                      <a:pt x="32827" y="7338"/>
                      <a:pt x="29391" y="7338"/>
                    </a:cubicBezTo>
                    <a:cubicBezTo>
                      <a:pt x="26813" y="7338"/>
                      <a:pt x="24450" y="7928"/>
                      <a:pt x="22302" y="9110"/>
                    </a:cubicBezTo>
                    <a:cubicBezTo>
                      <a:pt x="20154" y="10291"/>
                      <a:pt x="18543" y="11902"/>
                      <a:pt x="17523" y="13943"/>
                    </a:cubicBezTo>
                    <a:cubicBezTo>
                      <a:pt x="16449" y="16037"/>
                      <a:pt x="15912" y="18024"/>
                      <a:pt x="15912" y="20011"/>
                    </a:cubicBezTo>
                    <a:moveTo>
                      <a:pt x="9092" y="54163"/>
                    </a:moveTo>
                    <a:cubicBezTo>
                      <a:pt x="9092" y="56097"/>
                      <a:pt x="9576" y="58030"/>
                      <a:pt x="10542" y="59802"/>
                    </a:cubicBezTo>
                    <a:cubicBezTo>
                      <a:pt x="11509" y="61628"/>
                      <a:pt x="12959" y="63024"/>
                      <a:pt x="14892" y="64098"/>
                    </a:cubicBezTo>
                    <a:cubicBezTo>
                      <a:pt x="16825" y="65172"/>
                      <a:pt x="19027" y="65709"/>
                      <a:pt x="21497" y="65709"/>
                    </a:cubicBezTo>
                    <a:cubicBezTo>
                      <a:pt x="26222" y="65709"/>
                      <a:pt x="30035" y="63507"/>
                      <a:pt x="32988" y="59050"/>
                    </a:cubicBezTo>
                    <a:cubicBezTo>
                      <a:pt x="35298" y="55560"/>
                      <a:pt x="36479" y="51801"/>
                      <a:pt x="36479" y="47773"/>
                    </a:cubicBezTo>
                    <a:cubicBezTo>
                      <a:pt x="36479" y="44498"/>
                      <a:pt x="35405" y="41813"/>
                      <a:pt x="33257" y="39718"/>
                    </a:cubicBezTo>
                    <a:cubicBezTo>
                      <a:pt x="31109" y="37624"/>
                      <a:pt x="28317" y="36550"/>
                      <a:pt x="24826" y="36550"/>
                    </a:cubicBezTo>
                    <a:cubicBezTo>
                      <a:pt x="20423" y="36550"/>
                      <a:pt x="16718" y="38215"/>
                      <a:pt x="13710" y="41437"/>
                    </a:cubicBezTo>
                    <a:cubicBezTo>
                      <a:pt x="10650" y="44712"/>
                      <a:pt x="9092" y="48955"/>
                      <a:pt x="9092" y="5416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8" name="Freihandform: Form 397">
                <a:extLst>
                  <a:ext uri="{FF2B5EF4-FFF2-40B4-BE49-F238E27FC236}">
                    <a16:creationId xmlns:a16="http://schemas.microsoft.com/office/drawing/2014/main" id="{30E4115E-5DAF-8B6D-94E4-C8670CB04A8A}"/>
                  </a:ext>
                </a:extLst>
              </p:cNvPr>
              <p:cNvSpPr/>
              <p:nvPr/>
            </p:nvSpPr>
            <p:spPr>
              <a:xfrm>
                <a:off x="8468815" y="4753118"/>
                <a:ext cx="11974" cy="9880"/>
              </a:xfrm>
              <a:custGeom>
                <a:avLst/>
                <a:gdLst>
                  <a:gd name="connsiteX0" fmla="*/ 343 w 11974"/>
                  <a:gd name="connsiteY0" fmla="*/ 10184 h 9880"/>
                  <a:gd name="connsiteX1" fmla="*/ 2438 w 11974"/>
                  <a:gd name="connsiteY1" fmla="*/ 303 h 9880"/>
                  <a:gd name="connsiteX2" fmla="*/ 12318 w 11974"/>
                  <a:gd name="connsiteY2" fmla="*/ 303 h 9880"/>
                  <a:gd name="connsiteX3" fmla="*/ 10224 w 11974"/>
                  <a:gd name="connsiteY3" fmla="*/ 10184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43" y="10184"/>
                    </a:moveTo>
                    <a:lnTo>
                      <a:pt x="2438" y="303"/>
                    </a:lnTo>
                    <a:lnTo>
                      <a:pt x="12318" y="303"/>
                    </a:lnTo>
                    <a:lnTo>
                      <a:pt x="10224" y="1018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399" name="Freihandform: Form 398">
                <a:extLst>
                  <a:ext uri="{FF2B5EF4-FFF2-40B4-BE49-F238E27FC236}">
                    <a16:creationId xmlns:a16="http://schemas.microsoft.com/office/drawing/2014/main" id="{AFF5FC00-9751-EA34-F170-2E616BB450D7}"/>
                  </a:ext>
                </a:extLst>
              </p:cNvPr>
              <p:cNvSpPr/>
              <p:nvPr/>
            </p:nvSpPr>
            <p:spPr>
              <a:xfrm>
                <a:off x="8505277" y="4691847"/>
                <a:ext cx="32810" cy="71151"/>
              </a:xfrm>
              <a:custGeom>
                <a:avLst/>
                <a:gdLst>
                  <a:gd name="connsiteX0" fmla="*/ 9528 w 32810"/>
                  <a:gd name="connsiteY0" fmla="*/ 71455 h 71151"/>
                  <a:gd name="connsiteX1" fmla="*/ 20697 w 32810"/>
                  <a:gd name="connsiteY1" fmla="*/ 17970 h 71151"/>
                  <a:gd name="connsiteX2" fmla="*/ 345 w 32810"/>
                  <a:gd name="connsiteY2" fmla="*/ 27099 h 71151"/>
                  <a:gd name="connsiteX3" fmla="*/ 1956 w 32810"/>
                  <a:gd name="connsiteY3" fmla="*/ 19151 h 71151"/>
                  <a:gd name="connsiteX4" fmla="*/ 14844 w 32810"/>
                  <a:gd name="connsiteY4" fmla="*/ 12332 h 71151"/>
                  <a:gd name="connsiteX5" fmla="*/ 24403 w 32810"/>
                  <a:gd name="connsiteY5" fmla="*/ 5029 h 71151"/>
                  <a:gd name="connsiteX6" fmla="*/ 28054 w 32810"/>
                  <a:gd name="connsiteY6" fmla="*/ 303 h 71151"/>
                  <a:gd name="connsiteX7" fmla="*/ 33155 w 32810"/>
                  <a:gd name="connsiteY7" fmla="*/ 303 h 71151"/>
                  <a:gd name="connsiteX8" fmla="*/ 18281 w 32810"/>
                  <a:gd name="connsiteY8" fmla="*/ 71455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28" y="71455"/>
                    </a:moveTo>
                    <a:lnTo>
                      <a:pt x="20697" y="17970"/>
                    </a:lnTo>
                    <a:cubicBezTo>
                      <a:pt x="15864" y="21783"/>
                      <a:pt x="9098" y="24790"/>
                      <a:pt x="345" y="27099"/>
                    </a:cubicBezTo>
                    <a:lnTo>
                      <a:pt x="1956" y="19151"/>
                    </a:lnTo>
                    <a:cubicBezTo>
                      <a:pt x="6306" y="17433"/>
                      <a:pt x="10602" y="15178"/>
                      <a:pt x="14844" y="12332"/>
                    </a:cubicBezTo>
                    <a:cubicBezTo>
                      <a:pt x="19086" y="9539"/>
                      <a:pt x="22255" y="7123"/>
                      <a:pt x="24403" y="5029"/>
                    </a:cubicBezTo>
                    <a:cubicBezTo>
                      <a:pt x="25691" y="3740"/>
                      <a:pt x="26926" y="2129"/>
                      <a:pt x="28054" y="303"/>
                    </a:cubicBezTo>
                    <a:lnTo>
                      <a:pt x="33155" y="303"/>
                    </a:lnTo>
                    <a:lnTo>
                      <a:pt x="18281" y="7145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00" name="Grafik 4">
              <a:extLst>
                <a:ext uri="{FF2B5EF4-FFF2-40B4-BE49-F238E27FC236}">
                  <a16:creationId xmlns:a16="http://schemas.microsoft.com/office/drawing/2014/main" id="{B6013F98-7E4A-88B8-7B1D-9A9B026E4C18}"/>
                </a:ext>
              </a:extLst>
            </p:cNvPr>
            <p:cNvGrpSpPr/>
            <p:nvPr/>
          </p:nvGrpSpPr>
          <p:grpSpPr>
            <a:xfrm>
              <a:off x="7979959" y="4564640"/>
              <a:ext cx="500128" cy="73299"/>
              <a:chOff x="7979959" y="4564640"/>
              <a:chExt cx="500128" cy="73299"/>
            </a:xfrm>
            <a:solidFill>
              <a:srgbClr val="000000"/>
            </a:solidFill>
          </p:grpSpPr>
          <p:sp>
            <p:nvSpPr>
              <p:cNvPr id="401" name="Freihandform: Form 400">
                <a:extLst>
                  <a:ext uri="{FF2B5EF4-FFF2-40B4-BE49-F238E27FC236}">
                    <a16:creationId xmlns:a16="http://schemas.microsoft.com/office/drawing/2014/main" id="{022BD4F2-929C-05E2-538F-37847D18D825}"/>
                  </a:ext>
                </a:extLst>
              </p:cNvPr>
              <p:cNvSpPr/>
              <p:nvPr/>
            </p:nvSpPr>
            <p:spPr>
              <a:xfrm>
                <a:off x="7979959" y="4564640"/>
                <a:ext cx="66211" cy="73245"/>
              </a:xfrm>
              <a:custGeom>
                <a:avLst/>
                <a:gdLst>
                  <a:gd name="connsiteX0" fmla="*/ 31238 w 66211"/>
                  <a:gd name="connsiteY0" fmla="*/ 44435 h 73245"/>
                  <a:gd name="connsiteX1" fmla="*/ 32957 w 66211"/>
                  <a:gd name="connsiteY1" fmla="*/ 36380 h 73245"/>
                  <a:gd name="connsiteX2" fmla="*/ 63941 w 66211"/>
                  <a:gd name="connsiteY2" fmla="*/ 36380 h 73245"/>
                  <a:gd name="connsiteX3" fmla="*/ 57927 w 66211"/>
                  <a:gd name="connsiteY3" fmla="*/ 65270 h 73245"/>
                  <a:gd name="connsiteX4" fmla="*/ 44556 w 66211"/>
                  <a:gd name="connsiteY4" fmla="*/ 71231 h 73245"/>
                  <a:gd name="connsiteX5" fmla="*/ 29842 w 66211"/>
                  <a:gd name="connsiteY5" fmla="*/ 73540 h 73245"/>
                  <a:gd name="connsiteX6" fmla="*/ 6751 w 66211"/>
                  <a:gd name="connsiteY6" fmla="*/ 64250 h 73245"/>
                  <a:gd name="connsiteX7" fmla="*/ 307 w 66211"/>
                  <a:gd name="connsiteY7" fmla="*/ 44005 h 73245"/>
                  <a:gd name="connsiteX8" fmla="*/ 5946 w 66211"/>
                  <a:gd name="connsiteY8" fmla="*/ 20753 h 73245"/>
                  <a:gd name="connsiteX9" fmla="*/ 20176 w 66211"/>
                  <a:gd name="connsiteY9" fmla="*/ 5288 h 73245"/>
                  <a:gd name="connsiteX10" fmla="*/ 39239 w 66211"/>
                  <a:gd name="connsiteY10" fmla="*/ 294 h 73245"/>
                  <a:gd name="connsiteX11" fmla="*/ 52772 w 66211"/>
                  <a:gd name="connsiteY11" fmla="*/ 3033 h 73245"/>
                  <a:gd name="connsiteX12" fmla="*/ 61954 w 66211"/>
                  <a:gd name="connsiteY12" fmla="*/ 10336 h 73245"/>
                  <a:gd name="connsiteX13" fmla="*/ 66519 w 66211"/>
                  <a:gd name="connsiteY13" fmla="*/ 22257 h 73245"/>
                  <a:gd name="connsiteX14" fmla="*/ 57229 w 66211"/>
                  <a:gd name="connsiteY14" fmla="*/ 23277 h 73245"/>
                  <a:gd name="connsiteX15" fmla="*/ 51053 w 66211"/>
                  <a:gd name="connsiteY15" fmla="*/ 12054 h 73245"/>
                  <a:gd name="connsiteX16" fmla="*/ 38917 w 66211"/>
                  <a:gd name="connsiteY16" fmla="*/ 8188 h 73245"/>
                  <a:gd name="connsiteX17" fmla="*/ 24579 w 66211"/>
                  <a:gd name="connsiteY17" fmla="*/ 12376 h 73245"/>
                  <a:gd name="connsiteX18" fmla="*/ 13893 w 66211"/>
                  <a:gd name="connsiteY18" fmla="*/ 24996 h 73245"/>
                  <a:gd name="connsiteX19" fmla="*/ 9920 w 66211"/>
                  <a:gd name="connsiteY19" fmla="*/ 44112 h 73245"/>
                  <a:gd name="connsiteX20" fmla="*/ 15182 w 66211"/>
                  <a:gd name="connsiteY20" fmla="*/ 60276 h 73245"/>
                  <a:gd name="connsiteX21" fmla="*/ 29735 w 66211"/>
                  <a:gd name="connsiteY21" fmla="*/ 65753 h 73245"/>
                  <a:gd name="connsiteX22" fmla="*/ 49603 w 66211"/>
                  <a:gd name="connsiteY22" fmla="*/ 59632 h 73245"/>
                  <a:gd name="connsiteX23" fmla="*/ 52772 w 66211"/>
                  <a:gd name="connsiteY23" fmla="*/ 44435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38" y="44435"/>
                    </a:moveTo>
                    <a:lnTo>
                      <a:pt x="32957" y="36380"/>
                    </a:lnTo>
                    <a:lnTo>
                      <a:pt x="63941" y="36380"/>
                    </a:lnTo>
                    <a:lnTo>
                      <a:pt x="57927" y="65270"/>
                    </a:lnTo>
                    <a:cubicBezTo>
                      <a:pt x="54007" y="67687"/>
                      <a:pt x="49550" y="69727"/>
                      <a:pt x="44556" y="71231"/>
                    </a:cubicBezTo>
                    <a:cubicBezTo>
                      <a:pt x="39562" y="72788"/>
                      <a:pt x="34675" y="73540"/>
                      <a:pt x="29842" y="73540"/>
                    </a:cubicBezTo>
                    <a:cubicBezTo>
                      <a:pt x="19532" y="73540"/>
                      <a:pt x="11853" y="70479"/>
                      <a:pt x="6751" y="64250"/>
                    </a:cubicBezTo>
                    <a:cubicBezTo>
                      <a:pt x="2455" y="58987"/>
                      <a:pt x="307" y="52221"/>
                      <a:pt x="307" y="44005"/>
                    </a:cubicBezTo>
                    <a:cubicBezTo>
                      <a:pt x="307" y="35467"/>
                      <a:pt x="2187" y="27734"/>
                      <a:pt x="5946" y="20753"/>
                    </a:cubicBezTo>
                    <a:cubicBezTo>
                      <a:pt x="9705" y="13772"/>
                      <a:pt x="14430" y="8617"/>
                      <a:pt x="20176" y="5288"/>
                    </a:cubicBezTo>
                    <a:cubicBezTo>
                      <a:pt x="25868" y="1959"/>
                      <a:pt x="32205" y="294"/>
                      <a:pt x="39239" y="294"/>
                    </a:cubicBezTo>
                    <a:cubicBezTo>
                      <a:pt x="44233" y="294"/>
                      <a:pt x="48744" y="1207"/>
                      <a:pt x="52772" y="3033"/>
                    </a:cubicBezTo>
                    <a:cubicBezTo>
                      <a:pt x="56745" y="4858"/>
                      <a:pt x="59806" y="7275"/>
                      <a:pt x="61954" y="10336"/>
                    </a:cubicBezTo>
                    <a:cubicBezTo>
                      <a:pt x="64049" y="13397"/>
                      <a:pt x="65606" y="17370"/>
                      <a:pt x="66519" y="22257"/>
                    </a:cubicBezTo>
                    <a:lnTo>
                      <a:pt x="57229" y="23277"/>
                    </a:lnTo>
                    <a:cubicBezTo>
                      <a:pt x="56262" y="18391"/>
                      <a:pt x="54168" y="14685"/>
                      <a:pt x="51053" y="12054"/>
                    </a:cubicBezTo>
                    <a:cubicBezTo>
                      <a:pt x="47885" y="9476"/>
                      <a:pt x="43858" y="8188"/>
                      <a:pt x="38917" y="8188"/>
                    </a:cubicBezTo>
                    <a:cubicBezTo>
                      <a:pt x="33816" y="8188"/>
                      <a:pt x="29037" y="9584"/>
                      <a:pt x="24579" y="12376"/>
                    </a:cubicBezTo>
                    <a:cubicBezTo>
                      <a:pt x="20122" y="15169"/>
                      <a:pt x="16578" y="19357"/>
                      <a:pt x="13893" y="24996"/>
                    </a:cubicBezTo>
                    <a:cubicBezTo>
                      <a:pt x="11262" y="30580"/>
                      <a:pt x="9920" y="36971"/>
                      <a:pt x="9920" y="44112"/>
                    </a:cubicBezTo>
                    <a:cubicBezTo>
                      <a:pt x="9920" y="51254"/>
                      <a:pt x="11692" y="56624"/>
                      <a:pt x="15182" y="60276"/>
                    </a:cubicBezTo>
                    <a:cubicBezTo>
                      <a:pt x="18726" y="63928"/>
                      <a:pt x="23559" y="65753"/>
                      <a:pt x="29735" y="65753"/>
                    </a:cubicBezTo>
                    <a:cubicBezTo>
                      <a:pt x="35910" y="65753"/>
                      <a:pt x="42515" y="63713"/>
                      <a:pt x="49603" y="59632"/>
                    </a:cubicBezTo>
                    <a:lnTo>
                      <a:pt x="52772" y="4443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2" name="Freihandform: Form 401">
                <a:extLst>
                  <a:ext uri="{FF2B5EF4-FFF2-40B4-BE49-F238E27FC236}">
                    <a16:creationId xmlns:a16="http://schemas.microsoft.com/office/drawing/2014/main" id="{3FED5F95-7D9F-3393-DAA5-D1B626DAB8F4}"/>
                  </a:ext>
                </a:extLst>
              </p:cNvPr>
              <p:cNvSpPr/>
              <p:nvPr/>
            </p:nvSpPr>
            <p:spPr>
              <a:xfrm>
                <a:off x="8051318" y="4565875"/>
                <a:ext cx="47953" cy="70829"/>
              </a:xfrm>
              <a:custGeom>
                <a:avLst/>
                <a:gdLst>
                  <a:gd name="connsiteX0" fmla="*/ 313 w 47953"/>
                  <a:gd name="connsiteY0" fmla="*/ 71123 h 70829"/>
                  <a:gd name="connsiteX1" fmla="*/ 15080 w 47953"/>
                  <a:gd name="connsiteY1" fmla="*/ 294 h 70829"/>
                  <a:gd name="connsiteX2" fmla="*/ 24585 w 47953"/>
                  <a:gd name="connsiteY2" fmla="*/ 294 h 70829"/>
                  <a:gd name="connsiteX3" fmla="*/ 11482 w 47953"/>
                  <a:gd name="connsiteY3" fmla="*/ 63122 h 70829"/>
                  <a:gd name="connsiteX4" fmla="*/ 48266 w 47953"/>
                  <a:gd name="connsiteY4" fmla="*/ 63122 h 70829"/>
                  <a:gd name="connsiteX5" fmla="*/ 46548 w 47953"/>
                  <a:gd name="connsiteY5" fmla="*/ 7112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53" h="70829">
                    <a:moveTo>
                      <a:pt x="313" y="71123"/>
                    </a:moveTo>
                    <a:lnTo>
                      <a:pt x="15080" y="294"/>
                    </a:lnTo>
                    <a:lnTo>
                      <a:pt x="24585" y="294"/>
                    </a:lnTo>
                    <a:lnTo>
                      <a:pt x="11482" y="63122"/>
                    </a:lnTo>
                    <a:lnTo>
                      <a:pt x="48266" y="63122"/>
                    </a:lnTo>
                    <a:lnTo>
                      <a:pt x="46548" y="7112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3" name="Freihandform: Form 402">
                <a:extLst>
                  <a:ext uri="{FF2B5EF4-FFF2-40B4-BE49-F238E27FC236}">
                    <a16:creationId xmlns:a16="http://schemas.microsoft.com/office/drawing/2014/main" id="{CD4010A9-F465-87F7-6706-1CB616AFE672}"/>
                  </a:ext>
                </a:extLst>
              </p:cNvPr>
              <p:cNvSpPr/>
              <p:nvPr/>
            </p:nvSpPr>
            <p:spPr>
              <a:xfrm>
                <a:off x="8108026" y="4565875"/>
                <a:ext cx="24272" cy="70829"/>
              </a:xfrm>
              <a:custGeom>
                <a:avLst/>
                <a:gdLst>
                  <a:gd name="connsiteX0" fmla="*/ 317 w 24272"/>
                  <a:gd name="connsiteY0" fmla="*/ 71123 h 70829"/>
                  <a:gd name="connsiteX1" fmla="*/ 15192 w 24272"/>
                  <a:gd name="connsiteY1" fmla="*/ 294 h 70829"/>
                  <a:gd name="connsiteX2" fmla="*/ 24589 w 24272"/>
                  <a:gd name="connsiteY2" fmla="*/ 294 h 70829"/>
                  <a:gd name="connsiteX3" fmla="*/ 9822 w 24272"/>
                  <a:gd name="connsiteY3" fmla="*/ 7112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272" h="70829">
                    <a:moveTo>
                      <a:pt x="317" y="71123"/>
                    </a:moveTo>
                    <a:lnTo>
                      <a:pt x="15192" y="294"/>
                    </a:lnTo>
                    <a:lnTo>
                      <a:pt x="24589" y="294"/>
                    </a:lnTo>
                    <a:lnTo>
                      <a:pt x="9822" y="7112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4" name="Freihandform: Form 403">
                <a:extLst>
                  <a:ext uri="{FF2B5EF4-FFF2-40B4-BE49-F238E27FC236}">
                    <a16:creationId xmlns:a16="http://schemas.microsoft.com/office/drawing/2014/main" id="{23602E8A-2C57-F9BC-FCDD-CEDC88FCB49F}"/>
                  </a:ext>
                </a:extLst>
              </p:cNvPr>
              <p:cNvSpPr/>
              <p:nvPr/>
            </p:nvSpPr>
            <p:spPr>
              <a:xfrm>
                <a:off x="8136755" y="4566842"/>
                <a:ext cx="49779" cy="71044"/>
              </a:xfrm>
              <a:custGeom>
                <a:avLst/>
                <a:gdLst>
                  <a:gd name="connsiteX0" fmla="*/ 373 w 49779"/>
                  <a:gd name="connsiteY0" fmla="*/ 49912 h 71044"/>
                  <a:gd name="connsiteX1" fmla="*/ 9233 w 49779"/>
                  <a:gd name="connsiteY1" fmla="*/ 49053 h 71044"/>
                  <a:gd name="connsiteX2" fmla="*/ 9126 w 49779"/>
                  <a:gd name="connsiteY2" fmla="*/ 51308 h 71044"/>
                  <a:gd name="connsiteX3" fmla="*/ 10790 w 49779"/>
                  <a:gd name="connsiteY3" fmla="*/ 57752 h 71044"/>
                  <a:gd name="connsiteX4" fmla="*/ 15194 w 49779"/>
                  <a:gd name="connsiteY4" fmla="*/ 62692 h 71044"/>
                  <a:gd name="connsiteX5" fmla="*/ 21047 w 49779"/>
                  <a:gd name="connsiteY5" fmla="*/ 64411 h 71044"/>
                  <a:gd name="connsiteX6" fmla="*/ 29317 w 49779"/>
                  <a:gd name="connsiteY6" fmla="*/ 61618 h 71044"/>
                  <a:gd name="connsiteX7" fmla="*/ 36136 w 49779"/>
                  <a:gd name="connsiteY7" fmla="*/ 53456 h 71044"/>
                  <a:gd name="connsiteX8" fmla="*/ 38714 w 49779"/>
                  <a:gd name="connsiteY8" fmla="*/ 42824 h 71044"/>
                  <a:gd name="connsiteX9" fmla="*/ 35224 w 49779"/>
                  <a:gd name="connsiteY9" fmla="*/ 33265 h 71044"/>
                  <a:gd name="connsiteX10" fmla="*/ 26041 w 49779"/>
                  <a:gd name="connsiteY10" fmla="*/ 29721 h 71044"/>
                  <a:gd name="connsiteX11" fmla="*/ 18792 w 49779"/>
                  <a:gd name="connsiteY11" fmla="*/ 31547 h 71044"/>
                  <a:gd name="connsiteX12" fmla="*/ 12455 w 49779"/>
                  <a:gd name="connsiteY12" fmla="*/ 37078 h 71044"/>
                  <a:gd name="connsiteX13" fmla="*/ 4776 w 49779"/>
                  <a:gd name="connsiteY13" fmla="*/ 36541 h 71044"/>
                  <a:gd name="connsiteX14" fmla="*/ 15462 w 49779"/>
                  <a:gd name="connsiteY14" fmla="*/ 294 h 71044"/>
                  <a:gd name="connsiteX15" fmla="*/ 50098 w 49779"/>
                  <a:gd name="connsiteY15" fmla="*/ 294 h 71044"/>
                  <a:gd name="connsiteX16" fmla="*/ 48380 w 49779"/>
                  <a:gd name="connsiteY16" fmla="*/ 8295 h 71044"/>
                  <a:gd name="connsiteX17" fmla="*/ 21477 w 49779"/>
                  <a:gd name="connsiteY17" fmla="*/ 8295 h 71044"/>
                  <a:gd name="connsiteX18" fmla="*/ 16160 w 49779"/>
                  <a:gd name="connsiteY18" fmla="*/ 26338 h 71044"/>
                  <a:gd name="connsiteX19" fmla="*/ 22336 w 49779"/>
                  <a:gd name="connsiteY19" fmla="*/ 23062 h 71044"/>
                  <a:gd name="connsiteX20" fmla="*/ 28833 w 49779"/>
                  <a:gd name="connsiteY20" fmla="*/ 21988 h 71044"/>
                  <a:gd name="connsiteX21" fmla="*/ 42151 w 49779"/>
                  <a:gd name="connsiteY21" fmla="*/ 27358 h 71044"/>
                  <a:gd name="connsiteX22" fmla="*/ 47360 w 49779"/>
                  <a:gd name="connsiteY22" fmla="*/ 42018 h 71044"/>
                  <a:gd name="connsiteX23" fmla="*/ 43815 w 49779"/>
                  <a:gd name="connsiteY23" fmla="*/ 57108 h 71044"/>
                  <a:gd name="connsiteX24" fmla="*/ 33989 w 49779"/>
                  <a:gd name="connsiteY24" fmla="*/ 67686 h 71044"/>
                  <a:gd name="connsiteX25" fmla="*/ 20456 w 49779"/>
                  <a:gd name="connsiteY25" fmla="*/ 71338 h 71044"/>
                  <a:gd name="connsiteX26" fmla="*/ 9663 w 49779"/>
                  <a:gd name="connsiteY26" fmla="*/ 68599 h 71044"/>
                  <a:gd name="connsiteX27" fmla="*/ 2628 w 49779"/>
                  <a:gd name="connsiteY27" fmla="*/ 61028 h 71044"/>
                  <a:gd name="connsiteX28" fmla="*/ 319 w 49779"/>
                  <a:gd name="connsiteY28" fmla="*/ 51362 h 71044"/>
                  <a:gd name="connsiteX29" fmla="*/ 373 w 49779"/>
                  <a:gd name="connsiteY29" fmla="*/ 49912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73" y="49912"/>
                    </a:moveTo>
                    <a:lnTo>
                      <a:pt x="9233" y="49053"/>
                    </a:lnTo>
                    <a:cubicBezTo>
                      <a:pt x="9179" y="50288"/>
                      <a:pt x="9126" y="51040"/>
                      <a:pt x="9126" y="51308"/>
                    </a:cubicBezTo>
                    <a:cubicBezTo>
                      <a:pt x="9126" y="53456"/>
                      <a:pt x="9716" y="55604"/>
                      <a:pt x="10790" y="57752"/>
                    </a:cubicBezTo>
                    <a:cubicBezTo>
                      <a:pt x="11864" y="59900"/>
                      <a:pt x="13314" y="61565"/>
                      <a:pt x="15194" y="62692"/>
                    </a:cubicBezTo>
                    <a:cubicBezTo>
                      <a:pt x="17019" y="63820"/>
                      <a:pt x="18953" y="64411"/>
                      <a:pt x="21047" y="64411"/>
                    </a:cubicBezTo>
                    <a:cubicBezTo>
                      <a:pt x="23732" y="64411"/>
                      <a:pt x="26524" y="63498"/>
                      <a:pt x="29317" y="61618"/>
                    </a:cubicBezTo>
                    <a:cubicBezTo>
                      <a:pt x="32109" y="59739"/>
                      <a:pt x="34364" y="57000"/>
                      <a:pt x="36136" y="53456"/>
                    </a:cubicBezTo>
                    <a:cubicBezTo>
                      <a:pt x="37855" y="49858"/>
                      <a:pt x="38714" y="46314"/>
                      <a:pt x="38714" y="42824"/>
                    </a:cubicBezTo>
                    <a:cubicBezTo>
                      <a:pt x="38714" y="38850"/>
                      <a:pt x="37586" y="35682"/>
                      <a:pt x="35224" y="33265"/>
                    </a:cubicBezTo>
                    <a:cubicBezTo>
                      <a:pt x="32914" y="30902"/>
                      <a:pt x="29800" y="29721"/>
                      <a:pt x="26041" y="29721"/>
                    </a:cubicBezTo>
                    <a:cubicBezTo>
                      <a:pt x="23463" y="29721"/>
                      <a:pt x="21047" y="30312"/>
                      <a:pt x="18792" y="31547"/>
                    </a:cubicBezTo>
                    <a:cubicBezTo>
                      <a:pt x="16536" y="32782"/>
                      <a:pt x="14388" y="34608"/>
                      <a:pt x="12455" y="37078"/>
                    </a:cubicBezTo>
                    <a:lnTo>
                      <a:pt x="4776" y="36541"/>
                    </a:lnTo>
                    <a:lnTo>
                      <a:pt x="15462" y="294"/>
                    </a:lnTo>
                    <a:lnTo>
                      <a:pt x="50098" y="294"/>
                    </a:lnTo>
                    <a:lnTo>
                      <a:pt x="48380" y="8295"/>
                    </a:lnTo>
                    <a:lnTo>
                      <a:pt x="21477" y="8295"/>
                    </a:lnTo>
                    <a:lnTo>
                      <a:pt x="16160" y="26338"/>
                    </a:lnTo>
                    <a:cubicBezTo>
                      <a:pt x="18147" y="24888"/>
                      <a:pt x="20188" y="23760"/>
                      <a:pt x="22336" y="23062"/>
                    </a:cubicBezTo>
                    <a:cubicBezTo>
                      <a:pt x="24430" y="22311"/>
                      <a:pt x="26578" y="21988"/>
                      <a:pt x="28833" y="21988"/>
                    </a:cubicBezTo>
                    <a:cubicBezTo>
                      <a:pt x="34257" y="21988"/>
                      <a:pt x="38660" y="23760"/>
                      <a:pt x="42151" y="27358"/>
                    </a:cubicBezTo>
                    <a:cubicBezTo>
                      <a:pt x="45641" y="30902"/>
                      <a:pt x="47360" y="35789"/>
                      <a:pt x="47360" y="42018"/>
                    </a:cubicBezTo>
                    <a:cubicBezTo>
                      <a:pt x="47360" y="47495"/>
                      <a:pt x="46178" y="52490"/>
                      <a:pt x="43815" y="57108"/>
                    </a:cubicBezTo>
                    <a:cubicBezTo>
                      <a:pt x="41399" y="61672"/>
                      <a:pt x="38123" y="65216"/>
                      <a:pt x="33989" y="67686"/>
                    </a:cubicBezTo>
                    <a:cubicBezTo>
                      <a:pt x="29800" y="70157"/>
                      <a:pt x="25289" y="71338"/>
                      <a:pt x="20456" y="71338"/>
                    </a:cubicBezTo>
                    <a:cubicBezTo>
                      <a:pt x="16375" y="71338"/>
                      <a:pt x="12831" y="70425"/>
                      <a:pt x="9663" y="68599"/>
                    </a:cubicBezTo>
                    <a:cubicBezTo>
                      <a:pt x="6548" y="66774"/>
                      <a:pt x="4239" y="64250"/>
                      <a:pt x="2628" y="61028"/>
                    </a:cubicBezTo>
                    <a:cubicBezTo>
                      <a:pt x="1071" y="57806"/>
                      <a:pt x="319" y="54584"/>
                      <a:pt x="319" y="51362"/>
                    </a:cubicBezTo>
                    <a:cubicBezTo>
                      <a:pt x="319" y="51040"/>
                      <a:pt x="319" y="50556"/>
                      <a:pt x="373" y="4991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5" name="Freihandform: Form 404">
                <a:extLst>
                  <a:ext uri="{FF2B5EF4-FFF2-40B4-BE49-F238E27FC236}">
                    <a16:creationId xmlns:a16="http://schemas.microsoft.com/office/drawing/2014/main" id="{C07FAF7A-6B78-5503-D80D-93F8787B7C92}"/>
                  </a:ext>
                </a:extLst>
              </p:cNvPr>
              <p:cNvSpPr/>
              <p:nvPr/>
            </p:nvSpPr>
            <p:spPr>
              <a:xfrm>
                <a:off x="8192348" y="4565553"/>
                <a:ext cx="48436" cy="72386"/>
              </a:xfrm>
              <a:custGeom>
                <a:avLst/>
                <a:gdLst>
                  <a:gd name="connsiteX0" fmla="*/ 15251 w 48436"/>
                  <a:gd name="connsiteY0" fmla="*/ 32513 h 72386"/>
                  <a:gd name="connsiteX1" fmla="*/ 9291 w 48436"/>
                  <a:gd name="connsiteY1" fmla="*/ 26929 h 72386"/>
                  <a:gd name="connsiteX2" fmla="*/ 7304 w 48436"/>
                  <a:gd name="connsiteY2" fmla="*/ 19572 h 72386"/>
                  <a:gd name="connsiteX3" fmla="*/ 11976 w 48436"/>
                  <a:gd name="connsiteY3" fmla="*/ 7704 h 72386"/>
                  <a:gd name="connsiteX4" fmla="*/ 28730 w 48436"/>
                  <a:gd name="connsiteY4" fmla="*/ 294 h 72386"/>
                  <a:gd name="connsiteX5" fmla="*/ 43390 w 48436"/>
                  <a:gd name="connsiteY5" fmla="*/ 5288 h 72386"/>
                  <a:gd name="connsiteX6" fmla="*/ 48760 w 48436"/>
                  <a:gd name="connsiteY6" fmla="*/ 17585 h 72386"/>
                  <a:gd name="connsiteX7" fmla="*/ 45860 w 48436"/>
                  <a:gd name="connsiteY7" fmla="*/ 26875 h 72386"/>
                  <a:gd name="connsiteX8" fmla="*/ 36785 w 48436"/>
                  <a:gd name="connsiteY8" fmla="*/ 33534 h 72386"/>
                  <a:gd name="connsiteX9" fmla="*/ 42907 w 48436"/>
                  <a:gd name="connsiteY9" fmla="*/ 39172 h 72386"/>
                  <a:gd name="connsiteX10" fmla="*/ 45269 w 48436"/>
                  <a:gd name="connsiteY10" fmla="*/ 48301 h 72386"/>
                  <a:gd name="connsiteX11" fmla="*/ 38503 w 48436"/>
                  <a:gd name="connsiteY11" fmla="*/ 65270 h 72386"/>
                  <a:gd name="connsiteX12" fmla="*/ 20568 w 48436"/>
                  <a:gd name="connsiteY12" fmla="*/ 72680 h 72386"/>
                  <a:gd name="connsiteX13" fmla="*/ 5961 w 48436"/>
                  <a:gd name="connsiteY13" fmla="*/ 67203 h 72386"/>
                  <a:gd name="connsiteX14" fmla="*/ 323 w 48436"/>
                  <a:gd name="connsiteY14" fmla="*/ 53402 h 72386"/>
                  <a:gd name="connsiteX15" fmla="*/ 4297 w 48436"/>
                  <a:gd name="connsiteY15" fmla="*/ 40031 h 72386"/>
                  <a:gd name="connsiteX16" fmla="*/ 15251 w 48436"/>
                  <a:gd name="connsiteY16" fmla="*/ 32513 h 72386"/>
                  <a:gd name="connsiteX17" fmla="*/ 15896 w 48436"/>
                  <a:gd name="connsiteY17" fmla="*/ 20001 h 72386"/>
                  <a:gd name="connsiteX18" fmla="*/ 18849 w 48436"/>
                  <a:gd name="connsiteY18" fmla="*/ 27305 h 72386"/>
                  <a:gd name="connsiteX19" fmla="*/ 26904 w 48436"/>
                  <a:gd name="connsiteY19" fmla="*/ 30097 h 72386"/>
                  <a:gd name="connsiteX20" fmla="*/ 36624 w 48436"/>
                  <a:gd name="connsiteY20" fmla="*/ 26445 h 72386"/>
                  <a:gd name="connsiteX21" fmla="*/ 40383 w 48436"/>
                  <a:gd name="connsiteY21" fmla="*/ 17478 h 72386"/>
                  <a:gd name="connsiteX22" fmla="*/ 37429 w 48436"/>
                  <a:gd name="connsiteY22" fmla="*/ 10121 h 72386"/>
                  <a:gd name="connsiteX23" fmla="*/ 29374 w 48436"/>
                  <a:gd name="connsiteY23" fmla="*/ 7328 h 72386"/>
                  <a:gd name="connsiteX24" fmla="*/ 22286 w 48436"/>
                  <a:gd name="connsiteY24" fmla="*/ 9100 h 72386"/>
                  <a:gd name="connsiteX25" fmla="*/ 17507 w 48436"/>
                  <a:gd name="connsiteY25" fmla="*/ 13934 h 72386"/>
                  <a:gd name="connsiteX26" fmla="*/ 15896 w 48436"/>
                  <a:gd name="connsiteY26" fmla="*/ 20001 h 72386"/>
                  <a:gd name="connsiteX27" fmla="*/ 9076 w 48436"/>
                  <a:gd name="connsiteY27" fmla="*/ 54154 h 72386"/>
                  <a:gd name="connsiteX28" fmla="*/ 10526 w 48436"/>
                  <a:gd name="connsiteY28" fmla="*/ 59793 h 72386"/>
                  <a:gd name="connsiteX29" fmla="*/ 14876 w 48436"/>
                  <a:gd name="connsiteY29" fmla="*/ 64089 h 72386"/>
                  <a:gd name="connsiteX30" fmla="*/ 21481 w 48436"/>
                  <a:gd name="connsiteY30" fmla="*/ 65700 h 72386"/>
                  <a:gd name="connsiteX31" fmla="*/ 32972 w 48436"/>
                  <a:gd name="connsiteY31" fmla="*/ 59041 h 72386"/>
                  <a:gd name="connsiteX32" fmla="*/ 36463 w 48436"/>
                  <a:gd name="connsiteY32" fmla="*/ 47764 h 72386"/>
                  <a:gd name="connsiteX33" fmla="*/ 33241 w 48436"/>
                  <a:gd name="connsiteY33" fmla="*/ 39709 h 72386"/>
                  <a:gd name="connsiteX34" fmla="*/ 24810 w 48436"/>
                  <a:gd name="connsiteY34" fmla="*/ 36541 h 72386"/>
                  <a:gd name="connsiteX35" fmla="*/ 13694 w 48436"/>
                  <a:gd name="connsiteY35" fmla="*/ 41428 h 72386"/>
                  <a:gd name="connsiteX36" fmla="*/ 9076 w 48436"/>
                  <a:gd name="connsiteY36" fmla="*/ 54154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51" y="32513"/>
                    </a:moveTo>
                    <a:cubicBezTo>
                      <a:pt x="12620" y="31064"/>
                      <a:pt x="10633" y="29184"/>
                      <a:pt x="9291" y="26929"/>
                    </a:cubicBezTo>
                    <a:cubicBezTo>
                      <a:pt x="7948" y="24620"/>
                      <a:pt x="7304" y="22203"/>
                      <a:pt x="7304" y="19572"/>
                    </a:cubicBezTo>
                    <a:cubicBezTo>
                      <a:pt x="7304" y="15330"/>
                      <a:pt x="8861" y="11356"/>
                      <a:pt x="11976" y="7704"/>
                    </a:cubicBezTo>
                    <a:cubicBezTo>
                      <a:pt x="16057" y="2764"/>
                      <a:pt x="21695" y="294"/>
                      <a:pt x="28730" y="294"/>
                    </a:cubicBezTo>
                    <a:cubicBezTo>
                      <a:pt x="34959" y="294"/>
                      <a:pt x="39846" y="1959"/>
                      <a:pt x="43390" y="5288"/>
                    </a:cubicBezTo>
                    <a:cubicBezTo>
                      <a:pt x="46988" y="8617"/>
                      <a:pt x="48760" y="12698"/>
                      <a:pt x="48760" y="17585"/>
                    </a:cubicBezTo>
                    <a:cubicBezTo>
                      <a:pt x="48760" y="21022"/>
                      <a:pt x="47793" y="24136"/>
                      <a:pt x="45860" y="26875"/>
                    </a:cubicBezTo>
                    <a:cubicBezTo>
                      <a:pt x="43927" y="29667"/>
                      <a:pt x="40920" y="31869"/>
                      <a:pt x="36785" y="33534"/>
                    </a:cubicBezTo>
                    <a:cubicBezTo>
                      <a:pt x="39631" y="35306"/>
                      <a:pt x="41672" y="37185"/>
                      <a:pt x="42907" y="39172"/>
                    </a:cubicBezTo>
                    <a:cubicBezTo>
                      <a:pt x="44464" y="41750"/>
                      <a:pt x="45269" y="44811"/>
                      <a:pt x="45269" y="48301"/>
                    </a:cubicBezTo>
                    <a:cubicBezTo>
                      <a:pt x="45269" y="54637"/>
                      <a:pt x="43014" y="60276"/>
                      <a:pt x="38503" y="65270"/>
                    </a:cubicBezTo>
                    <a:cubicBezTo>
                      <a:pt x="33992" y="70210"/>
                      <a:pt x="28032" y="72680"/>
                      <a:pt x="20568" y="72680"/>
                    </a:cubicBezTo>
                    <a:cubicBezTo>
                      <a:pt x="14607" y="72680"/>
                      <a:pt x="9720" y="70855"/>
                      <a:pt x="5961" y="67203"/>
                    </a:cubicBezTo>
                    <a:cubicBezTo>
                      <a:pt x="2203" y="63498"/>
                      <a:pt x="323" y="58933"/>
                      <a:pt x="323" y="53402"/>
                    </a:cubicBezTo>
                    <a:cubicBezTo>
                      <a:pt x="323" y="48247"/>
                      <a:pt x="1666" y="43790"/>
                      <a:pt x="4297" y="40031"/>
                    </a:cubicBezTo>
                    <a:cubicBezTo>
                      <a:pt x="6982" y="36326"/>
                      <a:pt x="10633" y="33802"/>
                      <a:pt x="15251" y="32513"/>
                    </a:cubicBezTo>
                    <a:moveTo>
                      <a:pt x="15896" y="20001"/>
                    </a:moveTo>
                    <a:cubicBezTo>
                      <a:pt x="15896" y="23009"/>
                      <a:pt x="16916" y="25425"/>
                      <a:pt x="18849" y="27305"/>
                    </a:cubicBezTo>
                    <a:cubicBezTo>
                      <a:pt x="20782" y="29130"/>
                      <a:pt x="23468" y="30097"/>
                      <a:pt x="26904" y="30097"/>
                    </a:cubicBezTo>
                    <a:cubicBezTo>
                      <a:pt x="30878" y="30097"/>
                      <a:pt x="34154" y="28862"/>
                      <a:pt x="36624" y="26445"/>
                    </a:cubicBezTo>
                    <a:cubicBezTo>
                      <a:pt x="39148" y="23975"/>
                      <a:pt x="40383" y="21022"/>
                      <a:pt x="40383" y="17478"/>
                    </a:cubicBezTo>
                    <a:cubicBezTo>
                      <a:pt x="40383" y="14470"/>
                      <a:pt x="39416" y="12000"/>
                      <a:pt x="37429" y="10121"/>
                    </a:cubicBezTo>
                    <a:cubicBezTo>
                      <a:pt x="35496" y="8241"/>
                      <a:pt x="32811" y="7328"/>
                      <a:pt x="29374" y="7328"/>
                    </a:cubicBezTo>
                    <a:cubicBezTo>
                      <a:pt x="26797" y="7328"/>
                      <a:pt x="24434" y="7919"/>
                      <a:pt x="22286" y="9100"/>
                    </a:cubicBezTo>
                    <a:cubicBezTo>
                      <a:pt x="20138" y="10282"/>
                      <a:pt x="18527" y="11893"/>
                      <a:pt x="17507" y="13934"/>
                    </a:cubicBezTo>
                    <a:cubicBezTo>
                      <a:pt x="16433" y="16028"/>
                      <a:pt x="15896" y="18015"/>
                      <a:pt x="15896" y="20001"/>
                    </a:cubicBezTo>
                    <a:moveTo>
                      <a:pt x="9076" y="54154"/>
                    </a:moveTo>
                    <a:cubicBezTo>
                      <a:pt x="9076" y="56087"/>
                      <a:pt x="9559" y="58021"/>
                      <a:pt x="10526" y="59793"/>
                    </a:cubicBezTo>
                    <a:cubicBezTo>
                      <a:pt x="11492" y="61618"/>
                      <a:pt x="12942" y="63015"/>
                      <a:pt x="14876" y="64089"/>
                    </a:cubicBezTo>
                    <a:cubicBezTo>
                      <a:pt x="16809" y="65163"/>
                      <a:pt x="19010" y="65700"/>
                      <a:pt x="21481" y="65700"/>
                    </a:cubicBezTo>
                    <a:cubicBezTo>
                      <a:pt x="26206" y="65700"/>
                      <a:pt x="30019" y="63498"/>
                      <a:pt x="32972" y="59041"/>
                    </a:cubicBezTo>
                    <a:cubicBezTo>
                      <a:pt x="35281" y="55550"/>
                      <a:pt x="36463" y="51791"/>
                      <a:pt x="36463" y="47764"/>
                    </a:cubicBezTo>
                    <a:cubicBezTo>
                      <a:pt x="36463" y="44488"/>
                      <a:pt x="35389" y="41803"/>
                      <a:pt x="33241" y="39709"/>
                    </a:cubicBezTo>
                    <a:cubicBezTo>
                      <a:pt x="31093" y="37615"/>
                      <a:pt x="28300" y="36541"/>
                      <a:pt x="24810" y="36541"/>
                    </a:cubicBezTo>
                    <a:cubicBezTo>
                      <a:pt x="20407" y="36541"/>
                      <a:pt x="16701" y="38206"/>
                      <a:pt x="13694" y="41428"/>
                    </a:cubicBezTo>
                    <a:cubicBezTo>
                      <a:pt x="10633" y="44703"/>
                      <a:pt x="9076" y="48945"/>
                      <a:pt x="9076" y="541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6" name="Freihandform: Form 405">
                <a:extLst>
                  <a:ext uri="{FF2B5EF4-FFF2-40B4-BE49-F238E27FC236}">
                    <a16:creationId xmlns:a16="http://schemas.microsoft.com/office/drawing/2014/main" id="{8EB15410-7FB3-CFF8-9FD2-D5644A6EC89C}"/>
                  </a:ext>
                </a:extLst>
              </p:cNvPr>
              <p:cNvSpPr/>
              <p:nvPr/>
            </p:nvSpPr>
            <p:spPr>
              <a:xfrm>
                <a:off x="8247392" y="4565553"/>
                <a:ext cx="48436" cy="72386"/>
              </a:xfrm>
              <a:custGeom>
                <a:avLst/>
                <a:gdLst>
                  <a:gd name="connsiteX0" fmla="*/ 15255 w 48436"/>
                  <a:gd name="connsiteY0" fmla="*/ 32513 h 72386"/>
                  <a:gd name="connsiteX1" fmla="*/ 9295 w 48436"/>
                  <a:gd name="connsiteY1" fmla="*/ 26929 h 72386"/>
                  <a:gd name="connsiteX2" fmla="*/ 7308 w 48436"/>
                  <a:gd name="connsiteY2" fmla="*/ 19572 h 72386"/>
                  <a:gd name="connsiteX3" fmla="*/ 11980 w 48436"/>
                  <a:gd name="connsiteY3" fmla="*/ 7704 h 72386"/>
                  <a:gd name="connsiteX4" fmla="*/ 28734 w 48436"/>
                  <a:gd name="connsiteY4" fmla="*/ 294 h 72386"/>
                  <a:gd name="connsiteX5" fmla="*/ 43394 w 48436"/>
                  <a:gd name="connsiteY5" fmla="*/ 5288 h 72386"/>
                  <a:gd name="connsiteX6" fmla="*/ 48764 w 48436"/>
                  <a:gd name="connsiteY6" fmla="*/ 17585 h 72386"/>
                  <a:gd name="connsiteX7" fmla="*/ 45864 w 48436"/>
                  <a:gd name="connsiteY7" fmla="*/ 26875 h 72386"/>
                  <a:gd name="connsiteX8" fmla="*/ 36789 w 48436"/>
                  <a:gd name="connsiteY8" fmla="*/ 33534 h 72386"/>
                  <a:gd name="connsiteX9" fmla="*/ 42911 w 48436"/>
                  <a:gd name="connsiteY9" fmla="*/ 39172 h 72386"/>
                  <a:gd name="connsiteX10" fmla="*/ 45273 w 48436"/>
                  <a:gd name="connsiteY10" fmla="*/ 48301 h 72386"/>
                  <a:gd name="connsiteX11" fmla="*/ 38507 w 48436"/>
                  <a:gd name="connsiteY11" fmla="*/ 65270 h 72386"/>
                  <a:gd name="connsiteX12" fmla="*/ 20572 w 48436"/>
                  <a:gd name="connsiteY12" fmla="*/ 72680 h 72386"/>
                  <a:gd name="connsiteX13" fmla="*/ 5965 w 48436"/>
                  <a:gd name="connsiteY13" fmla="*/ 67203 h 72386"/>
                  <a:gd name="connsiteX14" fmla="*/ 327 w 48436"/>
                  <a:gd name="connsiteY14" fmla="*/ 53402 h 72386"/>
                  <a:gd name="connsiteX15" fmla="*/ 4301 w 48436"/>
                  <a:gd name="connsiteY15" fmla="*/ 40031 h 72386"/>
                  <a:gd name="connsiteX16" fmla="*/ 15255 w 48436"/>
                  <a:gd name="connsiteY16" fmla="*/ 32513 h 72386"/>
                  <a:gd name="connsiteX17" fmla="*/ 15900 w 48436"/>
                  <a:gd name="connsiteY17" fmla="*/ 20001 h 72386"/>
                  <a:gd name="connsiteX18" fmla="*/ 18853 w 48436"/>
                  <a:gd name="connsiteY18" fmla="*/ 27305 h 72386"/>
                  <a:gd name="connsiteX19" fmla="*/ 26908 w 48436"/>
                  <a:gd name="connsiteY19" fmla="*/ 30097 h 72386"/>
                  <a:gd name="connsiteX20" fmla="*/ 36628 w 48436"/>
                  <a:gd name="connsiteY20" fmla="*/ 26445 h 72386"/>
                  <a:gd name="connsiteX21" fmla="*/ 40387 w 48436"/>
                  <a:gd name="connsiteY21" fmla="*/ 17478 h 72386"/>
                  <a:gd name="connsiteX22" fmla="*/ 37433 w 48436"/>
                  <a:gd name="connsiteY22" fmla="*/ 10121 h 72386"/>
                  <a:gd name="connsiteX23" fmla="*/ 29378 w 48436"/>
                  <a:gd name="connsiteY23" fmla="*/ 7328 h 72386"/>
                  <a:gd name="connsiteX24" fmla="*/ 22290 w 48436"/>
                  <a:gd name="connsiteY24" fmla="*/ 9100 h 72386"/>
                  <a:gd name="connsiteX25" fmla="*/ 17511 w 48436"/>
                  <a:gd name="connsiteY25" fmla="*/ 13934 h 72386"/>
                  <a:gd name="connsiteX26" fmla="*/ 15900 w 48436"/>
                  <a:gd name="connsiteY26" fmla="*/ 20001 h 72386"/>
                  <a:gd name="connsiteX27" fmla="*/ 9080 w 48436"/>
                  <a:gd name="connsiteY27" fmla="*/ 54154 h 72386"/>
                  <a:gd name="connsiteX28" fmla="*/ 10530 w 48436"/>
                  <a:gd name="connsiteY28" fmla="*/ 59793 h 72386"/>
                  <a:gd name="connsiteX29" fmla="*/ 14880 w 48436"/>
                  <a:gd name="connsiteY29" fmla="*/ 64089 h 72386"/>
                  <a:gd name="connsiteX30" fmla="*/ 21485 w 48436"/>
                  <a:gd name="connsiteY30" fmla="*/ 65700 h 72386"/>
                  <a:gd name="connsiteX31" fmla="*/ 32976 w 48436"/>
                  <a:gd name="connsiteY31" fmla="*/ 59041 h 72386"/>
                  <a:gd name="connsiteX32" fmla="*/ 36467 w 48436"/>
                  <a:gd name="connsiteY32" fmla="*/ 47764 h 72386"/>
                  <a:gd name="connsiteX33" fmla="*/ 33245 w 48436"/>
                  <a:gd name="connsiteY33" fmla="*/ 39709 h 72386"/>
                  <a:gd name="connsiteX34" fmla="*/ 24814 w 48436"/>
                  <a:gd name="connsiteY34" fmla="*/ 36541 h 72386"/>
                  <a:gd name="connsiteX35" fmla="*/ 13698 w 48436"/>
                  <a:gd name="connsiteY35" fmla="*/ 41428 h 72386"/>
                  <a:gd name="connsiteX36" fmla="*/ 9080 w 48436"/>
                  <a:gd name="connsiteY36" fmla="*/ 54154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55" y="32513"/>
                    </a:moveTo>
                    <a:cubicBezTo>
                      <a:pt x="12624" y="31064"/>
                      <a:pt x="10637" y="29184"/>
                      <a:pt x="9295" y="26929"/>
                    </a:cubicBezTo>
                    <a:cubicBezTo>
                      <a:pt x="7952" y="24620"/>
                      <a:pt x="7308" y="22203"/>
                      <a:pt x="7308" y="19572"/>
                    </a:cubicBezTo>
                    <a:cubicBezTo>
                      <a:pt x="7308" y="15330"/>
                      <a:pt x="8865" y="11356"/>
                      <a:pt x="11980" y="7704"/>
                    </a:cubicBezTo>
                    <a:cubicBezTo>
                      <a:pt x="16061" y="2764"/>
                      <a:pt x="21699" y="294"/>
                      <a:pt x="28734" y="294"/>
                    </a:cubicBezTo>
                    <a:cubicBezTo>
                      <a:pt x="34963" y="294"/>
                      <a:pt x="39850" y="1959"/>
                      <a:pt x="43394" y="5288"/>
                    </a:cubicBezTo>
                    <a:cubicBezTo>
                      <a:pt x="46992" y="8617"/>
                      <a:pt x="48764" y="12698"/>
                      <a:pt x="48764" y="17585"/>
                    </a:cubicBezTo>
                    <a:cubicBezTo>
                      <a:pt x="48764" y="21022"/>
                      <a:pt x="47797" y="24136"/>
                      <a:pt x="45864" y="26875"/>
                    </a:cubicBezTo>
                    <a:cubicBezTo>
                      <a:pt x="43931" y="29667"/>
                      <a:pt x="40924" y="31869"/>
                      <a:pt x="36789" y="33534"/>
                    </a:cubicBezTo>
                    <a:cubicBezTo>
                      <a:pt x="39635" y="35306"/>
                      <a:pt x="41676" y="37185"/>
                      <a:pt x="42911" y="39172"/>
                    </a:cubicBezTo>
                    <a:cubicBezTo>
                      <a:pt x="44468" y="41750"/>
                      <a:pt x="45273" y="44811"/>
                      <a:pt x="45273" y="48301"/>
                    </a:cubicBezTo>
                    <a:cubicBezTo>
                      <a:pt x="45273" y="54637"/>
                      <a:pt x="43018" y="60276"/>
                      <a:pt x="38507" y="65270"/>
                    </a:cubicBezTo>
                    <a:cubicBezTo>
                      <a:pt x="33997" y="70210"/>
                      <a:pt x="28036" y="72680"/>
                      <a:pt x="20572" y="72680"/>
                    </a:cubicBezTo>
                    <a:cubicBezTo>
                      <a:pt x="14611" y="72680"/>
                      <a:pt x="9724" y="70855"/>
                      <a:pt x="5965" y="67203"/>
                    </a:cubicBezTo>
                    <a:cubicBezTo>
                      <a:pt x="2207" y="63498"/>
                      <a:pt x="327" y="58933"/>
                      <a:pt x="327" y="53402"/>
                    </a:cubicBezTo>
                    <a:cubicBezTo>
                      <a:pt x="327" y="48247"/>
                      <a:pt x="1670" y="43790"/>
                      <a:pt x="4301" y="40031"/>
                    </a:cubicBezTo>
                    <a:cubicBezTo>
                      <a:pt x="6986" y="36326"/>
                      <a:pt x="10637" y="33802"/>
                      <a:pt x="15255" y="32513"/>
                    </a:cubicBezTo>
                    <a:moveTo>
                      <a:pt x="15900" y="20001"/>
                    </a:moveTo>
                    <a:cubicBezTo>
                      <a:pt x="15900" y="23009"/>
                      <a:pt x="16920" y="25425"/>
                      <a:pt x="18853" y="27305"/>
                    </a:cubicBezTo>
                    <a:cubicBezTo>
                      <a:pt x="20786" y="29130"/>
                      <a:pt x="23472" y="30097"/>
                      <a:pt x="26908" y="30097"/>
                    </a:cubicBezTo>
                    <a:cubicBezTo>
                      <a:pt x="30882" y="30097"/>
                      <a:pt x="34158" y="28862"/>
                      <a:pt x="36628" y="26445"/>
                    </a:cubicBezTo>
                    <a:cubicBezTo>
                      <a:pt x="39152" y="23975"/>
                      <a:pt x="40387" y="21022"/>
                      <a:pt x="40387" y="17478"/>
                    </a:cubicBezTo>
                    <a:cubicBezTo>
                      <a:pt x="40387" y="14470"/>
                      <a:pt x="39420" y="12000"/>
                      <a:pt x="37433" y="10121"/>
                    </a:cubicBezTo>
                    <a:cubicBezTo>
                      <a:pt x="35500" y="8241"/>
                      <a:pt x="32815" y="7328"/>
                      <a:pt x="29378" y="7328"/>
                    </a:cubicBezTo>
                    <a:cubicBezTo>
                      <a:pt x="26801" y="7328"/>
                      <a:pt x="24438" y="7919"/>
                      <a:pt x="22290" y="9100"/>
                    </a:cubicBezTo>
                    <a:cubicBezTo>
                      <a:pt x="20142" y="10282"/>
                      <a:pt x="18531" y="11893"/>
                      <a:pt x="17511" y="13934"/>
                    </a:cubicBezTo>
                    <a:cubicBezTo>
                      <a:pt x="16437" y="16028"/>
                      <a:pt x="15900" y="18015"/>
                      <a:pt x="15900" y="20001"/>
                    </a:cubicBezTo>
                    <a:moveTo>
                      <a:pt x="9080" y="54154"/>
                    </a:moveTo>
                    <a:cubicBezTo>
                      <a:pt x="9080" y="56087"/>
                      <a:pt x="9563" y="58021"/>
                      <a:pt x="10530" y="59793"/>
                    </a:cubicBezTo>
                    <a:cubicBezTo>
                      <a:pt x="11496" y="61618"/>
                      <a:pt x="12946" y="63015"/>
                      <a:pt x="14880" y="64089"/>
                    </a:cubicBezTo>
                    <a:cubicBezTo>
                      <a:pt x="16813" y="65163"/>
                      <a:pt x="19014" y="65700"/>
                      <a:pt x="21485" y="65700"/>
                    </a:cubicBezTo>
                    <a:cubicBezTo>
                      <a:pt x="26210" y="65700"/>
                      <a:pt x="30023" y="63498"/>
                      <a:pt x="32976" y="59041"/>
                    </a:cubicBezTo>
                    <a:cubicBezTo>
                      <a:pt x="35285" y="55550"/>
                      <a:pt x="36467" y="51791"/>
                      <a:pt x="36467" y="47764"/>
                    </a:cubicBezTo>
                    <a:cubicBezTo>
                      <a:pt x="36467" y="44488"/>
                      <a:pt x="35393" y="41803"/>
                      <a:pt x="33245" y="39709"/>
                    </a:cubicBezTo>
                    <a:cubicBezTo>
                      <a:pt x="31097" y="37615"/>
                      <a:pt x="28304" y="36541"/>
                      <a:pt x="24814" y="36541"/>
                    </a:cubicBezTo>
                    <a:cubicBezTo>
                      <a:pt x="20411" y="36541"/>
                      <a:pt x="16705" y="38206"/>
                      <a:pt x="13698" y="41428"/>
                    </a:cubicBezTo>
                    <a:cubicBezTo>
                      <a:pt x="10637" y="44703"/>
                      <a:pt x="9080" y="48945"/>
                      <a:pt x="9080" y="541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7" name="Freihandform: Form 406">
                <a:extLst>
                  <a:ext uri="{FF2B5EF4-FFF2-40B4-BE49-F238E27FC236}">
                    <a16:creationId xmlns:a16="http://schemas.microsoft.com/office/drawing/2014/main" id="{D826955C-7A9E-9A51-C646-8CC36CBB9BA3}"/>
                  </a:ext>
                </a:extLst>
              </p:cNvPr>
              <p:cNvSpPr/>
              <p:nvPr/>
            </p:nvSpPr>
            <p:spPr>
              <a:xfrm>
                <a:off x="8303294" y="4565553"/>
                <a:ext cx="47953" cy="72332"/>
              </a:xfrm>
              <a:custGeom>
                <a:avLst/>
                <a:gdLst>
                  <a:gd name="connsiteX0" fmla="*/ 11984 w 47953"/>
                  <a:gd name="connsiteY0" fmla="*/ 30365 h 72332"/>
                  <a:gd name="connsiteX1" fmla="*/ 19287 w 47953"/>
                  <a:gd name="connsiteY1" fmla="*/ 25801 h 72332"/>
                  <a:gd name="connsiteX2" fmla="*/ 26536 w 47953"/>
                  <a:gd name="connsiteY2" fmla="*/ 24297 h 72332"/>
                  <a:gd name="connsiteX3" fmla="*/ 39854 w 47953"/>
                  <a:gd name="connsiteY3" fmla="*/ 29775 h 72332"/>
                  <a:gd name="connsiteX4" fmla="*/ 45116 w 47953"/>
                  <a:gd name="connsiteY4" fmla="*/ 44649 h 72332"/>
                  <a:gd name="connsiteX5" fmla="*/ 37276 w 47953"/>
                  <a:gd name="connsiteY5" fmla="*/ 65270 h 72332"/>
                  <a:gd name="connsiteX6" fmla="*/ 20844 w 47953"/>
                  <a:gd name="connsiteY6" fmla="*/ 72627 h 72332"/>
                  <a:gd name="connsiteX7" fmla="*/ 6184 w 47953"/>
                  <a:gd name="connsiteY7" fmla="*/ 66183 h 72332"/>
                  <a:gd name="connsiteX8" fmla="*/ 331 w 47953"/>
                  <a:gd name="connsiteY8" fmla="*/ 47818 h 72332"/>
                  <a:gd name="connsiteX9" fmla="*/ 4090 w 47953"/>
                  <a:gd name="connsiteY9" fmla="*/ 25747 h 72332"/>
                  <a:gd name="connsiteX10" fmla="*/ 11286 w 47953"/>
                  <a:gd name="connsiteY10" fmla="*/ 11302 h 72332"/>
                  <a:gd name="connsiteX11" fmla="*/ 20361 w 47953"/>
                  <a:gd name="connsiteY11" fmla="*/ 2979 h 72332"/>
                  <a:gd name="connsiteX12" fmla="*/ 31208 w 47953"/>
                  <a:gd name="connsiteY12" fmla="*/ 294 h 72332"/>
                  <a:gd name="connsiteX13" fmla="*/ 43022 w 47953"/>
                  <a:gd name="connsiteY13" fmla="*/ 4805 h 72332"/>
                  <a:gd name="connsiteX14" fmla="*/ 48284 w 47953"/>
                  <a:gd name="connsiteY14" fmla="*/ 17746 h 72332"/>
                  <a:gd name="connsiteX15" fmla="*/ 40122 w 47953"/>
                  <a:gd name="connsiteY15" fmla="*/ 18552 h 72332"/>
                  <a:gd name="connsiteX16" fmla="*/ 36900 w 47953"/>
                  <a:gd name="connsiteY16" fmla="*/ 10228 h 72332"/>
                  <a:gd name="connsiteX17" fmla="*/ 30564 w 47953"/>
                  <a:gd name="connsiteY17" fmla="*/ 7651 h 72332"/>
                  <a:gd name="connsiteX18" fmla="*/ 22724 w 47953"/>
                  <a:gd name="connsiteY18" fmla="*/ 10711 h 72332"/>
                  <a:gd name="connsiteX19" fmla="*/ 15904 w 47953"/>
                  <a:gd name="connsiteY19" fmla="*/ 19733 h 72332"/>
                  <a:gd name="connsiteX20" fmla="*/ 11984 w 47953"/>
                  <a:gd name="connsiteY20" fmla="*/ 30365 h 72332"/>
                  <a:gd name="connsiteX21" fmla="*/ 8923 w 47953"/>
                  <a:gd name="connsiteY21" fmla="*/ 51523 h 72332"/>
                  <a:gd name="connsiteX22" fmla="*/ 12628 w 47953"/>
                  <a:gd name="connsiteY22" fmla="*/ 61618 h 72332"/>
                  <a:gd name="connsiteX23" fmla="*/ 21059 w 47953"/>
                  <a:gd name="connsiteY23" fmla="*/ 65700 h 72332"/>
                  <a:gd name="connsiteX24" fmla="*/ 28040 w 47953"/>
                  <a:gd name="connsiteY24" fmla="*/ 63229 h 72332"/>
                  <a:gd name="connsiteX25" fmla="*/ 34269 w 47953"/>
                  <a:gd name="connsiteY25" fmla="*/ 55658 h 72332"/>
                  <a:gd name="connsiteX26" fmla="*/ 36793 w 47953"/>
                  <a:gd name="connsiteY26" fmla="*/ 45562 h 72332"/>
                  <a:gd name="connsiteX27" fmla="*/ 33249 w 47953"/>
                  <a:gd name="connsiteY27" fmla="*/ 35198 h 72332"/>
                  <a:gd name="connsiteX28" fmla="*/ 24657 w 47953"/>
                  <a:gd name="connsiteY28" fmla="*/ 31278 h 72332"/>
                  <a:gd name="connsiteX29" fmla="*/ 13917 w 47953"/>
                  <a:gd name="connsiteY29" fmla="*/ 36970 h 72332"/>
                  <a:gd name="connsiteX30" fmla="*/ 8923 w 47953"/>
                  <a:gd name="connsiteY30" fmla="*/ 5152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84" y="30365"/>
                    </a:moveTo>
                    <a:cubicBezTo>
                      <a:pt x="14400" y="28325"/>
                      <a:pt x="16870" y="26821"/>
                      <a:pt x="19287" y="25801"/>
                    </a:cubicBezTo>
                    <a:cubicBezTo>
                      <a:pt x="21703" y="24781"/>
                      <a:pt x="24120" y="24297"/>
                      <a:pt x="26536" y="24297"/>
                    </a:cubicBezTo>
                    <a:cubicBezTo>
                      <a:pt x="31906" y="24297"/>
                      <a:pt x="36363" y="26123"/>
                      <a:pt x="39854" y="29775"/>
                    </a:cubicBezTo>
                    <a:cubicBezTo>
                      <a:pt x="43344" y="33480"/>
                      <a:pt x="45116" y="38420"/>
                      <a:pt x="45116" y="44649"/>
                    </a:cubicBezTo>
                    <a:cubicBezTo>
                      <a:pt x="45116" y="52651"/>
                      <a:pt x="42539" y="59524"/>
                      <a:pt x="37276" y="65270"/>
                    </a:cubicBezTo>
                    <a:cubicBezTo>
                      <a:pt x="32765" y="70210"/>
                      <a:pt x="27288" y="72627"/>
                      <a:pt x="20844" y="72627"/>
                    </a:cubicBezTo>
                    <a:cubicBezTo>
                      <a:pt x="14991" y="72627"/>
                      <a:pt x="10104" y="70479"/>
                      <a:pt x="6184" y="66183"/>
                    </a:cubicBezTo>
                    <a:cubicBezTo>
                      <a:pt x="2264" y="61887"/>
                      <a:pt x="331" y="55765"/>
                      <a:pt x="331" y="47818"/>
                    </a:cubicBezTo>
                    <a:cubicBezTo>
                      <a:pt x="331" y="40676"/>
                      <a:pt x="1566" y="33319"/>
                      <a:pt x="4090" y="25747"/>
                    </a:cubicBezTo>
                    <a:cubicBezTo>
                      <a:pt x="6023" y="19894"/>
                      <a:pt x="8440" y="15061"/>
                      <a:pt x="11286" y="11302"/>
                    </a:cubicBezTo>
                    <a:cubicBezTo>
                      <a:pt x="14132" y="7490"/>
                      <a:pt x="17139" y="4751"/>
                      <a:pt x="20361" y="2979"/>
                    </a:cubicBezTo>
                    <a:cubicBezTo>
                      <a:pt x="23583" y="1207"/>
                      <a:pt x="27181" y="294"/>
                      <a:pt x="31208" y="294"/>
                    </a:cubicBezTo>
                    <a:cubicBezTo>
                      <a:pt x="36041" y="294"/>
                      <a:pt x="39961" y="1797"/>
                      <a:pt x="43022" y="4805"/>
                    </a:cubicBezTo>
                    <a:cubicBezTo>
                      <a:pt x="46083" y="7812"/>
                      <a:pt x="47855" y="12161"/>
                      <a:pt x="48284" y="17746"/>
                    </a:cubicBezTo>
                    <a:lnTo>
                      <a:pt x="40122" y="18552"/>
                    </a:lnTo>
                    <a:cubicBezTo>
                      <a:pt x="39693" y="14685"/>
                      <a:pt x="38619" y="11947"/>
                      <a:pt x="36900" y="10228"/>
                    </a:cubicBezTo>
                    <a:cubicBezTo>
                      <a:pt x="35182" y="8510"/>
                      <a:pt x="33034" y="7651"/>
                      <a:pt x="30564" y="7651"/>
                    </a:cubicBezTo>
                    <a:cubicBezTo>
                      <a:pt x="27986" y="7651"/>
                      <a:pt x="25355" y="8671"/>
                      <a:pt x="22724" y="10711"/>
                    </a:cubicBezTo>
                    <a:cubicBezTo>
                      <a:pt x="20039" y="12698"/>
                      <a:pt x="17783" y="15706"/>
                      <a:pt x="15904" y="19733"/>
                    </a:cubicBezTo>
                    <a:cubicBezTo>
                      <a:pt x="13971" y="23707"/>
                      <a:pt x="12682" y="27251"/>
                      <a:pt x="11984" y="30365"/>
                    </a:cubicBezTo>
                    <a:moveTo>
                      <a:pt x="8923" y="51523"/>
                    </a:moveTo>
                    <a:cubicBezTo>
                      <a:pt x="8923" y="55550"/>
                      <a:pt x="10158" y="58880"/>
                      <a:pt x="12628" y="61618"/>
                    </a:cubicBezTo>
                    <a:cubicBezTo>
                      <a:pt x="15152" y="64357"/>
                      <a:pt x="17944" y="65700"/>
                      <a:pt x="21059" y="65700"/>
                    </a:cubicBezTo>
                    <a:cubicBezTo>
                      <a:pt x="23261" y="65700"/>
                      <a:pt x="25570" y="64840"/>
                      <a:pt x="28040" y="63229"/>
                    </a:cubicBezTo>
                    <a:cubicBezTo>
                      <a:pt x="30456" y="61565"/>
                      <a:pt x="32551" y="59041"/>
                      <a:pt x="34269" y="55658"/>
                    </a:cubicBezTo>
                    <a:cubicBezTo>
                      <a:pt x="35934" y="52275"/>
                      <a:pt x="36793" y="48892"/>
                      <a:pt x="36793" y="45562"/>
                    </a:cubicBezTo>
                    <a:cubicBezTo>
                      <a:pt x="36793" y="41213"/>
                      <a:pt x="35612" y="37776"/>
                      <a:pt x="33249" y="35198"/>
                    </a:cubicBezTo>
                    <a:cubicBezTo>
                      <a:pt x="30886" y="32567"/>
                      <a:pt x="28040" y="31278"/>
                      <a:pt x="24657" y="31278"/>
                    </a:cubicBezTo>
                    <a:cubicBezTo>
                      <a:pt x="20844" y="31278"/>
                      <a:pt x="17246" y="33158"/>
                      <a:pt x="13917" y="36970"/>
                    </a:cubicBezTo>
                    <a:cubicBezTo>
                      <a:pt x="10588" y="40729"/>
                      <a:pt x="8923" y="45616"/>
                      <a:pt x="8923" y="515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8" name="Freihandform: Form 407">
                <a:extLst>
                  <a:ext uri="{FF2B5EF4-FFF2-40B4-BE49-F238E27FC236}">
                    <a16:creationId xmlns:a16="http://schemas.microsoft.com/office/drawing/2014/main" id="{98FEEB36-F7B3-CAD7-8A03-F0AF61BD5FF2}"/>
                  </a:ext>
                </a:extLst>
              </p:cNvPr>
              <p:cNvSpPr/>
              <p:nvPr/>
            </p:nvSpPr>
            <p:spPr>
              <a:xfrm>
                <a:off x="8364741" y="4565553"/>
                <a:ext cx="32810" cy="71151"/>
              </a:xfrm>
              <a:custGeom>
                <a:avLst/>
                <a:gdLst>
                  <a:gd name="connsiteX0" fmla="*/ 9518 w 32810"/>
                  <a:gd name="connsiteY0" fmla="*/ 71445 h 71151"/>
                  <a:gd name="connsiteX1" fmla="*/ 20687 w 32810"/>
                  <a:gd name="connsiteY1" fmla="*/ 17961 h 71151"/>
                  <a:gd name="connsiteX2" fmla="*/ 335 w 32810"/>
                  <a:gd name="connsiteY2" fmla="*/ 27090 h 71151"/>
                  <a:gd name="connsiteX3" fmla="*/ 1946 w 32810"/>
                  <a:gd name="connsiteY3" fmla="*/ 19142 h 71151"/>
                  <a:gd name="connsiteX4" fmla="*/ 14834 w 32810"/>
                  <a:gd name="connsiteY4" fmla="*/ 12323 h 71151"/>
                  <a:gd name="connsiteX5" fmla="*/ 24392 w 32810"/>
                  <a:gd name="connsiteY5" fmla="*/ 5019 h 71151"/>
                  <a:gd name="connsiteX6" fmla="*/ 28044 w 32810"/>
                  <a:gd name="connsiteY6" fmla="*/ 294 h 71151"/>
                  <a:gd name="connsiteX7" fmla="*/ 33145 w 32810"/>
                  <a:gd name="connsiteY7" fmla="*/ 294 h 71151"/>
                  <a:gd name="connsiteX8" fmla="*/ 18271 w 32810"/>
                  <a:gd name="connsiteY8" fmla="*/ 71445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18" y="71445"/>
                    </a:moveTo>
                    <a:lnTo>
                      <a:pt x="20687" y="17961"/>
                    </a:lnTo>
                    <a:cubicBezTo>
                      <a:pt x="15854" y="21774"/>
                      <a:pt x="9088" y="24781"/>
                      <a:pt x="335" y="27090"/>
                    </a:cubicBezTo>
                    <a:lnTo>
                      <a:pt x="1946" y="19142"/>
                    </a:lnTo>
                    <a:cubicBezTo>
                      <a:pt x="6296" y="17424"/>
                      <a:pt x="10592" y="15169"/>
                      <a:pt x="14834" y="12323"/>
                    </a:cubicBezTo>
                    <a:cubicBezTo>
                      <a:pt x="19076" y="9530"/>
                      <a:pt x="22244" y="7114"/>
                      <a:pt x="24392" y="5019"/>
                    </a:cubicBezTo>
                    <a:cubicBezTo>
                      <a:pt x="25681" y="3731"/>
                      <a:pt x="26916" y="2120"/>
                      <a:pt x="28044" y="294"/>
                    </a:cubicBezTo>
                    <a:lnTo>
                      <a:pt x="33145" y="294"/>
                    </a:lnTo>
                    <a:lnTo>
                      <a:pt x="18271" y="7144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09" name="Freihandform: Form 408">
                <a:extLst>
                  <a:ext uri="{FF2B5EF4-FFF2-40B4-BE49-F238E27FC236}">
                    <a16:creationId xmlns:a16="http://schemas.microsoft.com/office/drawing/2014/main" id="{11597D89-5E08-08F7-ADB7-B05E6549E251}"/>
                  </a:ext>
                </a:extLst>
              </p:cNvPr>
              <p:cNvSpPr/>
              <p:nvPr/>
            </p:nvSpPr>
            <p:spPr>
              <a:xfrm>
                <a:off x="8410816" y="4626824"/>
                <a:ext cx="11974" cy="9880"/>
              </a:xfrm>
              <a:custGeom>
                <a:avLst/>
                <a:gdLst>
                  <a:gd name="connsiteX0" fmla="*/ 339 w 11974"/>
                  <a:gd name="connsiteY0" fmla="*/ 10175 h 9880"/>
                  <a:gd name="connsiteX1" fmla="*/ 2433 w 11974"/>
                  <a:gd name="connsiteY1" fmla="*/ 294 h 9880"/>
                  <a:gd name="connsiteX2" fmla="*/ 12314 w 11974"/>
                  <a:gd name="connsiteY2" fmla="*/ 294 h 9880"/>
                  <a:gd name="connsiteX3" fmla="*/ 10220 w 11974"/>
                  <a:gd name="connsiteY3" fmla="*/ 10175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39" y="10175"/>
                    </a:moveTo>
                    <a:lnTo>
                      <a:pt x="2433" y="294"/>
                    </a:lnTo>
                    <a:lnTo>
                      <a:pt x="12314" y="294"/>
                    </a:lnTo>
                    <a:lnTo>
                      <a:pt x="10220" y="1017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0" name="Freihandform: Form 409">
                <a:extLst>
                  <a:ext uri="{FF2B5EF4-FFF2-40B4-BE49-F238E27FC236}">
                    <a16:creationId xmlns:a16="http://schemas.microsoft.com/office/drawing/2014/main" id="{4F57859E-F8F9-2BE1-22BE-C211084EC750}"/>
                  </a:ext>
                </a:extLst>
              </p:cNvPr>
              <p:cNvSpPr/>
              <p:nvPr/>
            </p:nvSpPr>
            <p:spPr>
              <a:xfrm>
                <a:off x="8447278" y="4565553"/>
                <a:ext cx="32810" cy="71151"/>
              </a:xfrm>
              <a:custGeom>
                <a:avLst/>
                <a:gdLst>
                  <a:gd name="connsiteX0" fmla="*/ 9524 w 32810"/>
                  <a:gd name="connsiteY0" fmla="*/ 71445 h 71151"/>
                  <a:gd name="connsiteX1" fmla="*/ 20693 w 32810"/>
                  <a:gd name="connsiteY1" fmla="*/ 17961 h 71151"/>
                  <a:gd name="connsiteX2" fmla="*/ 341 w 32810"/>
                  <a:gd name="connsiteY2" fmla="*/ 27090 h 71151"/>
                  <a:gd name="connsiteX3" fmla="*/ 1952 w 32810"/>
                  <a:gd name="connsiteY3" fmla="*/ 19142 h 71151"/>
                  <a:gd name="connsiteX4" fmla="*/ 14840 w 32810"/>
                  <a:gd name="connsiteY4" fmla="*/ 12323 h 71151"/>
                  <a:gd name="connsiteX5" fmla="*/ 24398 w 32810"/>
                  <a:gd name="connsiteY5" fmla="*/ 5019 h 71151"/>
                  <a:gd name="connsiteX6" fmla="*/ 28050 w 32810"/>
                  <a:gd name="connsiteY6" fmla="*/ 294 h 71151"/>
                  <a:gd name="connsiteX7" fmla="*/ 33151 w 32810"/>
                  <a:gd name="connsiteY7" fmla="*/ 294 h 71151"/>
                  <a:gd name="connsiteX8" fmla="*/ 18277 w 32810"/>
                  <a:gd name="connsiteY8" fmla="*/ 71445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24" y="71445"/>
                    </a:moveTo>
                    <a:lnTo>
                      <a:pt x="20693" y="17961"/>
                    </a:lnTo>
                    <a:cubicBezTo>
                      <a:pt x="15860" y="21774"/>
                      <a:pt x="9094" y="24781"/>
                      <a:pt x="341" y="27090"/>
                    </a:cubicBezTo>
                    <a:lnTo>
                      <a:pt x="1952" y="19142"/>
                    </a:lnTo>
                    <a:cubicBezTo>
                      <a:pt x="6302" y="17424"/>
                      <a:pt x="10598" y="15169"/>
                      <a:pt x="14840" y="12323"/>
                    </a:cubicBezTo>
                    <a:cubicBezTo>
                      <a:pt x="19082" y="9530"/>
                      <a:pt x="22250" y="7114"/>
                      <a:pt x="24398" y="5019"/>
                    </a:cubicBezTo>
                    <a:cubicBezTo>
                      <a:pt x="25687" y="3731"/>
                      <a:pt x="26922" y="2120"/>
                      <a:pt x="28050" y="294"/>
                    </a:cubicBezTo>
                    <a:lnTo>
                      <a:pt x="33151" y="294"/>
                    </a:lnTo>
                    <a:lnTo>
                      <a:pt x="18277" y="7144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11" name="Grafik 4">
              <a:extLst>
                <a:ext uri="{FF2B5EF4-FFF2-40B4-BE49-F238E27FC236}">
                  <a16:creationId xmlns:a16="http://schemas.microsoft.com/office/drawing/2014/main" id="{798A5AE9-43D1-7FB6-4C24-074792BD1E4D}"/>
                </a:ext>
              </a:extLst>
            </p:cNvPr>
            <p:cNvGrpSpPr/>
            <p:nvPr/>
          </p:nvGrpSpPr>
          <p:grpSpPr>
            <a:xfrm>
              <a:off x="7957304" y="4438346"/>
              <a:ext cx="500128" cy="73245"/>
              <a:chOff x="7957304" y="4438346"/>
              <a:chExt cx="500128" cy="73245"/>
            </a:xfrm>
            <a:solidFill>
              <a:srgbClr val="000000"/>
            </a:solidFill>
          </p:grpSpPr>
          <p:sp>
            <p:nvSpPr>
              <p:cNvPr id="412" name="Freihandform: Form 411">
                <a:extLst>
                  <a:ext uri="{FF2B5EF4-FFF2-40B4-BE49-F238E27FC236}">
                    <a16:creationId xmlns:a16="http://schemas.microsoft.com/office/drawing/2014/main" id="{9757625C-C947-D711-B3A1-826ED62D0555}"/>
                  </a:ext>
                </a:extLst>
              </p:cNvPr>
              <p:cNvSpPr/>
              <p:nvPr/>
            </p:nvSpPr>
            <p:spPr>
              <a:xfrm>
                <a:off x="7957304" y="4438346"/>
                <a:ext cx="66211" cy="73245"/>
              </a:xfrm>
              <a:custGeom>
                <a:avLst/>
                <a:gdLst>
                  <a:gd name="connsiteX0" fmla="*/ 31237 w 66211"/>
                  <a:gd name="connsiteY0" fmla="*/ 44426 h 73245"/>
                  <a:gd name="connsiteX1" fmla="*/ 32955 w 66211"/>
                  <a:gd name="connsiteY1" fmla="*/ 36371 h 73245"/>
                  <a:gd name="connsiteX2" fmla="*/ 63939 w 66211"/>
                  <a:gd name="connsiteY2" fmla="*/ 36371 h 73245"/>
                  <a:gd name="connsiteX3" fmla="*/ 57925 w 66211"/>
                  <a:gd name="connsiteY3" fmla="*/ 65261 h 73245"/>
                  <a:gd name="connsiteX4" fmla="*/ 44554 w 66211"/>
                  <a:gd name="connsiteY4" fmla="*/ 71221 h 73245"/>
                  <a:gd name="connsiteX5" fmla="*/ 29840 w 66211"/>
                  <a:gd name="connsiteY5" fmla="*/ 73531 h 73245"/>
                  <a:gd name="connsiteX6" fmla="*/ 6750 w 66211"/>
                  <a:gd name="connsiteY6" fmla="*/ 64241 h 73245"/>
                  <a:gd name="connsiteX7" fmla="*/ 306 w 66211"/>
                  <a:gd name="connsiteY7" fmla="*/ 43996 h 73245"/>
                  <a:gd name="connsiteX8" fmla="*/ 5944 w 66211"/>
                  <a:gd name="connsiteY8" fmla="*/ 20744 h 73245"/>
                  <a:gd name="connsiteX9" fmla="*/ 20175 w 66211"/>
                  <a:gd name="connsiteY9" fmla="*/ 5279 h 73245"/>
                  <a:gd name="connsiteX10" fmla="*/ 39238 w 66211"/>
                  <a:gd name="connsiteY10" fmla="*/ 285 h 73245"/>
                  <a:gd name="connsiteX11" fmla="*/ 52770 w 66211"/>
                  <a:gd name="connsiteY11" fmla="*/ 3023 h 73245"/>
                  <a:gd name="connsiteX12" fmla="*/ 61953 w 66211"/>
                  <a:gd name="connsiteY12" fmla="*/ 10326 h 73245"/>
                  <a:gd name="connsiteX13" fmla="*/ 66517 w 66211"/>
                  <a:gd name="connsiteY13" fmla="*/ 22248 h 73245"/>
                  <a:gd name="connsiteX14" fmla="*/ 57227 w 66211"/>
                  <a:gd name="connsiteY14" fmla="*/ 23268 h 73245"/>
                  <a:gd name="connsiteX15" fmla="*/ 51052 w 66211"/>
                  <a:gd name="connsiteY15" fmla="*/ 12045 h 73245"/>
                  <a:gd name="connsiteX16" fmla="*/ 38916 w 66211"/>
                  <a:gd name="connsiteY16" fmla="*/ 8178 h 73245"/>
                  <a:gd name="connsiteX17" fmla="*/ 24578 w 66211"/>
                  <a:gd name="connsiteY17" fmla="*/ 12367 h 73245"/>
                  <a:gd name="connsiteX18" fmla="*/ 13892 w 66211"/>
                  <a:gd name="connsiteY18" fmla="*/ 24986 h 73245"/>
                  <a:gd name="connsiteX19" fmla="*/ 9918 w 66211"/>
                  <a:gd name="connsiteY19" fmla="*/ 44103 h 73245"/>
                  <a:gd name="connsiteX20" fmla="*/ 15180 w 66211"/>
                  <a:gd name="connsiteY20" fmla="*/ 60267 h 73245"/>
                  <a:gd name="connsiteX21" fmla="*/ 29733 w 66211"/>
                  <a:gd name="connsiteY21" fmla="*/ 65744 h 73245"/>
                  <a:gd name="connsiteX22" fmla="*/ 49602 w 66211"/>
                  <a:gd name="connsiteY22" fmla="*/ 59622 h 73245"/>
                  <a:gd name="connsiteX23" fmla="*/ 52770 w 66211"/>
                  <a:gd name="connsiteY23" fmla="*/ 44426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37" y="44426"/>
                    </a:moveTo>
                    <a:lnTo>
                      <a:pt x="32955" y="36371"/>
                    </a:lnTo>
                    <a:lnTo>
                      <a:pt x="63939" y="36371"/>
                    </a:lnTo>
                    <a:lnTo>
                      <a:pt x="57925" y="65261"/>
                    </a:lnTo>
                    <a:cubicBezTo>
                      <a:pt x="54005" y="67677"/>
                      <a:pt x="49548" y="69718"/>
                      <a:pt x="44554" y="71221"/>
                    </a:cubicBezTo>
                    <a:cubicBezTo>
                      <a:pt x="39560" y="72779"/>
                      <a:pt x="34673" y="73531"/>
                      <a:pt x="29840" y="73531"/>
                    </a:cubicBezTo>
                    <a:cubicBezTo>
                      <a:pt x="19530" y="73531"/>
                      <a:pt x="11851" y="70470"/>
                      <a:pt x="6750" y="64241"/>
                    </a:cubicBezTo>
                    <a:cubicBezTo>
                      <a:pt x="2454" y="58978"/>
                      <a:pt x="306" y="52212"/>
                      <a:pt x="306" y="43996"/>
                    </a:cubicBezTo>
                    <a:cubicBezTo>
                      <a:pt x="306" y="35458"/>
                      <a:pt x="2185" y="27725"/>
                      <a:pt x="5944" y="20744"/>
                    </a:cubicBezTo>
                    <a:cubicBezTo>
                      <a:pt x="9703" y="13763"/>
                      <a:pt x="14429" y="8608"/>
                      <a:pt x="20175" y="5279"/>
                    </a:cubicBezTo>
                    <a:cubicBezTo>
                      <a:pt x="25867" y="1949"/>
                      <a:pt x="32203" y="285"/>
                      <a:pt x="39238" y="285"/>
                    </a:cubicBezTo>
                    <a:cubicBezTo>
                      <a:pt x="44232" y="285"/>
                      <a:pt x="48743" y="1198"/>
                      <a:pt x="52770" y="3023"/>
                    </a:cubicBezTo>
                    <a:cubicBezTo>
                      <a:pt x="56744" y="4849"/>
                      <a:pt x="59805" y="7266"/>
                      <a:pt x="61953" y="10326"/>
                    </a:cubicBezTo>
                    <a:cubicBezTo>
                      <a:pt x="64047" y="13387"/>
                      <a:pt x="65604" y="17361"/>
                      <a:pt x="66517" y="22248"/>
                    </a:cubicBezTo>
                    <a:lnTo>
                      <a:pt x="57227" y="23268"/>
                    </a:lnTo>
                    <a:cubicBezTo>
                      <a:pt x="56260" y="18381"/>
                      <a:pt x="54166" y="14676"/>
                      <a:pt x="51052" y="12045"/>
                    </a:cubicBezTo>
                    <a:cubicBezTo>
                      <a:pt x="47883" y="9467"/>
                      <a:pt x="43856" y="8178"/>
                      <a:pt x="38916" y="8178"/>
                    </a:cubicBezTo>
                    <a:cubicBezTo>
                      <a:pt x="33814" y="8178"/>
                      <a:pt x="29035" y="9575"/>
                      <a:pt x="24578" y="12367"/>
                    </a:cubicBezTo>
                    <a:cubicBezTo>
                      <a:pt x="20121" y="15159"/>
                      <a:pt x="16577" y="19348"/>
                      <a:pt x="13892" y="24986"/>
                    </a:cubicBezTo>
                    <a:cubicBezTo>
                      <a:pt x="11260" y="30571"/>
                      <a:pt x="9918" y="36961"/>
                      <a:pt x="9918" y="44103"/>
                    </a:cubicBezTo>
                    <a:cubicBezTo>
                      <a:pt x="9918" y="51245"/>
                      <a:pt x="11690" y="56615"/>
                      <a:pt x="15180" y="60267"/>
                    </a:cubicBezTo>
                    <a:cubicBezTo>
                      <a:pt x="18725" y="63918"/>
                      <a:pt x="23558" y="65744"/>
                      <a:pt x="29733" y="65744"/>
                    </a:cubicBezTo>
                    <a:cubicBezTo>
                      <a:pt x="35908" y="65744"/>
                      <a:pt x="42513" y="63704"/>
                      <a:pt x="49602" y="59622"/>
                    </a:cubicBezTo>
                    <a:lnTo>
                      <a:pt x="52770" y="4442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3" name="Freihandform: Form 412">
                <a:extLst>
                  <a:ext uri="{FF2B5EF4-FFF2-40B4-BE49-F238E27FC236}">
                    <a16:creationId xmlns:a16="http://schemas.microsoft.com/office/drawing/2014/main" id="{E5E81598-325A-C95A-AF44-F7DF3C83D5D9}"/>
                  </a:ext>
                </a:extLst>
              </p:cNvPr>
              <p:cNvSpPr/>
              <p:nvPr/>
            </p:nvSpPr>
            <p:spPr>
              <a:xfrm>
                <a:off x="8030314" y="4439582"/>
                <a:ext cx="24272" cy="70829"/>
              </a:xfrm>
              <a:custGeom>
                <a:avLst/>
                <a:gdLst>
                  <a:gd name="connsiteX0" fmla="*/ 311 w 24272"/>
                  <a:gd name="connsiteY0" fmla="*/ 71114 h 70829"/>
                  <a:gd name="connsiteX1" fmla="*/ 15186 w 24272"/>
                  <a:gd name="connsiteY1" fmla="*/ 285 h 70829"/>
                  <a:gd name="connsiteX2" fmla="*/ 24583 w 24272"/>
                  <a:gd name="connsiteY2" fmla="*/ 285 h 70829"/>
                  <a:gd name="connsiteX3" fmla="*/ 9816 w 24272"/>
                  <a:gd name="connsiteY3" fmla="*/ 71114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272" h="70829">
                    <a:moveTo>
                      <a:pt x="311" y="71114"/>
                    </a:moveTo>
                    <a:lnTo>
                      <a:pt x="15186" y="285"/>
                    </a:lnTo>
                    <a:lnTo>
                      <a:pt x="24583" y="285"/>
                    </a:lnTo>
                    <a:lnTo>
                      <a:pt x="9816" y="7111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4" name="Freihandform: Form 413">
                <a:extLst>
                  <a:ext uri="{FF2B5EF4-FFF2-40B4-BE49-F238E27FC236}">
                    <a16:creationId xmlns:a16="http://schemas.microsoft.com/office/drawing/2014/main" id="{3B67BF59-C58D-EF0F-CC0B-68235C16D4F2}"/>
                  </a:ext>
                </a:extLst>
              </p:cNvPr>
              <p:cNvSpPr/>
              <p:nvPr/>
            </p:nvSpPr>
            <p:spPr>
              <a:xfrm>
                <a:off x="8056157" y="4439582"/>
                <a:ext cx="47953" cy="70829"/>
              </a:xfrm>
              <a:custGeom>
                <a:avLst/>
                <a:gdLst>
                  <a:gd name="connsiteX0" fmla="*/ 313 w 47953"/>
                  <a:gd name="connsiteY0" fmla="*/ 71114 h 70829"/>
                  <a:gd name="connsiteX1" fmla="*/ 15081 w 47953"/>
                  <a:gd name="connsiteY1" fmla="*/ 285 h 70829"/>
                  <a:gd name="connsiteX2" fmla="*/ 24586 w 47953"/>
                  <a:gd name="connsiteY2" fmla="*/ 285 h 70829"/>
                  <a:gd name="connsiteX3" fmla="*/ 11483 w 47953"/>
                  <a:gd name="connsiteY3" fmla="*/ 63113 h 70829"/>
                  <a:gd name="connsiteX4" fmla="*/ 48267 w 47953"/>
                  <a:gd name="connsiteY4" fmla="*/ 63113 h 70829"/>
                  <a:gd name="connsiteX5" fmla="*/ 46548 w 47953"/>
                  <a:gd name="connsiteY5" fmla="*/ 71114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53" h="70829">
                    <a:moveTo>
                      <a:pt x="313" y="71114"/>
                    </a:moveTo>
                    <a:lnTo>
                      <a:pt x="15081" y="285"/>
                    </a:lnTo>
                    <a:lnTo>
                      <a:pt x="24586" y="285"/>
                    </a:lnTo>
                    <a:lnTo>
                      <a:pt x="11483" y="63113"/>
                    </a:lnTo>
                    <a:lnTo>
                      <a:pt x="48267" y="63113"/>
                    </a:lnTo>
                    <a:lnTo>
                      <a:pt x="46548" y="7111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5" name="Freihandform: Form 414">
                <a:extLst>
                  <a:ext uri="{FF2B5EF4-FFF2-40B4-BE49-F238E27FC236}">
                    <a16:creationId xmlns:a16="http://schemas.microsoft.com/office/drawing/2014/main" id="{A909F036-4BA1-8D33-7D82-73FCCCD2AE95}"/>
                  </a:ext>
                </a:extLst>
              </p:cNvPr>
              <p:cNvSpPr/>
              <p:nvPr/>
            </p:nvSpPr>
            <p:spPr>
              <a:xfrm>
                <a:off x="8111737" y="4439582"/>
                <a:ext cx="49188" cy="70829"/>
              </a:xfrm>
              <a:custGeom>
                <a:avLst/>
                <a:gdLst>
                  <a:gd name="connsiteX0" fmla="*/ 25395 w 49188"/>
                  <a:gd name="connsiteY0" fmla="*/ 71114 h 70829"/>
                  <a:gd name="connsiteX1" fmla="*/ 29208 w 49188"/>
                  <a:gd name="connsiteY1" fmla="*/ 53017 h 70829"/>
                  <a:gd name="connsiteX2" fmla="*/ 317 w 49188"/>
                  <a:gd name="connsiteY2" fmla="*/ 53017 h 70829"/>
                  <a:gd name="connsiteX3" fmla="*/ 2143 w 49188"/>
                  <a:gd name="connsiteY3" fmla="*/ 44372 h 70829"/>
                  <a:gd name="connsiteX4" fmla="*/ 41827 w 49188"/>
                  <a:gd name="connsiteY4" fmla="*/ 285 h 70829"/>
                  <a:gd name="connsiteX5" fmla="*/ 48969 w 49188"/>
                  <a:gd name="connsiteY5" fmla="*/ 285 h 70829"/>
                  <a:gd name="connsiteX6" fmla="*/ 39518 w 49188"/>
                  <a:gd name="connsiteY6" fmla="*/ 45285 h 70829"/>
                  <a:gd name="connsiteX7" fmla="*/ 49506 w 49188"/>
                  <a:gd name="connsiteY7" fmla="*/ 45285 h 70829"/>
                  <a:gd name="connsiteX8" fmla="*/ 47895 w 49188"/>
                  <a:gd name="connsiteY8" fmla="*/ 53017 h 70829"/>
                  <a:gd name="connsiteX9" fmla="*/ 37961 w 49188"/>
                  <a:gd name="connsiteY9" fmla="*/ 53017 h 70829"/>
                  <a:gd name="connsiteX10" fmla="*/ 34148 w 49188"/>
                  <a:gd name="connsiteY10" fmla="*/ 71114 h 70829"/>
                  <a:gd name="connsiteX11" fmla="*/ 25395 w 49188"/>
                  <a:gd name="connsiteY11" fmla="*/ 71114 h 70829"/>
                  <a:gd name="connsiteX12" fmla="*/ 30819 w 49188"/>
                  <a:gd name="connsiteY12" fmla="*/ 45285 h 70829"/>
                  <a:gd name="connsiteX13" fmla="*/ 36994 w 49188"/>
                  <a:gd name="connsiteY13" fmla="*/ 15750 h 70829"/>
                  <a:gd name="connsiteX14" fmla="*/ 10574 w 49188"/>
                  <a:gd name="connsiteY14" fmla="*/ 4528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95" y="71114"/>
                    </a:moveTo>
                    <a:lnTo>
                      <a:pt x="29208" y="53017"/>
                    </a:lnTo>
                    <a:lnTo>
                      <a:pt x="317" y="53017"/>
                    </a:lnTo>
                    <a:lnTo>
                      <a:pt x="2143" y="44372"/>
                    </a:lnTo>
                    <a:lnTo>
                      <a:pt x="41827" y="285"/>
                    </a:lnTo>
                    <a:lnTo>
                      <a:pt x="48969" y="285"/>
                    </a:lnTo>
                    <a:lnTo>
                      <a:pt x="39518" y="45285"/>
                    </a:lnTo>
                    <a:lnTo>
                      <a:pt x="49506" y="45285"/>
                    </a:lnTo>
                    <a:lnTo>
                      <a:pt x="47895" y="53017"/>
                    </a:lnTo>
                    <a:lnTo>
                      <a:pt x="37961" y="53017"/>
                    </a:lnTo>
                    <a:lnTo>
                      <a:pt x="34148" y="71114"/>
                    </a:lnTo>
                    <a:lnTo>
                      <a:pt x="25395" y="71114"/>
                    </a:lnTo>
                    <a:moveTo>
                      <a:pt x="30819" y="45285"/>
                    </a:moveTo>
                    <a:lnTo>
                      <a:pt x="36994" y="15750"/>
                    </a:lnTo>
                    <a:lnTo>
                      <a:pt x="10574" y="4528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6" name="Freihandform: Form 415">
                <a:extLst>
                  <a:ext uri="{FF2B5EF4-FFF2-40B4-BE49-F238E27FC236}">
                    <a16:creationId xmlns:a16="http://schemas.microsoft.com/office/drawing/2014/main" id="{2ADDD2D2-51F2-CA4E-A9E9-D8E2FEB8DD72}"/>
                  </a:ext>
                </a:extLst>
              </p:cNvPr>
              <p:cNvSpPr/>
              <p:nvPr/>
            </p:nvSpPr>
            <p:spPr>
              <a:xfrm>
                <a:off x="8174244" y="4440548"/>
                <a:ext cx="46933" cy="69862"/>
              </a:xfrm>
              <a:custGeom>
                <a:avLst/>
                <a:gdLst>
                  <a:gd name="connsiteX0" fmla="*/ 2684 w 46933"/>
                  <a:gd name="connsiteY0" fmla="*/ 70147 h 69862"/>
                  <a:gd name="connsiteX1" fmla="*/ 7624 w 46933"/>
                  <a:gd name="connsiteY1" fmla="*/ 52964 h 69862"/>
                  <a:gd name="connsiteX2" fmla="*/ 19438 w 46933"/>
                  <a:gd name="connsiteY2" fmla="*/ 28853 h 69862"/>
                  <a:gd name="connsiteX3" fmla="*/ 35656 w 46933"/>
                  <a:gd name="connsiteY3" fmla="*/ 8286 h 69862"/>
                  <a:gd name="connsiteX4" fmla="*/ 321 w 46933"/>
                  <a:gd name="connsiteY4" fmla="*/ 8286 h 69862"/>
                  <a:gd name="connsiteX5" fmla="*/ 2040 w 46933"/>
                  <a:gd name="connsiteY5" fmla="*/ 285 h 69862"/>
                  <a:gd name="connsiteX6" fmla="*/ 47255 w 46933"/>
                  <a:gd name="connsiteY6" fmla="*/ 285 h 69862"/>
                  <a:gd name="connsiteX7" fmla="*/ 45590 w 46933"/>
                  <a:gd name="connsiteY7" fmla="*/ 8286 h 69862"/>
                  <a:gd name="connsiteX8" fmla="*/ 25506 w 46933"/>
                  <a:gd name="connsiteY8" fmla="*/ 34330 h 69862"/>
                  <a:gd name="connsiteX9" fmla="*/ 11813 w 46933"/>
                  <a:gd name="connsiteY9" fmla="*/ 70147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84" y="70147"/>
                    </a:moveTo>
                    <a:cubicBezTo>
                      <a:pt x="3490" y="65368"/>
                      <a:pt x="5101" y="59622"/>
                      <a:pt x="7624" y="52964"/>
                    </a:cubicBezTo>
                    <a:cubicBezTo>
                      <a:pt x="10632" y="44855"/>
                      <a:pt x="14552" y="36800"/>
                      <a:pt x="19438" y="28853"/>
                    </a:cubicBezTo>
                    <a:cubicBezTo>
                      <a:pt x="24271" y="20851"/>
                      <a:pt x="29695" y="14032"/>
                      <a:pt x="35656" y="8286"/>
                    </a:cubicBezTo>
                    <a:lnTo>
                      <a:pt x="321" y="8286"/>
                    </a:lnTo>
                    <a:lnTo>
                      <a:pt x="2040" y="285"/>
                    </a:lnTo>
                    <a:lnTo>
                      <a:pt x="47255" y="285"/>
                    </a:lnTo>
                    <a:lnTo>
                      <a:pt x="45590" y="8286"/>
                    </a:lnTo>
                    <a:cubicBezTo>
                      <a:pt x="37965" y="14998"/>
                      <a:pt x="31252" y="23698"/>
                      <a:pt x="25506" y="34330"/>
                    </a:cubicBezTo>
                    <a:cubicBezTo>
                      <a:pt x="18848" y="46627"/>
                      <a:pt x="14283" y="58548"/>
                      <a:pt x="11813" y="701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7" name="Freihandform: Form 416">
                <a:extLst>
                  <a:ext uri="{FF2B5EF4-FFF2-40B4-BE49-F238E27FC236}">
                    <a16:creationId xmlns:a16="http://schemas.microsoft.com/office/drawing/2014/main" id="{96E11775-39D2-16DD-ECAF-95D5756FAB26}"/>
                  </a:ext>
                </a:extLst>
              </p:cNvPr>
              <p:cNvSpPr/>
              <p:nvPr/>
            </p:nvSpPr>
            <p:spPr>
              <a:xfrm>
                <a:off x="8222750" y="4439259"/>
                <a:ext cx="49725" cy="72332"/>
              </a:xfrm>
              <a:custGeom>
                <a:avLst/>
                <a:gdLst>
                  <a:gd name="connsiteX0" fmla="*/ 325 w 49725"/>
                  <a:gd name="connsiteY0" fmla="*/ 52856 h 72332"/>
                  <a:gd name="connsiteX1" fmla="*/ 8810 w 49725"/>
                  <a:gd name="connsiteY1" fmla="*/ 51836 h 72332"/>
                  <a:gd name="connsiteX2" fmla="*/ 13106 w 49725"/>
                  <a:gd name="connsiteY2" fmla="*/ 62468 h 72332"/>
                  <a:gd name="connsiteX3" fmla="*/ 21751 w 49725"/>
                  <a:gd name="connsiteY3" fmla="*/ 65690 h 72332"/>
                  <a:gd name="connsiteX4" fmla="*/ 32975 w 49725"/>
                  <a:gd name="connsiteY4" fmla="*/ 61072 h 72332"/>
                  <a:gd name="connsiteX5" fmla="*/ 37646 w 49725"/>
                  <a:gd name="connsiteY5" fmla="*/ 50440 h 72332"/>
                  <a:gd name="connsiteX6" fmla="*/ 34156 w 49725"/>
                  <a:gd name="connsiteY6" fmla="*/ 41794 h 72332"/>
                  <a:gd name="connsiteX7" fmla="*/ 24651 w 49725"/>
                  <a:gd name="connsiteY7" fmla="*/ 38357 h 72332"/>
                  <a:gd name="connsiteX8" fmla="*/ 21859 w 49725"/>
                  <a:gd name="connsiteY8" fmla="*/ 38572 h 72332"/>
                  <a:gd name="connsiteX9" fmla="*/ 23362 w 49725"/>
                  <a:gd name="connsiteY9" fmla="*/ 31269 h 72332"/>
                  <a:gd name="connsiteX10" fmla="*/ 25779 w 49725"/>
                  <a:gd name="connsiteY10" fmla="*/ 31484 h 72332"/>
                  <a:gd name="connsiteX11" fmla="*/ 37324 w 49725"/>
                  <a:gd name="connsiteY11" fmla="*/ 27832 h 72332"/>
                  <a:gd name="connsiteX12" fmla="*/ 41352 w 49725"/>
                  <a:gd name="connsiteY12" fmla="*/ 18865 h 72332"/>
                  <a:gd name="connsiteX13" fmla="*/ 38022 w 49725"/>
                  <a:gd name="connsiteY13" fmla="*/ 10649 h 72332"/>
                  <a:gd name="connsiteX14" fmla="*/ 29914 w 49725"/>
                  <a:gd name="connsiteY14" fmla="*/ 7319 h 72332"/>
                  <a:gd name="connsiteX15" fmla="*/ 21483 w 49725"/>
                  <a:gd name="connsiteY15" fmla="*/ 10702 h 72332"/>
                  <a:gd name="connsiteX16" fmla="*/ 16704 w 49725"/>
                  <a:gd name="connsiteY16" fmla="*/ 20368 h 72332"/>
                  <a:gd name="connsiteX17" fmla="*/ 8112 w 49725"/>
                  <a:gd name="connsiteY17" fmla="*/ 18596 h 72332"/>
                  <a:gd name="connsiteX18" fmla="*/ 16274 w 49725"/>
                  <a:gd name="connsiteY18" fmla="*/ 5064 h 72332"/>
                  <a:gd name="connsiteX19" fmla="*/ 30558 w 49725"/>
                  <a:gd name="connsiteY19" fmla="*/ 285 h 72332"/>
                  <a:gd name="connsiteX20" fmla="*/ 44681 w 49725"/>
                  <a:gd name="connsiteY20" fmla="*/ 5547 h 72332"/>
                  <a:gd name="connsiteX21" fmla="*/ 50051 w 49725"/>
                  <a:gd name="connsiteY21" fmla="*/ 18542 h 72332"/>
                  <a:gd name="connsiteX22" fmla="*/ 47098 w 49725"/>
                  <a:gd name="connsiteY22" fmla="*/ 28316 h 72332"/>
                  <a:gd name="connsiteX23" fmla="*/ 38345 w 49725"/>
                  <a:gd name="connsiteY23" fmla="*/ 35243 h 72332"/>
                  <a:gd name="connsiteX24" fmla="*/ 44574 w 49725"/>
                  <a:gd name="connsiteY24" fmla="*/ 41204 h 72332"/>
                  <a:gd name="connsiteX25" fmla="*/ 46614 w 49725"/>
                  <a:gd name="connsiteY25" fmla="*/ 49151 h 72332"/>
                  <a:gd name="connsiteX26" fmla="*/ 39472 w 49725"/>
                  <a:gd name="connsiteY26" fmla="*/ 65637 h 72332"/>
                  <a:gd name="connsiteX27" fmla="*/ 22450 w 49725"/>
                  <a:gd name="connsiteY27" fmla="*/ 72618 h 72332"/>
                  <a:gd name="connsiteX28" fmla="*/ 6930 w 49725"/>
                  <a:gd name="connsiteY28" fmla="*/ 67248 h 72332"/>
                  <a:gd name="connsiteX29" fmla="*/ 325 w 49725"/>
                  <a:gd name="connsiteY29" fmla="*/ 5285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25" y="52856"/>
                    </a:moveTo>
                    <a:lnTo>
                      <a:pt x="8810" y="51836"/>
                    </a:lnTo>
                    <a:cubicBezTo>
                      <a:pt x="9454" y="56776"/>
                      <a:pt x="10904" y="60320"/>
                      <a:pt x="13106" y="62468"/>
                    </a:cubicBezTo>
                    <a:cubicBezTo>
                      <a:pt x="15308" y="64616"/>
                      <a:pt x="18207" y="65690"/>
                      <a:pt x="21751" y="65690"/>
                    </a:cubicBezTo>
                    <a:cubicBezTo>
                      <a:pt x="26101" y="65690"/>
                      <a:pt x="29806" y="64133"/>
                      <a:pt x="32975" y="61072"/>
                    </a:cubicBezTo>
                    <a:cubicBezTo>
                      <a:pt x="36089" y="57958"/>
                      <a:pt x="37646" y="54414"/>
                      <a:pt x="37646" y="50440"/>
                    </a:cubicBezTo>
                    <a:cubicBezTo>
                      <a:pt x="37646" y="46949"/>
                      <a:pt x="36519" y="44050"/>
                      <a:pt x="34156" y="41794"/>
                    </a:cubicBezTo>
                    <a:cubicBezTo>
                      <a:pt x="31793" y="39539"/>
                      <a:pt x="28625" y="38357"/>
                      <a:pt x="24651" y="38357"/>
                    </a:cubicBezTo>
                    <a:cubicBezTo>
                      <a:pt x="24222" y="38357"/>
                      <a:pt x="23309" y="38465"/>
                      <a:pt x="21859" y="38572"/>
                    </a:cubicBezTo>
                    <a:lnTo>
                      <a:pt x="23362" y="31269"/>
                    </a:lnTo>
                    <a:cubicBezTo>
                      <a:pt x="24222" y="31430"/>
                      <a:pt x="25027" y="31484"/>
                      <a:pt x="25779" y="31484"/>
                    </a:cubicBezTo>
                    <a:cubicBezTo>
                      <a:pt x="30773" y="31484"/>
                      <a:pt x="34639" y="30249"/>
                      <a:pt x="37324" y="27832"/>
                    </a:cubicBezTo>
                    <a:cubicBezTo>
                      <a:pt x="40009" y="25362"/>
                      <a:pt x="41352" y="22409"/>
                      <a:pt x="41352" y="18865"/>
                    </a:cubicBezTo>
                    <a:cubicBezTo>
                      <a:pt x="41352" y="15589"/>
                      <a:pt x="40224" y="12850"/>
                      <a:pt x="38022" y="10649"/>
                    </a:cubicBezTo>
                    <a:cubicBezTo>
                      <a:pt x="35821" y="8393"/>
                      <a:pt x="33136" y="7319"/>
                      <a:pt x="29914" y="7319"/>
                    </a:cubicBezTo>
                    <a:cubicBezTo>
                      <a:pt x="26799" y="7319"/>
                      <a:pt x="24007" y="8447"/>
                      <a:pt x="21483" y="10702"/>
                    </a:cubicBezTo>
                    <a:cubicBezTo>
                      <a:pt x="19013" y="12958"/>
                      <a:pt x="17402" y="16180"/>
                      <a:pt x="16704" y="20368"/>
                    </a:cubicBezTo>
                    <a:lnTo>
                      <a:pt x="8112" y="18596"/>
                    </a:lnTo>
                    <a:cubicBezTo>
                      <a:pt x="9508" y="12797"/>
                      <a:pt x="12247" y="8286"/>
                      <a:pt x="16274" y="5064"/>
                    </a:cubicBezTo>
                    <a:cubicBezTo>
                      <a:pt x="20302" y="1896"/>
                      <a:pt x="25081" y="285"/>
                      <a:pt x="30558" y="285"/>
                    </a:cubicBezTo>
                    <a:cubicBezTo>
                      <a:pt x="36358" y="285"/>
                      <a:pt x="41083" y="2057"/>
                      <a:pt x="44681" y="5547"/>
                    </a:cubicBezTo>
                    <a:cubicBezTo>
                      <a:pt x="48225" y="9091"/>
                      <a:pt x="50051" y="13387"/>
                      <a:pt x="50051" y="18542"/>
                    </a:cubicBezTo>
                    <a:cubicBezTo>
                      <a:pt x="50051" y="22248"/>
                      <a:pt x="49084" y="25523"/>
                      <a:pt x="47098" y="28316"/>
                    </a:cubicBezTo>
                    <a:cubicBezTo>
                      <a:pt x="45164" y="31108"/>
                      <a:pt x="42265" y="33417"/>
                      <a:pt x="38345" y="35243"/>
                    </a:cubicBezTo>
                    <a:cubicBezTo>
                      <a:pt x="41137" y="36908"/>
                      <a:pt x="43177" y="38841"/>
                      <a:pt x="44574" y="41204"/>
                    </a:cubicBezTo>
                    <a:cubicBezTo>
                      <a:pt x="45916" y="43513"/>
                      <a:pt x="46614" y="46144"/>
                      <a:pt x="46614" y="49151"/>
                    </a:cubicBezTo>
                    <a:cubicBezTo>
                      <a:pt x="46614" y="55487"/>
                      <a:pt x="44251" y="61019"/>
                      <a:pt x="39472" y="65637"/>
                    </a:cubicBezTo>
                    <a:cubicBezTo>
                      <a:pt x="34747" y="70309"/>
                      <a:pt x="29055" y="72618"/>
                      <a:pt x="22450" y="72618"/>
                    </a:cubicBezTo>
                    <a:cubicBezTo>
                      <a:pt x="16059" y="72618"/>
                      <a:pt x="10851" y="70846"/>
                      <a:pt x="6930" y="67248"/>
                    </a:cubicBezTo>
                    <a:cubicBezTo>
                      <a:pt x="2957" y="63650"/>
                      <a:pt x="755" y="58871"/>
                      <a:pt x="325" y="528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8" name="Freihandform: Form 417">
                <a:extLst>
                  <a:ext uri="{FF2B5EF4-FFF2-40B4-BE49-F238E27FC236}">
                    <a16:creationId xmlns:a16="http://schemas.microsoft.com/office/drawing/2014/main" id="{75F7865B-0CC0-9ED6-66B7-9731D36C0C08}"/>
                  </a:ext>
                </a:extLst>
              </p:cNvPr>
              <p:cNvSpPr/>
              <p:nvPr/>
            </p:nvSpPr>
            <p:spPr>
              <a:xfrm>
                <a:off x="8280639" y="4439259"/>
                <a:ext cx="47953" cy="72332"/>
              </a:xfrm>
              <a:custGeom>
                <a:avLst/>
                <a:gdLst>
                  <a:gd name="connsiteX0" fmla="*/ 11982 w 47953"/>
                  <a:gd name="connsiteY0" fmla="*/ 30356 h 72332"/>
                  <a:gd name="connsiteX1" fmla="*/ 19285 w 47953"/>
                  <a:gd name="connsiteY1" fmla="*/ 25792 h 72332"/>
                  <a:gd name="connsiteX2" fmla="*/ 26535 w 47953"/>
                  <a:gd name="connsiteY2" fmla="*/ 24288 h 72332"/>
                  <a:gd name="connsiteX3" fmla="*/ 39852 w 47953"/>
                  <a:gd name="connsiteY3" fmla="*/ 29766 h 72332"/>
                  <a:gd name="connsiteX4" fmla="*/ 45115 w 47953"/>
                  <a:gd name="connsiteY4" fmla="*/ 44640 h 72332"/>
                  <a:gd name="connsiteX5" fmla="*/ 37274 w 47953"/>
                  <a:gd name="connsiteY5" fmla="*/ 65261 h 72332"/>
                  <a:gd name="connsiteX6" fmla="*/ 20843 w 47953"/>
                  <a:gd name="connsiteY6" fmla="*/ 72618 h 72332"/>
                  <a:gd name="connsiteX7" fmla="*/ 6183 w 47953"/>
                  <a:gd name="connsiteY7" fmla="*/ 66174 h 72332"/>
                  <a:gd name="connsiteX8" fmla="*/ 329 w 47953"/>
                  <a:gd name="connsiteY8" fmla="*/ 47809 h 72332"/>
                  <a:gd name="connsiteX9" fmla="*/ 4088 w 47953"/>
                  <a:gd name="connsiteY9" fmla="*/ 25738 h 72332"/>
                  <a:gd name="connsiteX10" fmla="*/ 11284 w 47953"/>
                  <a:gd name="connsiteY10" fmla="*/ 11293 h 72332"/>
                  <a:gd name="connsiteX11" fmla="*/ 20359 w 47953"/>
                  <a:gd name="connsiteY11" fmla="*/ 2970 h 72332"/>
                  <a:gd name="connsiteX12" fmla="*/ 31207 w 47953"/>
                  <a:gd name="connsiteY12" fmla="*/ 285 h 72332"/>
                  <a:gd name="connsiteX13" fmla="*/ 43020 w 47953"/>
                  <a:gd name="connsiteY13" fmla="*/ 4795 h 72332"/>
                  <a:gd name="connsiteX14" fmla="*/ 48283 w 47953"/>
                  <a:gd name="connsiteY14" fmla="*/ 17737 h 72332"/>
                  <a:gd name="connsiteX15" fmla="*/ 40121 w 47953"/>
                  <a:gd name="connsiteY15" fmla="*/ 18542 h 72332"/>
                  <a:gd name="connsiteX16" fmla="*/ 36899 w 47953"/>
                  <a:gd name="connsiteY16" fmla="*/ 10219 h 72332"/>
                  <a:gd name="connsiteX17" fmla="*/ 30562 w 47953"/>
                  <a:gd name="connsiteY17" fmla="*/ 7642 h 72332"/>
                  <a:gd name="connsiteX18" fmla="*/ 22722 w 47953"/>
                  <a:gd name="connsiteY18" fmla="*/ 10702 h 72332"/>
                  <a:gd name="connsiteX19" fmla="*/ 15902 w 47953"/>
                  <a:gd name="connsiteY19" fmla="*/ 19724 h 72332"/>
                  <a:gd name="connsiteX20" fmla="*/ 11982 w 47953"/>
                  <a:gd name="connsiteY20" fmla="*/ 30356 h 72332"/>
                  <a:gd name="connsiteX21" fmla="*/ 8921 w 47953"/>
                  <a:gd name="connsiteY21" fmla="*/ 51514 h 72332"/>
                  <a:gd name="connsiteX22" fmla="*/ 12627 w 47953"/>
                  <a:gd name="connsiteY22" fmla="*/ 61609 h 72332"/>
                  <a:gd name="connsiteX23" fmla="*/ 21057 w 47953"/>
                  <a:gd name="connsiteY23" fmla="*/ 65690 h 72332"/>
                  <a:gd name="connsiteX24" fmla="*/ 28038 w 47953"/>
                  <a:gd name="connsiteY24" fmla="*/ 63220 h 72332"/>
                  <a:gd name="connsiteX25" fmla="*/ 34267 w 47953"/>
                  <a:gd name="connsiteY25" fmla="*/ 55649 h 72332"/>
                  <a:gd name="connsiteX26" fmla="*/ 36791 w 47953"/>
                  <a:gd name="connsiteY26" fmla="*/ 45553 h 72332"/>
                  <a:gd name="connsiteX27" fmla="*/ 33247 w 47953"/>
                  <a:gd name="connsiteY27" fmla="*/ 35189 h 72332"/>
                  <a:gd name="connsiteX28" fmla="*/ 24655 w 47953"/>
                  <a:gd name="connsiteY28" fmla="*/ 31269 h 72332"/>
                  <a:gd name="connsiteX29" fmla="*/ 13915 w 47953"/>
                  <a:gd name="connsiteY29" fmla="*/ 36961 h 72332"/>
                  <a:gd name="connsiteX30" fmla="*/ 8921 w 47953"/>
                  <a:gd name="connsiteY30" fmla="*/ 51514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82" y="30356"/>
                    </a:moveTo>
                    <a:cubicBezTo>
                      <a:pt x="14399" y="28316"/>
                      <a:pt x="16869" y="26812"/>
                      <a:pt x="19285" y="25792"/>
                    </a:cubicBezTo>
                    <a:cubicBezTo>
                      <a:pt x="21702" y="24772"/>
                      <a:pt x="24118" y="24288"/>
                      <a:pt x="26535" y="24288"/>
                    </a:cubicBezTo>
                    <a:cubicBezTo>
                      <a:pt x="31905" y="24288"/>
                      <a:pt x="36362" y="26114"/>
                      <a:pt x="39852" y="29766"/>
                    </a:cubicBezTo>
                    <a:cubicBezTo>
                      <a:pt x="43343" y="33471"/>
                      <a:pt x="45115" y="38411"/>
                      <a:pt x="45115" y="44640"/>
                    </a:cubicBezTo>
                    <a:cubicBezTo>
                      <a:pt x="45115" y="52641"/>
                      <a:pt x="42537" y="59515"/>
                      <a:pt x="37274" y="65261"/>
                    </a:cubicBezTo>
                    <a:cubicBezTo>
                      <a:pt x="32764" y="70201"/>
                      <a:pt x="27286" y="72618"/>
                      <a:pt x="20843" y="72618"/>
                    </a:cubicBezTo>
                    <a:cubicBezTo>
                      <a:pt x="14989" y="72618"/>
                      <a:pt x="10103" y="70470"/>
                      <a:pt x="6183" y="66174"/>
                    </a:cubicBezTo>
                    <a:cubicBezTo>
                      <a:pt x="2263" y="61878"/>
                      <a:pt x="329" y="55756"/>
                      <a:pt x="329" y="47809"/>
                    </a:cubicBezTo>
                    <a:cubicBezTo>
                      <a:pt x="329" y="40667"/>
                      <a:pt x="1565" y="33310"/>
                      <a:pt x="4088" y="25738"/>
                    </a:cubicBezTo>
                    <a:cubicBezTo>
                      <a:pt x="6021" y="19885"/>
                      <a:pt x="8438" y="15052"/>
                      <a:pt x="11284" y="11293"/>
                    </a:cubicBezTo>
                    <a:cubicBezTo>
                      <a:pt x="14130" y="7480"/>
                      <a:pt x="17137" y="4742"/>
                      <a:pt x="20359" y="2970"/>
                    </a:cubicBezTo>
                    <a:cubicBezTo>
                      <a:pt x="23581" y="1197"/>
                      <a:pt x="27179" y="285"/>
                      <a:pt x="31207" y="285"/>
                    </a:cubicBezTo>
                    <a:cubicBezTo>
                      <a:pt x="36039" y="285"/>
                      <a:pt x="39960" y="1788"/>
                      <a:pt x="43020" y="4795"/>
                    </a:cubicBezTo>
                    <a:cubicBezTo>
                      <a:pt x="46081" y="7803"/>
                      <a:pt x="47853" y="12152"/>
                      <a:pt x="48283" y="17737"/>
                    </a:cubicBezTo>
                    <a:lnTo>
                      <a:pt x="40121" y="18542"/>
                    </a:lnTo>
                    <a:cubicBezTo>
                      <a:pt x="39691" y="14676"/>
                      <a:pt x="38617" y="11937"/>
                      <a:pt x="36899" y="10219"/>
                    </a:cubicBezTo>
                    <a:cubicBezTo>
                      <a:pt x="35180" y="8501"/>
                      <a:pt x="33032" y="7642"/>
                      <a:pt x="30562" y="7642"/>
                    </a:cubicBezTo>
                    <a:cubicBezTo>
                      <a:pt x="27985" y="7642"/>
                      <a:pt x="25353" y="8662"/>
                      <a:pt x="22722" y="10702"/>
                    </a:cubicBezTo>
                    <a:cubicBezTo>
                      <a:pt x="20037" y="12689"/>
                      <a:pt x="17782" y="15696"/>
                      <a:pt x="15902" y="19724"/>
                    </a:cubicBezTo>
                    <a:cubicBezTo>
                      <a:pt x="13969" y="23698"/>
                      <a:pt x="12680" y="27242"/>
                      <a:pt x="11982" y="30356"/>
                    </a:cubicBezTo>
                    <a:moveTo>
                      <a:pt x="8921" y="51514"/>
                    </a:moveTo>
                    <a:cubicBezTo>
                      <a:pt x="8921" y="55541"/>
                      <a:pt x="10156" y="58871"/>
                      <a:pt x="12627" y="61609"/>
                    </a:cubicBezTo>
                    <a:cubicBezTo>
                      <a:pt x="15150" y="64348"/>
                      <a:pt x="17943" y="65690"/>
                      <a:pt x="21057" y="65690"/>
                    </a:cubicBezTo>
                    <a:cubicBezTo>
                      <a:pt x="23259" y="65690"/>
                      <a:pt x="25568" y="64831"/>
                      <a:pt x="28038" y="63220"/>
                    </a:cubicBezTo>
                    <a:cubicBezTo>
                      <a:pt x="30455" y="61556"/>
                      <a:pt x="32549" y="59032"/>
                      <a:pt x="34267" y="55649"/>
                    </a:cubicBezTo>
                    <a:cubicBezTo>
                      <a:pt x="35932" y="52266"/>
                      <a:pt x="36791" y="48883"/>
                      <a:pt x="36791" y="45553"/>
                    </a:cubicBezTo>
                    <a:cubicBezTo>
                      <a:pt x="36791" y="41204"/>
                      <a:pt x="35610" y="37767"/>
                      <a:pt x="33247" y="35189"/>
                    </a:cubicBezTo>
                    <a:cubicBezTo>
                      <a:pt x="30884" y="32558"/>
                      <a:pt x="28038" y="31269"/>
                      <a:pt x="24655" y="31269"/>
                    </a:cubicBezTo>
                    <a:cubicBezTo>
                      <a:pt x="20843" y="31269"/>
                      <a:pt x="17245" y="33149"/>
                      <a:pt x="13915" y="36961"/>
                    </a:cubicBezTo>
                    <a:cubicBezTo>
                      <a:pt x="10586" y="40720"/>
                      <a:pt x="8921" y="45607"/>
                      <a:pt x="8921" y="515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19" name="Freihandform: Form 418">
                <a:extLst>
                  <a:ext uri="{FF2B5EF4-FFF2-40B4-BE49-F238E27FC236}">
                    <a16:creationId xmlns:a16="http://schemas.microsoft.com/office/drawing/2014/main" id="{49222464-14E6-1AB2-FC28-81EEECFB6A77}"/>
                  </a:ext>
                </a:extLst>
              </p:cNvPr>
              <p:cNvSpPr/>
              <p:nvPr/>
            </p:nvSpPr>
            <p:spPr>
              <a:xfrm>
                <a:off x="8342072" y="4439259"/>
                <a:ext cx="32810" cy="71151"/>
              </a:xfrm>
              <a:custGeom>
                <a:avLst/>
                <a:gdLst>
                  <a:gd name="connsiteX0" fmla="*/ 9516 w 32810"/>
                  <a:gd name="connsiteY0" fmla="*/ 71436 h 71151"/>
                  <a:gd name="connsiteX1" fmla="*/ 20685 w 32810"/>
                  <a:gd name="connsiteY1" fmla="*/ 17952 h 71151"/>
                  <a:gd name="connsiteX2" fmla="*/ 333 w 32810"/>
                  <a:gd name="connsiteY2" fmla="*/ 27081 h 71151"/>
                  <a:gd name="connsiteX3" fmla="*/ 1944 w 32810"/>
                  <a:gd name="connsiteY3" fmla="*/ 19133 h 71151"/>
                  <a:gd name="connsiteX4" fmla="*/ 14832 w 32810"/>
                  <a:gd name="connsiteY4" fmla="*/ 12313 h 71151"/>
                  <a:gd name="connsiteX5" fmla="*/ 24391 w 32810"/>
                  <a:gd name="connsiteY5" fmla="*/ 5010 h 71151"/>
                  <a:gd name="connsiteX6" fmla="*/ 28042 w 32810"/>
                  <a:gd name="connsiteY6" fmla="*/ 285 h 71151"/>
                  <a:gd name="connsiteX7" fmla="*/ 33144 w 32810"/>
                  <a:gd name="connsiteY7" fmla="*/ 285 h 71151"/>
                  <a:gd name="connsiteX8" fmla="*/ 18269 w 32810"/>
                  <a:gd name="connsiteY8" fmla="*/ 71436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16" y="71436"/>
                    </a:moveTo>
                    <a:lnTo>
                      <a:pt x="20685" y="17952"/>
                    </a:lnTo>
                    <a:cubicBezTo>
                      <a:pt x="15852" y="21764"/>
                      <a:pt x="9086" y="24772"/>
                      <a:pt x="333" y="27081"/>
                    </a:cubicBezTo>
                    <a:lnTo>
                      <a:pt x="1944" y="19133"/>
                    </a:lnTo>
                    <a:cubicBezTo>
                      <a:pt x="6294" y="17415"/>
                      <a:pt x="10590" y="15159"/>
                      <a:pt x="14832" y="12313"/>
                    </a:cubicBezTo>
                    <a:cubicBezTo>
                      <a:pt x="19074" y="9521"/>
                      <a:pt x="22243" y="7104"/>
                      <a:pt x="24391" y="5010"/>
                    </a:cubicBezTo>
                    <a:cubicBezTo>
                      <a:pt x="25679" y="3721"/>
                      <a:pt x="26915" y="2110"/>
                      <a:pt x="28042" y="285"/>
                    </a:cubicBezTo>
                    <a:lnTo>
                      <a:pt x="33144" y="285"/>
                    </a:lnTo>
                    <a:lnTo>
                      <a:pt x="18269" y="7143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0" name="Freihandform: Form 419">
                <a:extLst>
                  <a:ext uri="{FF2B5EF4-FFF2-40B4-BE49-F238E27FC236}">
                    <a16:creationId xmlns:a16="http://schemas.microsoft.com/office/drawing/2014/main" id="{F37E2FF4-4616-624D-0006-40D99FC96247}"/>
                  </a:ext>
                </a:extLst>
              </p:cNvPr>
              <p:cNvSpPr/>
              <p:nvPr/>
            </p:nvSpPr>
            <p:spPr>
              <a:xfrm>
                <a:off x="8388147" y="4500530"/>
                <a:ext cx="11974" cy="9880"/>
              </a:xfrm>
              <a:custGeom>
                <a:avLst/>
                <a:gdLst>
                  <a:gd name="connsiteX0" fmla="*/ 337 w 11974"/>
                  <a:gd name="connsiteY0" fmla="*/ 10165 h 9880"/>
                  <a:gd name="connsiteX1" fmla="*/ 2432 w 11974"/>
                  <a:gd name="connsiteY1" fmla="*/ 285 h 9880"/>
                  <a:gd name="connsiteX2" fmla="*/ 12312 w 11974"/>
                  <a:gd name="connsiteY2" fmla="*/ 285 h 9880"/>
                  <a:gd name="connsiteX3" fmla="*/ 10218 w 11974"/>
                  <a:gd name="connsiteY3" fmla="*/ 10165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37" y="10165"/>
                    </a:moveTo>
                    <a:lnTo>
                      <a:pt x="2432" y="285"/>
                    </a:lnTo>
                    <a:lnTo>
                      <a:pt x="12312" y="285"/>
                    </a:lnTo>
                    <a:lnTo>
                      <a:pt x="10218" y="1016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1" name="Freihandform: Form 420">
                <a:extLst>
                  <a:ext uri="{FF2B5EF4-FFF2-40B4-BE49-F238E27FC236}">
                    <a16:creationId xmlns:a16="http://schemas.microsoft.com/office/drawing/2014/main" id="{D44119AC-7B92-63DF-DA99-3C68E485EEF3}"/>
                  </a:ext>
                </a:extLst>
              </p:cNvPr>
              <p:cNvSpPr/>
              <p:nvPr/>
            </p:nvSpPr>
            <p:spPr>
              <a:xfrm>
                <a:off x="8424623" y="4439259"/>
                <a:ext cx="32810" cy="71151"/>
              </a:xfrm>
              <a:custGeom>
                <a:avLst/>
                <a:gdLst>
                  <a:gd name="connsiteX0" fmla="*/ 9522 w 32810"/>
                  <a:gd name="connsiteY0" fmla="*/ 71436 h 71151"/>
                  <a:gd name="connsiteX1" fmla="*/ 20691 w 32810"/>
                  <a:gd name="connsiteY1" fmla="*/ 17952 h 71151"/>
                  <a:gd name="connsiteX2" fmla="*/ 339 w 32810"/>
                  <a:gd name="connsiteY2" fmla="*/ 27081 h 71151"/>
                  <a:gd name="connsiteX3" fmla="*/ 1950 w 32810"/>
                  <a:gd name="connsiteY3" fmla="*/ 19133 h 71151"/>
                  <a:gd name="connsiteX4" fmla="*/ 14838 w 32810"/>
                  <a:gd name="connsiteY4" fmla="*/ 12313 h 71151"/>
                  <a:gd name="connsiteX5" fmla="*/ 24397 w 32810"/>
                  <a:gd name="connsiteY5" fmla="*/ 5010 h 71151"/>
                  <a:gd name="connsiteX6" fmla="*/ 28048 w 32810"/>
                  <a:gd name="connsiteY6" fmla="*/ 285 h 71151"/>
                  <a:gd name="connsiteX7" fmla="*/ 33150 w 32810"/>
                  <a:gd name="connsiteY7" fmla="*/ 285 h 71151"/>
                  <a:gd name="connsiteX8" fmla="*/ 18275 w 32810"/>
                  <a:gd name="connsiteY8" fmla="*/ 71436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22" y="71436"/>
                    </a:moveTo>
                    <a:lnTo>
                      <a:pt x="20691" y="17952"/>
                    </a:lnTo>
                    <a:cubicBezTo>
                      <a:pt x="15858" y="21764"/>
                      <a:pt x="9092" y="24772"/>
                      <a:pt x="339" y="27081"/>
                    </a:cubicBezTo>
                    <a:lnTo>
                      <a:pt x="1950" y="19133"/>
                    </a:lnTo>
                    <a:cubicBezTo>
                      <a:pt x="6300" y="17415"/>
                      <a:pt x="10596" y="15159"/>
                      <a:pt x="14838" y="12313"/>
                    </a:cubicBezTo>
                    <a:cubicBezTo>
                      <a:pt x="19080" y="9521"/>
                      <a:pt x="22249" y="7104"/>
                      <a:pt x="24397" y="5010"/>
                    </a:cubicBezTo>
                    <a:cubicBezTo>
                      <a:pt x="25685" y="3721"/>
                      <a:pt x="26921" y="2110"/>
                      <a:pt x="28048" y="285"/>
                    </a:cubicBezTo>
                    <a:lnTo>
                      <a:pt x="33150" y="285"/>
                    </a:lnTo>
                    <a:lnTo>
                      <a:pt x="18275" y="7143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22" name="Grafik 4">
              <a:extLst>
                <a:ext uri="{FF2B5EF4-FFF2-40B4-BE49-F238E27FC236}">
                  <a16:creationId xmlns:a16="http://schemas.microsoft.com/office/drawing/2014/main" id="{6A20D77D-7365-2005-595C-CD3FC7AE5447}"/>
                </a:ext>
              </a:extLst>
            </p:cNvPr>
            <p:cNvGrpSpPr/>
            <p:nvPr/>
          </p:nvGrpSpPr>
          <p:grpSpPr>
            <a:xfrm>
              <a:off x="7416608" y="4186218"/>
              <a:ext cx="464129" cy="72386"/>
              <a:chOff x="7416608" y="4186218"/>
              <a:chExt cx="464129" cy="72386"/>
            </a:xfrm>
            <a:solidFill>
              <a:srgbClr val="000000"/>
            </a:solidFill>
          </p:grpSpPr>
          <p:sp>
            <p:nvSpPr>
              <p:cNvPr id="423" name="Freihandform: Form 422">
                <a:extLst>
                  <a:ext uri="{FF2B5EF4-FFF2-40B4-BE49-F238E27FC236}">
                    <a16:creationId xmlns:a16="http://schemas.microsoft.com/office/drawing/2014/main" id="{E3DDC745-39CA-CFAC-4FB0-B3C118A93F07}"/>
                  </a:ext>
                </a:extLst>
              </p:cNvPr>
              <p:cNvSpPr/>
              <p:nvPr/>
            </p:nvSpPr>
            <p:spPr>
              <a:xfrm>
                <a:off x="7416608" y="4186540"/>
                <a:ext cx="68949" cy="70829"/>
              </a:xfrm>
              <a:custGeom>
                <a:avLst/>
                <a:gdLst>
                  <a:gd name="connsiteX0" fmla="*/ 267 w 68949"/>
                  <a:gd name="connsiteY0" fmla="*/ 71096 h 70829"/>
                  <a:gd name="connsiteX1" fmla="*/ 15034 w 68949"/>
                  <a:gd name="connsiteY1" fmla="*/ 266 h 70829"/>
                  <a:gd name="connsiteX2" fmla="*/ 24539 w 68949"/>
                  <a:gd name="connsiteY2" fmla="*/ 266 h 70829"/>
                  <a:gd name="connsiteX3" fmla="*/ 17397 w 68949"/>
                  <a:gd name="connsiteY3" fmla="*/ 34365 h 70829"/>
                  <a:gd name="connsiteX4" fmla="*/ 55899 w 68949"/>
                  <a:gd name="connsiteY4" fmla="*/ 266 h 70829"/>
                  <a:gd name="connsiteX5" fmla="*/ 69217 w 68949"/>
                  <a:gd name="connsiteY5" fmla="*/ 266 h 70829"/>
                  <a:gd name="connsiteX6" fmla="*/ 36299 w 68949"/>
                  <a:gd name="connsiteY6" fmla="*/ 29103 h 70829"/>
                  <a:gd name="connsiteX7" fmla="*/ 60410 w 68949"/>
                  <a:gd name="connsiteY7" fmla="*/ 71096 h 70829"/>
                  <a:gd name="connsiteX8" fmla="*/ 49831 w 68949"/>
                  <a:gd name="connsiteY8" fmla="*/ 71096 h 70829"/>
                  <a:gd name="connsiteX9" fmla="*/ 29426 w 68949"/>
                  <a:gd name="connsiteY9" fmla="*/ 35171 h 70829"/>
                  <a:gd name="connsiteX10" fmla="*/ 14551 w 68949"/>
                  <a:gd name="connsiteY10" fmla="*/ 48112 h 70829"/>
                  <a:gd name="connsiteX11" fmla="*/ 9718 w 68949"/>
                  <a:gd name="connsiteY11" fmla="*/ 7109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267" y="71096"/>
                    </a:moveTo>
                    <a:lnTo>
                      <a:pt x="15034" y="266"/>
                    </a:lnTo>
                    <a:lnTo>
                      <a:pt x="24539" y="266"/>
                    </a:lnTo>
                    <a:lnTo>
                      <a:pt x="17397" y="34365"/>
                    </a:lnTo>
                    <a:lnTo>
                      <a:pt x="55899" y="266"/>
                    </a:lnTo>
                    <a:lnTo>
                      <a:pt x="69217" y="266"/>
                    </a:lnTo>
                    <a:lnTo>
                      <a:pt x="36299" y="29103"/>
                    </a:lnTo>
                    <a:lnTo>
                      <a:pt x="60410" y="71096"/>
                    </a:lnTo>
                    <a:lnTo>
                      <a:pt x="49831" y="71096"/>
                    </a:lnTo>
                    <a:lnTo>
                      <a:pt x="29426" y="35171"/>
                    </a:lnTo>
                    <a:lnTo>
                      <a:pt x="14551" y="48112"/>
                    </a:lnTo>
                    <a:lnTo>
                      <a:pt x="9718" y="7109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4" name="Freihandform: Form 423">
                <a:extLst>
                  <a:ext uri="{FF2B5EF4-FFF2-40B4-BE49-F238E27FC236}">
                    <a16:creationId xmlns:a16="http://schemas.microsoft.com/office/drawing/2014/main" id="{6678C3F3-92E6-5294-5D12-652FC35515AE}"/>
                  </a:ext>
                </a:extLst>
              </p:cNvPr>
              <p:cNvSpPr/>
              <p:nvPr/>
            </p:nvSpPr>
            <p:spPr>
              <a:xfrm>
                <a:off x="7475103" y="4186540"/>
                <a:ext cx="79206" cy="70829"/>
              </a:xfrm>
              <a:custGeom>
                <a:avLst/>
                <a:gdLst>
                  <a:gd name="connsiteX0" fmla="*/ 272 w 79206"/>
                  <a:gd name="connsiteY0" fmla="*/ 71096 h 70829"/>
                  <a:gd name="connsiteX1" fmla="*/ 34102 w 79206"/>
                  <a:gd name="connsiteY1" fmla="*/ 35278 h 70829"/>
                  <a:gd name="connsiteX2" fmla="*/ 14019 w 79206"/>
                  <a:gd name="connsiteY2" fmla="*/ 266 h 70829"/>
                  <a:gd name="connsiteX3" fmla="*/ 24436 w 79206"/>
                  <a:gd name="connsiteY3" fmla="*/ 266 h 70829"/>
                  <a:gd name="connsiteX4" fmla="*/ 33565 w 79206"/>
                  <a:gd name="connsiteY4" fmla="*/ 16269 h 70829"/>
                  <a:gd name="connsiteX5" fmla="*/ 37754 w 79206"/>
                  <a:gd name="connsiteY5" fmla="*/ 23679 h 70829"/>
                  <a:gd name="connsiteX6" fmla="*/ 40492 w 79206"/>
                  <a:gd name="connsiteY6" fmla="*/ 29318 h 70829"/>
                  <a:gd name="connsiteX7" fmla="*/ 51555 w 79206"/>
                  <a:gd name="connsiteY7" fmla="*/ 16644 h 70829"/>
                  <a:gd name="connsiteX8" fmla="*/ 67127 w 79206"/>
                  <a:gd name="connsiteY8" fmla="*/ 266 h 70829"/>
                  <a:gd name="connsiteX9" fmla="*/ 79478 w 79206"/>
                  <a:gd name="connsiteY9" fmla="*/ 266 h 70829"/>
                  <a:gd name="connsiteX10" fmla="*/ 45218 w 79206"/>
                  <a:gd name="connsiteY10" fmla="*/ 36835 h 70829"/>
                  <a:gd name="connsiteX11" fmla="*/ 64657 w 79206"/>
                  <a:gd name="connsiteY11" fmla="*/ 71096 h 70829"/>
                  <a:gd name="connsiteX12" fmla="*/ 54347 w 79206"/>
                  <a:gd name="connsiteY12" fmla="*/ 71096 h 70829"/>
                  <a:gd name="connsiteX13" fmla="*/ 42855 w 79206"/>
                  <a:gd name="connsiteY13" fmla="*/ 50368 h 70829"/>
                  <a:gd name="connsiteX14" fmla="*/ 38935 w 79206"/>
                  <a:gd name="connsiteY14" fmla="*/ 42528 h 70829"/>
                  <a:gd name="connsiteX15" fmla="*/ 32599 w 79206"/>
                  <a:gd name="connsiteY15" fmla="*/ 50045 h 70829"/>
                  <a:gd name="connsiteX16" fmla="*/ 12784 w 79206"/>
                  <a:gd name="connsiteY16" fmla="*/ 7109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72" y="71096"/>
                    </a:moveTo>
                    <a:lnTo>
                      <a:pt x="34102" y="35278"/>
                    </a:lnTo>
                    <a:lnTo>
                      <a:pt x="14019" y="266"/>
                    </a:lnTo>
                    <a:lnTo>
                      <a:pt x="24436" y="266"/>
                    </a:lnTo>
                    <a:lnTo>
                      <a:pt x="33565" y="16269"/>
                    </a:lnTo>
                    <a:cubicBezTo>
                      <a:pt x="35982" y="20511"/>
                      <a:pt x="37378" y="22981"/>
                      <a:pt x="37754" y="23679"/>
                    </a:cubicBezTo>
                    <a:cubicBezTo>
                      <a:pt x="38559" y="25290"/>
                      <a:pt x="39526" y="27170"/>
                      <a:pt x="40492" y="29318"/>
                    </a:cubicBezTo>
                    <a:cubicBezTo>
                      <a:pt x="42909" y="26096"/>
                      <a:pt x="46560" y="21907"/>
                      <a:pt x="51555" y="16644"/>
                    </a:cubicBezTo>
                    <a:lnTo>
                      <a:pt x="67127" y="266"/>
                    </a:lnTo>
                    <a:lnTo>
                      <a:pt x="79478" y="266"/>
                    </a:lnTo>
                    <a:lnTo>
                      <a:pt x="45218" y="36835"/>
                    </a:lnTo>
                    <a:lnTo>
                      <a:pt x="64657" y="71096"/>
                    </a:lnTo>
                    <a:lnTo>
                      <a:pt x="54347" y="71096"/>
                    </a:lnTo>
                    <a:lnTo>
                      <a:pt x="42855" y="50368"/>
                    </a:lnTo>
                    <a:cubicBezTo>
                      <a:pt x="41727" y="48327"/>
                      <a:pt x="40439" y="45750"/>
                      <a:pt x="38935" y="42528"/>
                    </a:cubicBezTo>
                    <a:cubicBezTo>
                      <a:pt x="37217" y="44890"/>
                      <a:pt x="35069" y="47361"/>
                      <a:pt x="32599" y="50045"/>
                    </a:cubicBezTo>
                    <a:lnTo>
                      <a:pt x="12784" y="7109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5" name="Freihandform: Form 424">
                <a:extLst>
                  <a:ext uri="{FF2B5EF4-FFF2-40B4-BE49-F238E27FC236}">
                    <a16:creationId xmlns:a16="http://schemas.microsoft.com/office/drawing/2014/main" id="{0C44D995-71E5-6EAB-DEB1-7579B5D23E5B}"/>
                  </a:ext>
                </a:extLst>
              </p:cNvPr>
              <p:cNvSpPr/>
              <p:nvPr/>
            </p:nvSpPr>
            <p:spPr>
              <a:xfrm>
                <a:off x="7546647" y="4186540"/>
                <a:ext cx="60626" cy="70829"/>
              </a:xfrm>
              <a:custGeom>
                <a:avLst/>
                <a:gdLst>
                  <a:gd name="connsiteX0" fmla="*/ 276 w 60626"/>
                  <a:gd name="connsiteY0" fmla="*/ 71096 h 70829"/>
                  <a:gd name="connsiteX1" fmla="*/ 1189 w 60626"/>
                  <a:gd name="connsiteY1" fmla="*/ 64007 h 70829"/>
                  <a:gd name="connsiteX2" fmla="*/ 36685 w 60626"/>
                  <a:gd name="connsiteY2" fmla="*/ 21585 h 70829"/>
                  <a:gd name="connsiteX3" fmla="*/ 43988 w 60626"/>
                  <a:gd name="connsiteY3" fmla="*/ 12725 h 70829"/>
                  <a:gd name="connsiteX4" fmla="*/ 48337 w 60626"/>
                  <a:gd name="connsiteY4" fmla="*/ 7730 h 70829"/>
                  <a:gd name="connsiteX5" fmla="*/ 42054 w 60626"/>
                  <a:gd name="connsiteY5" fmla="*/ 8267 h 70829"/>
                  <a:gd name="connsiteX6" fmla="*/ 39692 w 60626"/>
                  <a:gd name="connsiteY6" fmla="*/ 8214 h 70829"/>
                  <a:gd name="connsiteX7" fmla="*/ 36899 w 60626"/>
                  <a:gd name="connsiteY7" fmla="*/ 8267 h 70829"/>
                  <a:gd name="connsiteX8" fmla="*/ 34161 w 60626"/>
                  <a:gd name="connsiteY8" fmla="*/ 8321 h 70829"/>
                  <a:gd name="connsiteX9" fmla="*/ 10318 w 60626"/>
                  <a:gd name="connsiteY9" fmla="*/ 8321 h 70829"/>
                  <a:gd name="connsiteX10" fmla="*/ 12037 w 60626"/>
                  <a:gd name="connsiteY10" fmla="*/ 266 h 70829"/>
                  <a:gd name="connsiteX11" fmla="*/ 60903 w 60626"/>
                  <a:gd name="connsiteY11" fmla="*/ 266 h 70829"/>
                  <a:gd name="connsiteX12" fmla="*/ 60044 w 60626"/>
                  <a:gd name="connsiteY12" fmla="*/ 7623 h 70829"/>
                  <a:gd name="connsiteX13" fmla="*/ 22025 w 60626"/>
                  <a:gd name="connsiteY13" fmla="*/ 52838 h 70829"/>
                  <a:gd name="connsiteX14" fmla="*/ 13111 w 60626"/>
                  <a:gd name="connsiteY14" fmla="*/ 63309 h 70829"/>
                  <a:gd name="connsiteX15" fmla="*/ 15903 w 60626"/>
                  <a:gd name="connsiteY15" fmla="*/ 63041 h 70829"/>
                  <a:gd name="connsiteX16" fmla="*/ 54513 w 60626"/>
                  <a:gd name="connsiteY16" fmla="*/ 63041 h 70829"/>
                  <a:gd name="connsiteX17" fmla="*/ 52794 w 60626"/>
                  <a:gd name="connsiteY17" fmla="*/ 7109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626" h="70829">
                    <a:moveTo>
                      <a:pt x="276" y="71096"/>
                    </a:moveTo>
                    <a:lnTo>
                      <a:pt x="1189" y="64007"/>
                    </a:lnTo>
                    <a:lnTo>
                      <a:pt x="36685" y="21585"/>
                    </a:lnTo>
                    <a:lnTo>
                      <a:pt x="43988" y="12725"/>
                    </a:lnTo>
                    <a:cubicBezTo>
                      <a:pt x="45491" y="10899"/>
                      <a:pt x="46941" y="9234"/>
                      <a:pt x="48337" y="7730"/>
                    </a:cubicBezTo>
                    <a:cubicBezTo>
                      <a:pt x="45330" y="8106"/>
                      <a:pt x="43236" y="8267"/>
                      <a:pt x="42054" y="8267"/>
                    </a:cubicBezTo>
                    <a:lnTo>
                      <a:pt x="39692" y="8214"/>
                    </a:lnTo>
                    <a:lnTo>
                      <a:pt x="36899" y="8267"/>
                    </a:lnTo>
                    <a:lnTo>
                      <a:pt x="34161" y="8321"/>
                    </a:lnTo>
                    <a:lnTo>
                      <a:pt x="10318" y="8321"/>
                    </a:lnTo>
                    <a:lnTo>
                      <a:pt x="12037" y="266"/>
                    </a:lnTo>
                    <a:lnTo>
                      <a:pt x="60903" y="266"/>
                    </a:lnTo>
                    <a:lnTo>
                      <a:pt x="60044" y="7623"/>
                    </a:lnTo>
                    <a:lnTo>
                      <a:pt x="22025" y="52838"/>
                    </a:lnTo>
                    <a:cubicBezTo>
                      <a:pt x="17353" y="58423"/>
                      <a:pt x="14399" y="61913"/>
                      <a:pt x="13111" y="63309"/>
                    </a:cubicBezTo>
                    <a:cubicBezTo>
                      <a:pt x="14560" y="63148"/>
                      <a:pt x="15473" y="63041"/>
                      <a:pt x="15903" y="63041"/>
                    </a:cubicBezTo>
                    <a:lnTo>
                      <a:pt x="54513" y="63041"/>
                    </a:lnTo>
                    <a:lnTo>
                      <a:pt x="52794" y="7109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6" name="Freihandform: Form 425">
                <a:extLst>
                  <a:ext uri="{FF2B5EF4-FFF2-40B4-BE49-F238E27FC236}">
                    <a16:creationId xmlns:a16="http://schemas.microsoft.com/office/drawing/2014/main" id="{C88D4180-6E34-F433-9C96-1C0C52238833}"/>
                  </a:ext>
                </a:extLst>
              </p:cNvPr>
              <p:cNvSpPr/>
              <p:nvPr/>
            </p:nvSpPr>
            <p:spPr>
              <a:xfrm>
                <a:off x="7609201" y="4186540"/>
                <a:ext cx="49188" cy="70829"/>
              </a:xfrm>
              <a:custGeom>
                <a:avLst/>
                <a:gdLst>
                  <a:gd name="connsiteX0" fmla="*/ 25358 w 49188"/>
                  <a:gd name="connsiteY0" fmla="*/ 71096 h 70829"/>
                  <a:gd name="connsiteX1" fmla="*/ 29171 w 49188"/>
                  <a:gd name="connsiteY1" fmla="*/ 52999 h 70829"/>
                  <a:gd name="connsiteX2" fmla="*/ 281 w 49188"/>
                  <a:gd name="connsiteY2" fmla="*/ 52999 h 70829"/>
                  <a:gd name="connsiteX3" fmla="*/ 2107 w 49188"/>
                  <a:gd name="connsiteY3" fmla="*/ 44353 h 70829"/>
                  <a:gd name="connsiteX4" fmla="*/ 41790 w 49188"/>
                  <a:gd name="connsiteY4" fmla="*/ 266 h 70829"/>
                  <a:gd name="connsiteX5" fmla="*/ 48932 w 49188"/>
                  <a:gd name="connsiteY5" fmla="*/ 266 h 70829"/>
                  <a:gd name="connsiteX6" fmla="*/ 39481 w 49188"/>
                  <a:gd name="connsiteY6" fmla="*/ 45266 h 70829"/>
                  <a:gd name="connsiteX7" fmla="*/ 49469 w 49188"/>
                  <a:gd name="connsiteY7" fmla="*/ 45266 h 70829"/>
                  <a:gd name="connsiteX8" fmla="*/ 47858 w 49188"/>
                  <a:gd name="connsiteY8" fmla="*/ 52999 h 70829"/>
                  <a:gd name="connsiteX9" fmla="*/ 37924 w 49188"/>
                  <a:gd name="connsiteY9" fmla="*/ 52999 h 70829"/>
                  <a:gd name="connsiteX10" fmla="*/ 34111 w 49188"/>
                  <a:gd name="connsiteY10" fmla="*/ 71096 h 70829"/>
                  <a:gd name="connsiteX11" fmla="*/ 25358 w 49188"/>
                  <a:gd name="connsiteY11" fmla="*/ 71096 h 70829"/>
                  <a:gd name="connsiteX12" fmla="*/ 30782 w 49188"/>
                  <a:gd name="connsiteY12" fmla="*/ 45266 h 70829"/>
                  <a:gd name="connsiteX13" fmla="*/ 36957 w 49188"/>
                  <a:gd name="connsiteY13" fmla="*/ 15732 h 70829"/>
                  <a:gd name="connsiteX14" fmla="*/ 10537 w 49188"/>
                  <a:gd name="connsiteY14" fmla="*/ 4526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58" y="71096"/>
                    </a:moveTo>
                    <a:lnTo>
                      <a:pt x="29171" y="52999"/>
                    </a:lnTo>
                    <a:lnTo>
                      <a:pt x="281" y="52999"/>
                    </a:lnTo>
                    <a:lnTo>
                      <a:pt x="2107" y="44353"/>
                    </a:lnTo>
                    <a:lnTo>
                      <a:pt x="41790" y="266"/>
                    </a:lnTo>
                    <a:lnTo>
                      <a:pt x="48932" y="266"/>
                    </a:lnTo>
                    <a:lnTo>
                      <a:pt x="39481" y="45266"/>
                    </a:lnTo>
                    <a:lnTo>
                      <a:pt x="49469" y="45266"/>
                    </a:lnTo>
                    <a:lnTo>
                      <a:pt x="47858" y="52999"/>
                    </a:lnTo>
                    <a:lnTo>
                      <a:pt x="37924" y="52999"/>
                    </a:lnTo>
                    <a:lnTo>
                      <a:pt x="34111" y="71096"/>
                    </a:lnTo>
                    <a:lnTo>
                      <a:pt x="25358" y="71096"/>
                    </a:lnTo>
                    <a:moveTo>
                      <a:pt x="30782" y="45266"/>
                    </a:moveTo>
                    <a:lnTo>
                      <a:pt x="36957" y="15732"/>
                    </a:lnTo>
                    <a:lnTo>
                      <a:pt x="10537" y="4526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7" name="Freihandform: Form 426">
                <a:extLst>
                  <a:ext uri="{FF2B5EF4-FFF2-40B4-BE49-F238E27FC236}">
                    <a16:creationId xmlns:a16="http://schemas.microsoft.com/office/drawing/2014/main" id="{8C91FE36-5662-0C82-79BF-8360FD447416}"/>
                  </a:ext>
                </a:extLst>
              </p:cNvPr>
              <p:cNvSpPr/>
              <p:nvPr/>
            </p:nvSpPr>
            <p:spPr>
              <a:xfrm>
                <a:off x="7671722" y="4187507"/>
                <a:ext cx="46933" cy="69862"/>
              </a:xfrm>
              <a:custGeom>
                <a:avLst/>
                <a:gdLst>
                  <a:gd name="connsiteX0" fmla="*/ 2648 w 46933"/>
                  <a:gd name="connsiteY0" fmla="*/ 70129 h 69862"/>
                  <a:gd name="connsiteX1" fmla="*/ 7588 w 46933"/>
                  <a:gd name="connsiteY1" fmla="*/ 52945 h 69862"/>
                  <a:gd name="connsiteX2" fmla="*/ 19402 w 46933"/>
                  <a:gd name="connsiteY2" fmla="*/ 28834 h 69862"/>
                  <a:gd name="connsiteX3" fmla="*/ 35619 w 46933"/>
                  <a:gd name="connsiteY3" fmla="*/ 8267 h 69862"/>
                  <a:gd name="connsiteX4" fmla="*/ 285 w 46933"/>
                  <a:gd name="connsiteY4" fmla="*/ 8267 h 69862"/>
                  <a:gd name="connsiteX5" fmla="*/ 2003 w 46933"/>
                  <a:gd name="connsiteY5" fmla="*/ 266 h 69862"/>
                  <a:gd name="connsiteX6" fmla="*/ 47218 w 46933"/>
                  <a:gd name="connsiteY6" fmla="*/ 266 h 69862"/>
                  <a:gd name="connsiteX7" fmla="*/ 45553 w 46933"/>
                  <a:gd name="connsiteY7" fmla="*/ 8267 h 69862"/>
                  <a:gd name="connsiteX8" fmla="*/ 25470 w 46933"/>
                  <a:gd name="connsiteY8" fmla="*/ 34312 h 69862"/>
                  <a:gd name="connsiteX9" fmla="*/ 11776 w 46933"/>
                  <a:gd name="connsiteY9" fmla="*/ 70129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48" y="70129"/>
                    </a:moveTo>
                    <a:cubicBezTo>
                      <a:pt x="3453" y="65350"/>
                      <a:pt x="5064" y="59604"/>
                      <a:pt x="7588" y="52945"/>
                    </a:cubicBezTo>
                    <a:cubicBezTo>
                      <a:pt x="10595" y="44837"/>
                      <a:pt x="14515" y="36782"/>
                      <a:pt x="19402" y="28834"/>
                    </a:cubicBezTo>
                    <a:cubicBezTo>
                      <a:pt x="24235" y="20833"/>
                      <a:pt x="29658" y="14013"/>
                      <a:pt x="35619" y="8267"/>
                    </a:cubicBezTo>
                    <a:lnTo>
                      <a:pt x="285" y="8267"/>
                    </a:lnTo>
                    <a:lnTo>
                      <a:pt x="2003" y="266"/>
                    </a:lnTo>
                    <a:lnTo>
                      <a:pt x="47218" y="266"/>
                    </a:lnTo>
                    <a:lnTo>
                      <a:pt x="45553" y="8267"/>
                    </a:lnTo>
                    <a:cubicBezTo>
                      <a:pt x="37928" y="14980"/>
                      <a:pt x="31216" y="23679"/>
                      <a:pt x="25470" y="34312"/>
                    </a:cubicBezTo>
                    <a:cubicBezTo>
                      <a:pt x="18811" y="46609"/>
                      <a:pt x="14247" y="58530"/>
                      <a:pt x="11776" y="701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8" name="Freihandform: Form 427">
                <a:extLst>
                  <a:ext uri="{FF2B5EF4-FFF2-40B4-BE49-F238E27FC236}">
                    <a16:creationId xmlns:a16="http://schemas.microsoft.com/office/drawing/2014/main" id="{2500ED85-2D74-83F4-DC0B-E0146EDD0D0D}"/>
                  </a:ext>
                </a:extLst>
              </p:cNvPr>
              <p:cNvSpPr/>
              <p:nvPr/>
            </p:nvSpPr>
            <p:spPr>
              <a:xfrm>
                <a:off x="7719301" y="4186540"/>
                <a:ext cx="49188" cy="70829"/>
              </a:xfrm>
              <a:custGeom>
                <a:avLst/>
                <a:gdLst>
                  <a:gd name="connsiteX0" fmla="*/ 25366 w 49188"/>
                  <a:gd name="connsiteY0" fmla="*/ 71096 h 70829"/>
                  <a:gd name="connsiteX1" fmla="*/ 29179 w 49188"/>
                  <a:gd name="connsiteY1" fmla="*/ 52999 h 70829"/>
                  <a:gd name="connsiteX2" fmla="*/ 289 w 49188"/>
                  <a:gd name="connsiteY2" fmla="*/ 52999 h 70829"/>
                  <a:gd name="connsiteX3" fmla="*/ 2115 w 49188"/>
                  <a:gd name="connsiteY3" fmla="*/ 44353 h 70829"/>
                  <a:gd name="connsiteX4" fmla="*/ 41798 w 49188"/>
                  <a:gd name="connsiteY4" fmla="*/ 266 h 70829"/>
                  <a:gd name="connsiteX5" fmla="*/ 48940 w 49188"/>
                  <a:gd name="connsiteY5" fmla="*/ 266 h 70829"/>
                  <a:gd name="connsiteX6" fmla="*/ 39489 w 49188"/>
                  <a:gd name="connsiteY6" fmla="*/ 45266 h 70829"/>
                  <a:gd name="connsiteX7" fmla="*/ 49477 w 49188"/>
                  <a:gd name="connsiteY7" fmla="*/ 45266 h 70829"/>
                  <a:gd name="connsiteX8" fmla="*/ 47866 w 49188"/>
                  <a:gd name="connsiteY8" fmla="*/ 52999 h 70829"/>
                  <a:gd name="connsiteX9" fmla="*/ 37932 w 49188"/>
                  <a:gd name="connsiteY9" fmla="*/ 52999 h 70829"/>
                  <a:gd name="connsiteX10" fmla="*/ 34119 w 49188"/>
                  <a:gd name="connsiteY10" fmla="*/ 71096 h 70829"/>
                  <a:gd name="connsiteX11" fmla="*/ 25366 w 49188"/>
                  <a:gd name="connsiteY11" fmla="*/ 71096 h 70829"/>
                  <a:gd name="connsiteX12" fmla="*/ 30790 w 49188"/>
                  <a:gd name="connsiteY12" fmla="*/ 45266 h 70829"/>
                  <a:gd name="connsiteX13" fmla="*/ 36965 w 49188"/>
                  <a:gd name="connsiteY13" fmla="*/ 15732 h 70829"/>
                  <a:gd name="connsiteX14" fmla="*/ 10545 w 49188"/>
                  <a:gd name="connsiteY14" fmla="*/ 4526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66" y="71096"/>
                    </a:moveTo>
                    <a:lnTo>
                      <a:pt x="29179" y="52999"/>
                    </a:lnTo>
                    <a:lnTo>
                      <a:pt x="289" y="52999"/>
                    </a:lnTo>
                    <a:lnTo>
                      <a:pt x="2115" y="44353"/>
                    </a:lnTo>
                    <a:lnTo>
                      <a:pt x="41798" y="266"/>
                    </a:lnTo>
                    <a:lnTo>
                      <a:pt x="48940" y="266"/>
                    </a:lnTo>
                    <a:lnTo>
                      <a:pt x="39489" y="45266"/>
                    </a:lnTo>
                    <a:lnTo>
                      <a:pt x="49477" y="45266"/>
                    </a:lnTo>
                    <a:lnTo>
                      <a:pt x="47866" y="52999"/>
                    </a:lnTo>
                    <a:lnTo>
                      <a:pt x="37932" y="52999"/>
                    </a:lnTo>
                    <a:lnTo>
                      <a:pt x="34119" y="71096"/>
                    </a:lnTo>
                    <a:lnTo>
                      <a:pt x="25366" y="71096"/>
                    </a:lnTo>
                    <a:moveTo>
                      <a:pt x="30790" y="45266"/>
                    </a:moveTo>
                    <a:lnTo>
                      <a:pt x="36965" y="15732"/>
                    </a:lnTo>
                    <a:lnTo>
                      <a:pt x="10545" y="4526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29" name="Freihandform: Form 428">
                <a:extLst>
                  <a:ext uri="{FF2B5EF4-FFF2-40B4-BE49-F238E27FC236}">
                    <a16:creationId xmlns:a16="http://schemas.microsoft.com/office/drawing/2014/main" id="{CE825976-6823-1250-7FBC-CEC7D84838C1}"/>
                  </a:ext>
                </a:extLst>
              </p:cNvPr>
              <p:cNvSpPr/>
              <p:nvPr/>
            </p:nvSpPr>
            <p:spPr>
              <a:xfrm>
                <a:off x="7776814" y="4186218"/>
                <a:ext cx="48973" cy="72332"/>
              </a:xfrm>
              <a:custGeom>
                <a:avLst/>
                <a:gdLst>
                  <a:gd name="connsiteX0" fmla="*/ 293 w 48973"/>
                  <a:gd name="connsiteY0" fmla="*/ 48166 h 72332"/>
                  <a:gd name="connsiteX1" fmla="*/ 2978 w 48973"/>
                  <a:gd name="connsiteY1" fmla="*/ 29908 h 72332"/>
                  <a:gd name="connsiteX2" fmla="*/ 8992 w 48973"/>
                  <a:gd name="connsiteY2" fmla="*/ 15087 h 72332"/>
                  <a:gd name="connsiteX3" fmla="*/ 15758 w 48973"/>
                  <a:gd name="connsiteY3" fmla="*/ 6388 h 72332"/>
                  <a:gd name="connsiteX4" fmla="*/ 22739 w 48973"/>
                  <a:gd name="connsiteY4" fmla="*/ 1770 h 72332"/>
                  <a:gd name="connsiteX5" fmla="*/ 30257 w 48973"/>
                  <a:gd name="connsiteY5" fmla="*/ 266 h 72332"/>
                  <a:gd name="connsiteX6" fmla="*/ 43843 w 48973"/>
                  <a:gd name="connsiteY6" fmla="*/ 6334 h 72332"/>
                  <a:gd name="connsiteX7" fmla="*/ 49267 w 48973"/>
                  <a:gd name="connsiteY7" fmla="*/ 23787 h 72332"/>
                  <a:gd name="connsiteX8" fmla="*/ 45508 w 48973"/>
                  <a:gd name="connsiteY8" fmla="*/ 47038 h 72332"/>
                  <a:gd name="connsiteX9" fmla="*/ 33157 w 48973"/>
                  <a:gd name="connsiteY9" fmla="*/ 67444 h 72332"/>
                  <a:gd name="connsiteX10" fmla="*/ 19249 w 48973"/>
                  <a:gd name="connsiteY10" fmla="*/ 72599 h 72332"/>
                  <a:gd name="connsiteX11" fmla="*/ 5824 w 48973"/>
                  <a:gd name="connsiteY11" fmla="*/ 66370 h 72332"/>
                  <a:gd name="connsiteX12" fmla="*/ 293 w 48973"/>
                  <a:gd name="connsiteY12" fmla="*/ 48166 h 72332"/>
                  <a:gd name="connsiteX13" fmla="*/ 8777 w 48973"/>
                  <a:gd name="connsiteY13" fmla="*/ 50421 h 72332"/>
                  <a:gd name="connsiteX14" fmla="*/ 10925 w 48973"/>
                  <a:gd name="connsiteY14" fmla="*/ 60571 h 72332"/>
                  <a:gd name="connsiteX15" fmla="*/ 19678 w 48973"/>
                  <a:gd name="connsiteY15" fmla="*/ 65672 h 72332"/>
                  <a:gd name="connsiteX16" fmla="*/ 28915 w 48973"/>
                  <a:gd name="connsiteY16" fmla="*/ 61054 h 72332"/>
                  <a:gd name="connsiteX17" fmla="*/ 37936 w 48973"/>
                  <a:gd name="connsiteY17" fmla="*/ 42098 h 72332"/>
                  <a:gd name="connsiteX18" fmla="*/ 40943 w 48973"/>
                  <a:gd name="connsiteY18" fmla="*/ 21692 h 72332"/>
                  <a:gd name="connsiteX19" fmla="*/ 38044 w 48973"/>
                  <a:gd name="connsiteY19" fmla="*/ 10684 h 72332"/>
                  <a:gd name="connsiteX20" fmla="*/ 30311 w 48973"/>
                  <a:gd name="connsiteY20" fmla="*/ 7301 h 72332"/>
                  <a:gd name="connsiteX21" fmla="*/ 23813 w 48973"/>
                  <a:gd name="connsiteY21" fmla="*/ 9073 h 72332"/>
                  <a:gd name="connsiteX22" fmla="*/ 18067 w 48973"/>
                  <a:gd name="connsiteY22" fmla="*/ 15195 h 72332"/>
                  <a:gd name="connsiteX23" fmla="*/ 11248 w 48973"/>
                  <a:gd name="connsiteY23" fmla="*/ 33560 h 72332"/>
                  <a:gd name="connsiteX24" fmla="*/ 8777 w 48973"/>
                  <a:gd name="connsiteY24" fmla="*/ 5042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93" y="48166"/>
                    </a:moveTo>
                    <a:cubicBezTo>
                      <a:pt x="293" y="42205"/>
                      <a:pt x="1206" y="36084"/>
                      <a:pt x="2978" y="29908"/>
                    </a:cubicBezTo>
                    <a:cubicBezTo>
                      <a:pt x="4804" y="23733"/>
                      <a:pt x="6790" y="18793"/>
                      <a:pt x="8992" y="15087"/>
                    </a:cubicBezTo>
                    <a:cubicBezTo>
                      <a:pt x="11140" y="11382"/>
                      <a:pt x="13449" y="8482"/>
                      <a:pt x="15758" y="6388"/>
                    </a:cubicBezTo>
                    <a:cubicBezTo>
                      <a:pt x="18121" y="4294"/>
                      <a:pt x="20430" y="2736"/>
                      <a:pt x="22739" y="1770"/>
                    </a:cubicBezTo>
                    <a:cubicBezTo>
                      <a:pt x="24995" y="750"/>
                      <a:pt x="27518" y="266"/>
                      <a:pt x="30257" y="266"/>
                    </a:cubicBezTo>
                    <a:cubicBezTo>
                      <a:pt x="35681" y="266"/>
                      <a:pt x="40191" y="2307"/>
                      <a:pt x="43843" y="6334"/>
                    </a:cubicBezTo>
                    <a:cubicBezTo>
                      <a:pt x="47441" y="10362"/>
                      <a:pt x="49267" y="16161"/>
                      <a:pt x="49267" y="23787"/>
                    </a:cubicBezTo>
                    <a:cubicBezTo>
                      <a:pt x="49267" y="31573"/>
                      <a:pt x="48032" y="39359"/>
                      <a:pt x="45508" y="47038"/>
                    </a:cubicBezTo>
                    <a:cubicBezTo>
                      <a:pt x="42554" y="56114"/>
                      <a:pt x="38419" y="62933"/>
                      <a:pt x="33157" y="67444"/>
                    </a:cubicBezTo>
                    <a:cubicBezTo>
                      <a:pt x="29076" y="70881"/>
                      <a:pt x="24457" y="72599"/>
                      <a:pt x="19249" y="72599"/>
                    </a:cubicBezTo>
                    <a:cubicBezTo>
                      <a:pt x="13932" y="72599"/>
                      <a:pt x="9475" y="70559"/>
                      <a:pt x="5824" y="66370"/>
                    </a:cubicBezTo>
                    <a:cubicBezTo>
                      <a:pt x="2172" y="62182"/>
                      <a:pt x="293" y="56114"/>
                      <a:pt x="293" y="48166"/>
                    </a:cubicBezTo>
                    <a:moveTo>
                      <a:pt x="8777" y="50421"/>
                    </a:moveTo>
                    <a:cubicBezTo>
                      <a:pt x="8777" y="54771"/>
                      <a:pt x="9475" y="58154"/>
                      <a:pt x="10925" y="60571"/>
                    </a:cubicBezTo>
                    <a:cubicBezTo>
                      <a:pt x="12912" y="63954"/>
                      <a:pt x="15812" y="65672"/>
                      <a:pt x="19678" y="65672"/>
                    </a:cubicBezTo>
                    <a:cubicBezTo>
                      <a:pt x="23061" y="65672"/>
                      <a:pt x="26176" y="64115"/>
                      <a:pt x="28915" y="61054"/>
                    </a:cubicBezTo>
                    <a:cubicBezTo>
                      <a:pt x="32942" y="56758"/>
                      <a:pt x="35949" y="50421"/>
                      <a:pt x="37936" y="42098"/>
                    </a:cubicBezTo>
                    <a:cubicBezTo>
                      <a:pt x="39977" y="33775"/>
                      <a:pt x="40943" y="26955"/>
                      <a:pt x="40943" y="21692"/>
                    </a:cubicBezTo>
                    <a:cubicBezTo>
                      <a:pt x="40943" y="16591"/>
                      <a:pt x="39977" y="12939"/>
                      <a:pt x="38044" y="10684"/>
                    </a:cubicBezTo>
                    <a:cubicBezTo>
                      <a:pt x="36110" y="8429"/>
                      <a:pt x="33533" y="7301"/>
                      <a:pt x="30311" y="7301"/>
                    </a:cubicBezTo>
                    <a:cubicBezTo>
                      <a:pt x="28002" y="7301"/>
                      <a:pt x="25854" y="7892"/>
                      <a:pt x="23813" y="9073"/>
                    </a:cubicBezTo>
                    <a:cubicBezTo>
                      <a:pt x="21826" y="10254"/>
                      <a:pt x="19893" y="12295"/>
                      <a:pt x="18067" y="15195"/>
                    </a:cubicBezTo>
                    <a:cubicBezTo>
                      <a:pt x="15436" y="19330"/>
                      <a:pt x="13181" y="25451"/>
                      <a:pt x="11248" y="33560"/>
                    </a:cubicBezTo>
                    <a:cubicBezTo>
                      <a:pt x="9583" y="40541"/>
                      <a:pt x="8777" y="46125"/>
                      <a:pt x="8777" y="5042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0" name="Freihandform: Form 429">
                <a:extLst>
                  <a:ext uri="{FF2B5EF4-FFF2-40B4-BE49-F238E27FC236}">
                    <a16:creationId xmlns:a16="http://schemas.microsoft.com/office/drawing/2014/main" id="{26B514EB-26D5-AF7B-5466-ACA1A0618B90}"/>
                  </a:ext>
                </a:extLst>
              </p:cNvPr>
              <p:cNvSpPr/>
              <p:nvPr/>
            </p:nvSpPr>
            <p:spPr>
              <a:xfrm>
                <a:off x="7832300" y="4186218"/>
                <a:ext cx="48436" cy="72386"/>
              </a:xfrm>
              <a:custGeom>
                <a:avLst/>
                <a:gdLst>
                  <a:gd name="connsiteX0" fmla="*/ 15225 w 48436"/>
                  <a:gd name="connsiteY0" fmla="*/ 32486 h 72386"/>
                  <a:gd name="connsiteX1" fmla="*/ 9265 w 48436"/>
                  <a:gd name="connsiteY1" fmla="*/ 26901 h 72386"/>
                  <a:gd name="connsiteX2" fmla="*/ 7278 w 48436"/>
                  <a:gd name="connsiteY2" fmla="*/ 19544 h 72386"/>
                  <a:gd name="connsiteX3" fmla="*/ 11950 w 48436"/>
                  <a:gd name="connsiteY3" fmla="*/ 7677 h 72386"/>
                  <a:gd name="connsiteX4" fmla="*/ 28704 w 48436"/>
                  <a:gd name="connsiteY4" fmla="*/ 266 h 72386"/>
                  <a:gd name="connsiteX5" fmla="*/ 43364 w 48436"/>
                  <a:gd name="connsiteY5" fmla="*/ 5260 h 72386"/>
                  <a:gd name="connsiteX6" fmla="*/ 48734 w 48436"/>
                  <a:gd name="connsiteY6" fmla="*/ 17557 h 72386"/>
                  <a:gd name="connsiteX7" fmla="*/ 45834 w 48436"/>
                  <a:gd name="connsiteY7" fmla="*/ 26847 h 72386"/>
                  <a:gd name="connsiteX8" fmla="*/ 36759 w 48436"/>
                  <a:gd name="connsiteY8" fmla="*/ 33506 h 72386"/>
                  <a:gd name="connsiteX9" fmla="*/ 42880 w 48436"/>
                  <a:gd name="connsiteY9" fmla="*/ 39144 h 72386"/>
                  <a:gd name="connsiteX10" fmla="*/ 45243 w 48436"/>
                  <a:gd name="connsiteY10" fmla="*/ 48273 h 72386"/>
                  <a:gd name="connsiteX11" fmla="*/ 38477 w 48436"/>
                  <a:gd name="connsiteY11" fmla="*/ 65242 h 72386"/>
                  <a:gd name="connsiteX12" fmla="*/ 20542 w 48436"/>
                  <a:gd name="connsiteY12" fmla="*/ 72653 h 72386"/>
                  <a:gd name="connsiteX13" fmla="*/ 5935 w 48436"/>
                  <a:gd name="connsiteY13" fmla="*/ 67176 h 72386"/>
                  <a:gd name="connsiteX14" fmla="*/ 297 w 48436"/>
                  <a:gd name="connsiteY14" fmla="*/ 53375 h 72386"/>
                  <a:gd name="connsiteX15" fmla="*/ 4271 w 48436"/>
                  <a:gd name="connsiteY15" fmla="*/ 40004 h 72386"/>
                  <a:gd name="connsiteX16" fmla="*/ 15225 w 48436"/>
                  <a:gd name="connsiteY16" fmla="*/ 32486 h 72386"/>
                  <a:gd name="connsiteX17" fmla="*/ 15870 w 48436"/>
                  <a:gd name="connsiteY17" fmla="*/ 19974 h 72386"/>
                  <a:gd name="connsiteX18" fmla="*/ 18823 w 48436"/>
                  <a:gd name="connsiteY18" fmla="*/ 27277 h 72386"/>
                  <a:gd name="connsiteX19" fmla="*/ 26878 w 48436"/>
                  <a:gd name="connsiteY19" fmla="*/ 30069 h 72386"/>
                  <a:gd name="connsiteX20" fmla="*/ 36598 w 48436"/>
                  <a:gd name="connsiteY20" fmla="*/ 26418 h 72386"/>
                  <a:gd name="connsiteX21" fmla="*/ 40356 w 48436"/>
                  <a:gd name="connsiteY21" fmla="*/ 17450 h 72386"/>
                  <a:gd name="connsiteX22" fmla="*/ 37403 w 48436"/>
                  <a:gd name="connsiteY22" fmla="*/ 10093 h 72386"/>
                  <a:gd name="connsiteX23" fmla="*/ 29348 w 48436"/>
                  <a:gd name="connsiteY23" fmla="*/ 7301 h 72386"/>
                  <a:gd name="connsiteX24" fmla="*/ 22260 w 48436"/>
                  <a:gd name="connsiteY24" fmla="*/ 9073 h 72386"/>
                  <a:gd name="connsiteX25" fmla="*/ 17481 w 48436"/>
                  <a:gd name="connsiteY25" fmla="*/ 13906 h 72386"/>
                  <a:gd name="connsiteX26" fmla="*/ 15870 w 48436"/>
                  <a:gd name="connsiteY26" fmla="*/ 19974 h 72386"/>
                  <a:gd name="connsiteX27" fmla="*/ 9050 w 48436"/>
                  <a:gd name="connsiteY27" fmla="*/ 54127 h 72386"/>
                  <a:gd name="connsiteX28" fmla="*/ 10500 w 48436"/>
                  <a:gd name="connsiteY28" fmla="*/ 59765 h 72386"/>
                  <a:gd name="connsiteX29" fmla="*/ 14849 w 48436"/>
                  <a:gd name="connsiteY29" fmla="*/ 64061 h 72386"/>
                  <a:gd name="connsiteX30" fmla="*/ 21454 w 48436"/>
                  <a:gd name="connsiteY30" fmla="*/ 65672 h 72386"/>
                  <a:gd name="connsiteX31" fmla="*/ 32946 w 48436"/>
                  <a:gd name="connsiteY31" fmla="*/ 59013 h 72386"/>
                  <a:gd name="connsiteX32" fmla="*/ 36437 w 48436"/>
                  <a:gd name="connsiteY32" fmla="*/ 47736 h 72386"/>
                  <a:gd name="connsiteX33" fmla="*/ 33214 w 48436"/>
                  <a:gd name="connsiteY33" fmla="*/ 39682 h 72386"/>
                  <a:gd name="connsiteX34" fmla="*/ 24784 w 48436"/>
                  <a:gd name="connsiteY34" fmla="*/ 36513 h 72386"/>
                  <a:gd name="connsiteX35" fmla="*/ 13668 w 48436"/>
                  <a:gd name="connsiteY35" fmla="*/ 41400 h 72386"/>
                  <a:gd name="connsiteX36" fmla="*/ 9050 w 48436"/>
                  <a:gd name="connsiteY36" fmla="*/ 54127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25" y="32486"/>
                    </a:moveTo>
                    <a:cubicBezTo>
                      <a:pt x="12594" y="31036"/>
                      <a:pt x="10607" y="29156"/>
                      <a:pt x="9265" y="26901"/>
                    </a:cubicBezTo>
                    <a:cubicBezTo>
                      <a:pt x="7922" y="24592"/>
                      <a:pt x="7278" y="22176"/>
                      <a:pt x="7278" y="19544"/>
                    </a:cubicBezTo>
                    <a:cubicBezTo>
                      <a:pt x="7278" y="15302"/>
                      <a:pt x="8835" y="11328"/>
                      <a:pt x="11950" y="7677"/>
                    </a:cubicBezTo>
                    <a:cubicBezTo>
                      <a:pt x="16031" y="2736"/>
                      <a:pt x="21669" y="266"/>
                      <a:pt x="28704" y="266"/>
                    </a:cubicBezTo>
                    <a:cubicBezTo>
                      <a:pt x="34933" y="266"/>
                      <a:pt x="39820" y="1931"/>
                      <a:pt x="43364" y="5260"/>
                    </a:cubicBezTo>
                    <a:cubicBezTo>
                      <a:pt x="46961" y="8590"/>
                      <a:pt x="48734" y="12671"/>
                      <a:pt x="48734" y="17557"/>
                    </a:cubicBezTo>
                    <a:cubicBezTo>
                      <a:pt x="48734" y="20994"/>
                      <a:pt x="47767" y="24109"/>
                      <a:pt x="45834" y="26847"/>
                    </a:cubicBezTo>
                    <a:cubicBezTo>
                      <a:pt x="43901" y="29640"/>
                      <a:pt x="40894" y="31841"/>
                      <a:pt x="36759" y="33506"/>
                    </a:cubicBezTo>
                    <a:cubicBezTo>
                      <a:pt x="39605" y="35278"/>
                      <a:pt x="41645" y="37158"/>
                      <a:pt x="42880" y="39144"/>
                    </a:cubicBezTo>
                    <a:cubicBezTo>
                      <a:pt x="44438" y="41722"/>
                      <a:pt x="45243" y="44783"/>
                      <a:pt x="45243" y="48273"/>
                    </a:cubicBezTo>
                    <a:cubicBezTo>
                      <a:pt x="45243" y="54610"/>
                      <a:pt x="42988" y="60248"/>
                      <a:pt x="38477" y="65242"/>
                    </a:cubicBezTo>
                    <a:cubicBezTo>
                      <a:pt x="33966" y="70183"/>
                      <a:pt x="28006" y="72653"/>
                      <a:pt x="20542" y="72653"/>
                    </a:cubicBezTo>
                    <a:cubicBezTo>
                      <a:pt x="14581" y="72653"/>
                      <a:pt x="9694" y="70827"/>
                      <a:pt x="5935" y="67176"/>
                    </a:cubicBezTo>
                    <a:cubicBezTo>
                      <a:pt x="2176" y="63470"/>
                      <a:pt x="297" y="58906"/>
                      <a:pt x="297" y="53375"/>
                    </a:cubicBezTo>
                    <a:cubicBezTo>
                      <a:pt x="297" y="48220"/>
                      <a:pt x="1639" y="43763"/>
                      <a:pt x="4271" y="40004"/>
                    </a:cubicBezTo>
                    <a:cubicBezTo>
                      <a:pt x="6956" y="36298"/>
                      <a:pt x="10607" y="33775"/>
                      <a:pt x="15225" y="32486"/>
                    </a:cubicBezTo>
                    <a:moveTo>
                      <a:pt x="15870" y="19974"/>
                    </a:moveTo>
                    <a:cubicBezTo>
                      <a:pt x="15870" y="22981"/>
                      <a:pt x="16890" y="25397"/>
                      <a:pt x="18823" y="27277"/>
                    </a:cubicBezTo>
                    <a:cubicBezTo>
                      <a:pt x="20756" y="29103"/>
                      <a:pt x="23441" y="30069"/>
                      <a:pt x="26878" y="30069"/>
                    </a:cubicBezTo>
                    <a:cubicBezTo>
                      <a:pt x="30852" y="30069"/>
                      <a:pt x="34127" y="28834"/>
                      <a:pt x="36598" y="26418"/>
                    </a:cubicBezTo>
                    <a:cubicBezTo>
                      <a:pt x="39121" y="23948"/>
                      <a:pt x="40356" y="20994"/>
                      <a:pt x="40356" y="17450"/>
                    </a:cubicBezTo>
                    <a:cubicBezTo>
                      <a:pt x="40356" y="14443"/>
                      <a:pt x="39390" y="11973"/>
                      <a:pt x="37403" y="10093"/>
                    </a:cubicBezTo>
                    <a:cubicBezTo>
                      <a:pt x="35470" y="8214"/>
                      <a:pt x="32785" y="7301"/>
                      <a:pt x="29348" y="7301"/>
                    </a:cubicBezTo>
                    <a:cubicBezTo>
                      <a:pt x="26771" y="7301"/>
                      <a:pt x="24408" y="7892"/>
                      <a:pt x="22260" y="9073"/>
                    </a:cubicBezTo>
                    <a:cubicBezTo>
                      <a:pt x="20112" y="10254"/>
                      <a:pt x="18501" y="11865"/>
                      <a:pt x="17481" y="13906"/>
                    </a:cubicBezTo>
                    <a:cubicBezTo>
                      <a:pt x="16407" y="16000"/>
                      <a:pt x="15870" y="17987"/>
                      <a:pt x="15870" y="19974"/>
                    </a:cubicBezTo>
                    <a:moveTo>
                      <a:pt x="9050" y="54127"/>
                    </a:moveTo>
                    <a:cubicBezTo>
                      <a:pt x="9050" y="56060"/>
                      <a:pt x="9533" y="57993"/>
                      <a:pt x="10500" y="59765"/>
                    </a:cubicBezTo>
                    <a:cubicBezTo>
                      <a:pt x="11466" y="61591"/>
                      <a:pt x="12916" y="62987"/>
                      <a:pt x="14849" y="64061"/>
                    </a:cubicBezTo>
                    <a:cubicBezTo>
                      <a:pt x="16783" y="65135"/>
                      <a:pt x="18984" y="65672"/>
                      <a:pt x="21454" y="65672"/>
                    </a:cubicBezTo>
                    <a:cubicBezTo>
                      <a:pt x="26180" y="65672"/>
                      <a:pt x="29993" y="63470"/>
                      <a:pt x="32946" y="59013"/>
                    </a:cubicBezTo>
                    <a:cubicBezTo>
                      <a:pt x="35255" y="55523"/>
                      <a:pt x="36437" y="51764"/>
                      <a:pt x="36437" y="47736"/>
                    </a:cubicBezTo>
                    <a:cubicBezTo>
                      <a:pt x="36437" y="44461"/>
                      <a:pt x="35362" y="41776"/>
                      <a:pt x="33214" y="39682"/>
                    </a:cubicBezTo>
                    <a:cubicBezTo>
                      <a:pt x="31067" y="37587"/>
                      <a:pt x="28274" y="36513"/>
                      <a:pt x="24784" y="36513"/>
                    </a:cubicBezTo>
                    <a:cubicBezTo>
                      <a:pt x="20380" y="36513"/>
                      <a:pt x="16675" y="38178"/>
                      <a:pt x="13668" y="41400"/>
                    </a:cubicBezTo>
                    <a:cubicBezTo>
                      <a:pt x="10607" y="44676"/>
                      <a:pt x="9050" y="48918"/>
                      <a:pt x="9050" y="541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31" name="Grafik 4">
              <a:extLst>
                <a:ext uri="{FF2B5EF4-FFF2-40B4-BE49-F238E27FC236}">
                  <a16:creationId xmlns:a16="http://schemas.microsoft.com/office/drawing/2014/main" id="{53CF7250-45D6-829D-6AB9-C1788BA373CC}"/>
                </a:ext>
              </a:extLst>
            </p:cNvPr>
            <p:cNvGrpSpPr/>
            <p:nvPr/>
          </p:nvGrpSpPr>
          <p:grpSpPr>
            <a:xfrm>
              <a:off x="7660179" y="4312526"/>
              <a:ext cx="661942" cy="72386"/>
              <a:chOff x="7660179" y="4312526"/>
              <a:chExt cx="661942" cy="72386"/>
            </a:xfrm>
            <a:solidFill>
              <a:srgbClr val="000000"/>
            </a:solidFill>
          </p:grpSpPr>
          <p:sp>
            <p:nvSpPr>
              <p:cNvPr id="432" name="Freihandform: Form 431">
                <a:extLst>
                  <a:ext uri="{FF2B5EF4-FFF2-40B4-BE49-F238E27FC236}">
                    <a16:creationId xmlns:a16="http://schemas.microsoft.com/office/drawing/2014/main" id="{3425EFE0-098D-C98E-51E9-884891019F5B}"/>
                  </a:ext>
                </a:extLst>
              </p:cNvPr>
              <p:cNvSpPr/>
              <p:nvPr/>
            </p:nvSpPr>
            <p:spPr>
              <a:xfrm>
                <a:off x="7660179" y="4312848"/>
                <a:ext cx="79206" cy="70829"/>
              </a:xfrm>
              <a:custGeom>
                <a:avLst/>
                <a:gdLst>
                  <a:gd name="connsiteX0" fmla="*/ 285 w 79206"/>
                  <a:gd name="connsiteY0" fmla="*/ 71105 h 70829"/>
                  <a:gd name="connsiteX1" fmla="*/ 34116 w 79206"/>
                  <a:gd name="connsiteY1" fmla="*/ 35287 h 70829"/>
                  <a:gd name="connsiteX2" fmla="*/ 14032 w 79206"/>
                  <a:gd name="connsiteY2" fmla="*/ 275 h 70829"/>
                  <a:gd name="connsiteX3" fmla="*/ 24450 w 79206"/>
                  <a:gd name="connsiteY3" fmla="*/ 275 h 70829"/>
                  <a:gd name="connsiteX4" fmla="*/ 33579 w 79206"/>
                  <a:gd name="connsiteY4" fmla="*/ 16278 h 70829"/>
                  <a:gd name="connsiteX5" fmla="*/ 37767 w 79206"/>
                  <a:gd name="connsiteY5" fmla="*/ 23688 h 70829"/>
                  <a:gd name="connsiteX6" fmla="*/ 40506 w 79206"/>
                  <a:gd name="connsiteY6" fmla="*/ 29327 h 70829"/>
                  <a:gd name="connsiteX7" fmla="*/ 51568 w 79206"/>
                  <a:gd name="connsiteY7" fmla="*/ 16654 h 70829"/>
                  <a:gd name="connsiteX8" fmla="*/ 67141 w 79206"/>
                  <a:gd name="connsiteY8" fmla="*/ 275 h 70829"/>
                  <a:gd name="connsiteX9" fmla="*/ 79492 w 79206"/>
                  <a:gd name="connsiteY9" fmla="*/ 275 h 70829"/>
                  <a:gd name="connsiteX10" fmla="*/ 45231 w 79206"/>
                  <a:gd name="connsiteY10" fmla="*/ 36845 h 70829"/>
                  <a:gd name="connsiteX11" fmla="*/ 64671 w 79206"/>
                  <a:gd name="connsiteY11" fmla="*/ 71105 h 70829"/>
                  <a:gd name="connsiteX12" fmla="*/ 54360 w 79206"/>
                  <a:gd name="connsiteY12" fmla="*/ 71105 h 70829"/>
                  <a:gd name="connsiteX13" fmla="*/ 42869 w 79206"/>
                  <a:gd name="connsiteY13" fmla="*/ 50377 h 70829"/>
                  <a:gd name="connsiteX14" fmla="*/ 38949 w 79206"/>
                  <a:gd name="connsiteY14" fmla="*/ 42537 h 70829"/>
                  <a:gd name="connsiteX15" fmla="*/ 32612 w 79206"/>
                  <a:gd name="connsiteY15" fmla="*/ 50055 h 70829"/>
                  <a:gd name="connsiteX16" fmla="*/ 12797 w 79206"/>
                  <a:gd name="connsiteY16" fmla="*/ 7110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85" y="71105"/>
                    </a:moveTo>
                    <a:lnTo>
                      <a:pt x="34116" y="35287"/>
                    </a:lnTo>
                    <a:lnTo>
                      <a:pt x="14032" y="275"/>
                    </a:lnTo>
                    <a:lnTo>
                      <a:pt x="24450" y="275"/>
                    </a:lnTo>
                    <a:lnTo>
                      <a:pt x="33579" y="16278"/>
                    </a:lnTo>
                    <a:cubicBezTo>
                      <a:pt x="35995" y="20520"/>
                      <a:pt x="37391" y="22990"/>
                      <a:pt x="37767" y="23688"/>
                    </a:cubicBezTo>
                    <a:cubicBezTo>
                      <a:pt x="38573" y="25299"/>
                      <a:pt x="39539" y="27179"/>
                      <a:pt x="40506" y="29327"/>
                    </a:cubicBezTo>
                    <a:cubicBezTo>
                      <a:pt x="42922" y="26105"/>
                      <a:pt x="46574" y="21916"/>
                      <a:pt x="51568" y="16654"/>
                    </a:cubicBezTo>
                    <a:lnTo>
                      <a:pt x="67141" y="275"/>
                    </a:lnTo>
                    <a:lnTo>
                      <a:pt x="79492" y="275"/>
                    </a:lnTo>
                    <a:lnTo>
                      <a:pt x="45231" y="36845"/>
                    </a:lnTo>
                    <a:lnTo>
                      <a:pt x="64671" y="71105"/>
                    </a:lnTo>
                    <a:lnTo>
                      <a:pt x="54360" y="71105"/>
                    </a:lnTo>
                    <a:lnTo>
                      <a:pt x="42869" y="50377"/>
                    </a:lnTo>
                    <a:cubicBezTo>
                      <a:pt x="41741" y="48336"/>
                      <a:pt x="40452" y="45759"/>
                      <a:pt x="38949" y="42537"/>
                    </a:cubicBezTo>
                    <a:cubicBezTo>
                      <a:pt x="37230" y="44900"/>
                      <a:pt x="35082" y="47370"/>
                      <a:pt x="32612" y="50055"/>
                    </a:cubicBezTo>
                    <a:lnTo>
                      <a:pt x="12797" y="7110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3" name="Freihandform: Form 432">
                <a:extLst>
                  <a:ext uri="{FF2B5EF4-FFF2-40B4-BE49-F238E27FC236}">
                    <a16:creationId xmlns:a16="http://schemas.microsoft.com/office/drawing/2014/main" id="{AD9B88F6-2350-2782-1E54-D4D54BD78F2C}"/>
                  </a:ext>
                </a:extLst>
              </p:cNvPr>
              <p:cNvSpPr/>
              <p:nvPr/>
            </p:nvSpPr>
            <p:spPr>
              <a:xfrm>
                <a:off x="7733563" y="4312848"/>
                <a:ext cx="64815" cy="70829"/>
              </a:xfrm>
              <a:custGeom>
                <a:avLst/>
                <a:gdLst>
                  <a:gd name="connsiteX0" fmla="*/ 290 w 64815"/>
                  <a:gd name="connsiteY0" fmla="*/ 71105 h 70829"/>
                  <a:gd name="connsiteX1" fmla="*/ 15111 w 64815"/>
                  <a:gd name="connsiteY1" fmla="*/ 275 h 70829"/>
                  <a:gd name="connsiteX2" fmla="*/ 44699 w 64815"/>
                  <a:gd name="connsiteY2" fmla="*/ 275 h 70829"/>
                  <a:gd name="connsiteX3" fmla="*/ 56245 w 64815"/>
                  <a:gd name="connsiteY3" fmla="*/ 1994 h 70829"/>
                  <a:gd name="connsiteX4" fmla="*/ 62581 w 64815"/>
                  <a:gd name="connsiteY4" fmla="*/ 8062 h 70829"/>
                  <a:gd name="connsiteX5" fmla="*/ 65105 w 64815"/>
                  <a:gd name="connsiteY5" fmla="*/ 17674 h 70829"/>
                  <a:gd name="connsiteX6" fmla="*/ 63333 w 64815"/>
                  <a:gd name="connsiteY6" fmla="*/ 26588 h 70829"/>
                  <a:gd name="connsiteX7" fmla="*/ 58822 w 64815"/>
                  <a:gd name="connsiteY7" fmla="*/ 34106 h 70829"/>
                  <a:gd name="connsiteX8" fmla="*/ 53291 w 64815"/>
                  <a:gd name="connsiteY8" fmla="*/ 38509 h 70829"/>
                  <a:gd name="connsiteX9" fmla="*/ 47277 w 64815"/>
                  <a:gd name="connsiteY9" fmla="*/ 40765 h 70829"/>
                  <a:gd name="connsiteX10" fmla="*/ 33476 w 64815"/>
                  <a:gd name="connsiteY10" fmla="*/ 42322 h 70829"/>
                  <a:gd name="connsiteX11" fmla="*/ 15755 w 64815"/>
                  <a:gd name="connsiteY11" fmla="*/ 42322 h 70829"/>
                  <a:gd name="connsiteX12" fmla="*/ 9795 w 64815"/>
                  <a:gd name="connsiteY12" fmla="*/ 71105 h 70829"/>
                  <a:gd name="connsiteX13" fmla="*/ 290 w 64815"/>
                  <a:gd name="connsiteY13" fmla="*/ 71105 h 70829"/>
                  <a:gd name="connsiteX14" fmla="*/ 17474 w 64815"/>
                  <a:gd name="connsiteY14" fmla="*/ 34321 h 70829"/>
                  <a:gd name="connsiteX15" fmla="*/ 33047 w 64815"/>
                  <a:gd name="connsiteY15" fmla="*/ 34321 h 70829"/>
                  <a:gd name="connsiteX16" fmla="*/ 46418 w 64815"/>
                  <a:gd name="connsiteY16" fmla="*/ 32388 h 70829"/>
                  <a:gd name="connsiteX17" fmla="*/ 53237 w 64815"/>
                  <a:gd name="connsiteY17" fmla="*/ 26427 h 70829"/>
                  <a:gd name="connsiteX18" fmla="*/ 55761 w 64815"/>
                  <a:gd name="connsiteY18" fmla="*/ 17889 h 70829"/>
                  <a:gd name="connsiteX19" fmla="*/ 54419 w 64815"/>
                  <a:gd name="connsiteY19" fmla="*/ 12197 h 70829"/>
                  <a:gd name="connsiteX20" fmla="*/ 50606 w 64815"/>
                  <a:gd name="connsiteY20" fmla="*/ 8975 h 70829"/>
                  <a:gd name="connsiteX21" fmla="*/ 41155 w 64815"/>
                  <a:gd name="connsiteY21" fmla="*/ 7954 h 70829"/>
                  <a:gd name="connsiteX22" fmla="*/ 22951 w 64815"/>
                  <a:gd name="connsiteY22" fmla="*/ 7954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290" y="71105"/>
                    </a:moveTo>
                    <a:lnTo>
                      <a:pt x="15111" y="275"/>
                    </a:lnTo>
                    <a:lnTo>
                      <a:pt x="44699" y="275"/>
                    </a:lnTo>
                    <a:cubicBezTo>
                      <a:pt x="49854" y="275"/>
                      <a:pt x="53667" y="866"/>
                      <a:pt x="56245" y="1994"/>
                    </a:cubicBezTo>
                    <a:cubicBezTo>
                      <a:pt x="58822" y="3175"/>
                      <a:pt x="60916" y="5216"/>
                      <a:pt x="62581" y="8062"/>
                    </a:cubicBezTo>
                    <a:cubicBezTo>
                      <a:pt x="64246" y="10908"/>
                      <a:pt x="65105" y="14130"/>
                      <a:pt x="65105" y="17674"/>
                    </a:cubicBezTo>
                    <a:cubicBezTo>
                      <a:pt x="65105" y="20574"/>
                      <a:pt x="64514" y="23581"/>
                      <a:pt x="63333" y="26588"/>
                    </a:cubicBezTo>
                    <a:cubicBezTo>
                      <a:pt x="62151" y="29649"/>
                      <a:pt x="60648" y="32119"/>
                      <a:pt x="58822" y="34106"/>
                    </a:cubicBezTo>
                    <a:cubicBezTo>
                      <a:pt x="56996" y="36039"/>
                      <a:pt x="55117" y="37543"/>
                      <a:pt x="53291" y="38509"/>
                    </a:cubicBezTo>
                    <a:cubicBezTo>
                      <a:pt x="51412" y="39530"/>
                      <a:pt x="49425" y="40281"/>
                      <a:pt x="47277" y="40765"/>
                    </a:cubicBezTo>
                    <a:cubicBezTo>
                      <a:pt x="42712" y="41839"/>
                      <a:pt x="38148" y="42322"/>
                      <a:pt x="33476" y="42322"/>
                    </a:cubicBezTo>
                    <a:lnTo>
                      <a:pt x="15755" y="42322"/>
                    </a:lnTo>
                    <a:lnTo>
                      <a:pt x="9795" y="71105"/>
                    </a:lnTo>
                    <a:lnTo>
                      <a:pt x="290" y="71105"/>
                    </a:lnTo>
                    <a:moveTo>
                      <a:pt x="17474" y="34321"/>
                    </a:moveTo>
                    <a:lnTo>
                      <a:pt x="33047" y="34321"/>
                    </a:lnTo>
                    <a:cubicBezTo>
                      <a:pt x="39114" y="34321"/>
                      <a:pt x="43572" y="33676"/>
                      <a:pt x="46418" y="32388"/>
                    </a:cubicBezTo>
                    <a:cubicBezTo>
                      <a:pt x="49264" y="31045"/>
                      <a:pt x="51519" y="29058"/>
                      <a:pt x="53237" y="26427"/>
                    </a:cubicBezTo>
                    <a:cubicBezTo>
                      <a:pt x="54902" y="23742"/>
                      <a:pt x="55761" y="20896"/>
                      <a:pt x="55761" y="17889"/>
                    </a:cubicBezTo>
                    <a:cubicBezTo>
                      <a:pt x="55761" y="15580"/>
                      <a:pt x="55332" y="13700"/>
                      <a:pt x="54419" y="12197"/>
                    </a:cubicBezTo>
                    <a:cubicBezTo>
                      <a:pt x="53506" y="10747"/>
                      <a:pt x="52271" y="9673"/>
                      <a:pt x="50606" y="8975"/>
                    </a:cubicBezTo>
                    <a:cubicBezTo>
                      <a:pt x="48942" y="8277"/>
                      <a:pt x="45827" y="7954"/>
                      <a:pt x="41155" y="7954"/>
                    </a:cubicBezTo>
                    <a:lnTo>
                      <a:pt x="22951" y="795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4" name="Freihandform: Form 433">
                <a:extLst>
                  <a:ext uri="{FF2B5EF4-FFF2-40B4-BE49-F238E27FC236}">
                    <a16:creationId xmlns:a16="http://schemas.microsoft.com/office/drawing/2014/main" id="{EE83098F-93D2-5FE2-7A29-0F0D7FE7CA25}"/>
                  </a:ext>
                </a:extLst>
              </p:cNvPr>
              <p:cNvSpPr/>
              <p:nvPr/>
            </p:nvSpPr>
            <p:spPr>
              <a:xfrm>
                <a:off x="7829809" y="4312526"/>
                <a:ext cx="48973" cy="72332"/>
              </a:xfrm>
              <a:custGeom>
                <a:avLst/>
                <a:gdLst>
                  <a:gd name="connsiteX0" fmla="*/ 297 w 48973"/>
                  <a:gd name="connsiteY0" fmla="*/ 48175 h 72332"/>
                  <a:gd name="connsiteX1" fmla="*/ 2982 w 48973"/>
                  <a:gd name="connsiteY1" fmla="*/ 29917 h 72332"/>
                  <a:gd name="connsiteX2" fmla="*/ 8996 w 48973"/>
                  <a:gd name="connsiteY2" fmla="*/ 15096 h 72332"/>
                  <a:gd name="connsiteX3" fmla="*/ 15762 w 48973"/>
                  <a:gd name="connsiteY3" fmla="*/ 6397 h 72332"/>
                  <a:gd name="connsiteX4" fmla="*/ 22743 w 48973"/>
                  <a:gd name="connsiteY4" fmla="*/ 1779 h 72332"/>
                  <a:gd name="connsiteX5" fmla="*/ 30261 w 48973"/>
                  <a:gd name="connsiteY5" fmla="*/ 275 h 72332"/>
                  <a:gd name="connsiteX6" fmla="*/ 43847 w 48973"/>
                  <a:gd name="connsiteY6" fmla="*/ 6343 h 72332"/>
                  <a:gd name="connsiteX7" fmla="*/ 49270 w 48973"/>
                  <a:gd name="connsiteY7" fmla="*/ 23796 h 72332"/>
                  <a:gd name="connsiteX8" fmla="*/ 45512 w 48973"/>
                  <a:gd name="connsiteY8" fmla="*/ 47047 h 72332"/>
                  <a:gd name="connsiteX9" fmla="*/ 33161 w 48973"/>
                  <a:gd name="connsiteY9" fmla="*/ 67453 h 72332"/>
                  <a:gd name="connsiteX10" fmla="*/ 19253 w 48973"/>
                  <a:gd name="connsiteY10" fmla="*/ 72608 h 72332"/>
                  <a:gd name="connsiteX11" fmla="*/ 5828 w 48973"/>
                  <a:gd name="connsiteY11" fmla="*/ 66379 h 72332"/>
                  <a:gd name="connsiteX12" fmla="*/ 297 w 48973"/>
                  <a:gd name="connsiteY12" fmla="*/ 48175 h 72332"/>
                  <a:gd name="connsiteX13" fmla="*/ 8781 w 48973"/>
                  <a:gd name="connsiteY13" fmla="*/ 50431 h 72332"/>
                  <a:gd name="connsiteX14" fmla="*/ 10929 w 48973"/>
                  <a:gd name="connsiteY14" fmla="*/ 60580 h 72332"/>
                  <a:gd name="connsiteX15" fmla="*/ 19682 w 48973"/>
                  <a:gd name="connsiteY15" fmla="*/ 65681 h 72332"/>
                  <a:gd name="connsiteX16" fmla="*/ 28918 w 48973"/>
                  <a:gd name="connsiteY16" fmla="*/ 61063 h 72332"/>
                  <a:gd name="connsiteX17" fmla="*/ 37940 w 48973"/>
                  <a:gd name="connsiteY17" fmla="*/ 42107 h 72332"/>
                  <a:gd name="connsiteX18" fmla="*/ 40947 w 48973"/>
                  <a:gd name="connsiteY18" fmla="*/ 21701 h 72332"/>
                  <a:gd name="connsiteX19" fmla="*/ 38047 w 48973"/>
                  <a:gd name="connsiteY19" fmla="*/ 10693 h 72332"/>
                  <a:gd name="connsiteX20" fmla="*/ 30315 w 48973"/>
                  <a:gd name="connsiteY20" fmla="*/ 7310 h 72332"/>
                  <a:gd name="connsiteX21" fmla="*/ 23817 w 48973"/>
                  <a:gd name="connsiteY21" fmla="*/ 9082 h 72332"/>
                  <a:gd name="connsiteX22" fmla="*/ 18071 w 48973"/>
                  <a:gd name="connsiteY22" fmla="*/ 15204 h 72332"/>
                  <a:gd name="connsiteX23" fmla="*/ 11251 w 48973"/>
                  <a:gd name="connsiteY23" fmla="*/ 33569 h 72332"/>
                  <a:gd name="connsiteX24" fmla="*/ 8781 w 48973"/>
                  <a:gd name="connsiteY24" fmla="*/ 5043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97" y="48175"/>
                    </a:moveTo>
                    <a:cubicBezTo>
                      <a:pt x="297" y="42215"/>
                      <a:pt x="1210" y="36093"/>
                      <a:pt x="2982" y="29917"/>
                    </a:cubicBezTo>
                    <a:cubicBezTo>
                      <a:pt x="4807" y="23742"/>
                      <a:pt x="6794" y="18802"/>
                      <a:pt x="8996" y="15096"/>
                    </a:cubicBezTo>
                    <a:cubicBezTo>
                      <a:pt x="11144" y="11391"/>
                      <a:pt x="13453" y="8492"/>
                      <a:pt x="15762" y="6397"/>
                    </a:cubicBezTo>
                    <a:cubicBezTo>
                      <a:pt x="18125" y="4303"/>
                      <a:pt x="20434" y="2746"/>
                      <a:pt x="22743" y="1779"/>
                    </a:cubicBezTo>
                    <a:cubicBezTo>
                      <a:pt x="24998" y="759"/>
                      <a:pt x="27522" y="275"/>
                      <a:pt x="30261" y="275"/>
                    </a:cubicBezTo>
                    <a:cubicBezTo>
                      <a:pt x="35685" y="275"/>
                      <a:pt x="40195" y="2316"/>
                      <a:pt x="43847" y="6343"/>
                    </a:cubicBezTo>
                    <a:cubicBezTo>
                      <a:pt x="47445" y="10371"/>
                      <a:pt x="49270" y="16170"/>
                      <a:pt x="49270" y="23796"/>
                    </a:cubicBezTo>
                    <a:cubicBezTo>
                      <a:pt x="49270" y="31582"/>
                      <a:pt x="48035" y="39369"/>
                      <a:pt x="45512" y="47047"/>
                    </a:cubicBezTo>
                    <a:cubicBezTo>
                      <a:pt x="42558" y="56123"/>
                      <a:pt x="38423" y="62943"/>
                      <a:pt x="33161" y="67453"/>
                    </a:cubicBezTo>
                    <a:cubicBezTo>
                      <a:pt x="29080" y="70890"/>
                      <a:pt x="24461" y="72608"/>
                      <a:pt x="19253" y="72608"/>
                    </a:cubicBezTo>
                    <a:cubicBezTo>
                      <a:pt x="13936" y="72608"/>
                      <a:pt x="9479" y="70568"/>
                      <a:pt x="5828" y="66379"/>
                    </a:cubicBezTo>
                    <a:cubicBezTo>
                      <a:pt x="2176" y="62191"/>
                      <a:pt x="297" y="56123"/>
                      <a:pt x="297" y="48175"/>
                    </a:cubicBezTo>
                    <a:moveTo>
                      <a:pt x="8781" y="50431"/>
                    </a:moveTo>
                    <a:cubicBezTo>
                      <a:pt x="8781" y="54780"/>
                      <a:pt x="9479" y="58163"/>
                      <a:pt x="10929" y="60580"/>
                    </a:cubicBezTo>
                    <a:cubicBezTo>
                      <a:pt x="12916" y="63963"/>
                      <a:pt x="15816" y="65681"/>
                      <a:pt x="19682" y="65681"/>
                    </a:cubicBezTo>
                    <a:cubicBezTo>
                      <a:pt x="23065" y="65681"/>
                      <a:pt x="26180" y="64124"/>
                      <a:pt x="28918" y="61063"/>
                    </a:cubicBezTo>
                    <a:cubicBezTo>
                      <a:pt x="32946" y="56767"/>
                      <a:pt x="35953" y="50431"/>
                      <a:pt x="37940" y="42107"/>
                    </a:cubicBezTo>
                    <a:cubicBezTo>
                      <a:pt x="39980" y="33784"/>
                      <a:pt x="40947" y="26964"/>
                      <a:pt x="40947" y="21701"/>
                    </a:cubicBezTo>
                    <a:cubicBezTo>
                      <a:pt x="40947" y="16600"/>
                      <a:pt x="39980" y="12948"/>
                      <a:pt x="38047" y="10693"/>
                    </a:cubicBezTo>
                    <a:cubicBezTo>
                      <a:pt x="36114" y="8438"/>
                      <a:pt x="33537" y="7310"/>
                      <a:pt x="30315" y="7310"/>
                    </a:cubicBezTo>
                    <a:cubicBezTo>
                      <a:pt x="28006" y="7310"/>
                      <a:pt x="25858" y="7901"/>
                      <a:pt x="23817" y="9082"/>
                    </a:cubicBezTo>
                    <a:cubicBezTo>
                      <a:pt x="21830" y="10263"/>
                      <a:pt x="19897" y="12304"/>
                      <a:pt x="18071" y="15204"/>
                    </a:cubicBezTo>
                    <a:cubicBezTo>
                      <a:pt x="15440" y="19339"/>
                      <a:pt x="13185" y="25460"/>
                      <a:pt x="11251" y="33569"/>
                    </a:cubicBezTo>
                    <a:cubicBezTo>
                      <a:pt x="9587" y="40550"/>
                      <a:pt x="8781" y="46135"/>
                      <a:pt x="8781" y="504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5" name="Freihandform: Form 434">
                <a:extLst>
                  <a:ext uri="{FF2B5EF4-FFF2-40B4-BE49-F238E27FC236}">
                    <a16:creationId xmlns:a16="http://schemas.microsoft.com/office/drawing/2014/main" id="{EAF9D0C0-987E-D7E7-E037-9C42968C1516}"/>
                  </a:ext>
                </a:extLst>
              </p:cNvPr>
              <p:cNvSpPr/>
              <p:nvPr/>
            </p:nvSpPr>
            <p:spPr>
              <a:xfrm>
                <a:off x="7884866" y="4312526"/>
                <a:ext cx="48973" cy="72332"/>
              </a:xfrm>
              <a:custGeom>
                <a:avLst/>
                <a:gdLst>
                  <a:gd name="connsiteX0" fmla="*/ 301 w 48973"/>
                  <a:gd name="connsiteY0" fmla="*/ 48175 h 72332"/>
                  <a:gd name="connsiteX1" fmla="*/ 2986 w 48973"/>
                  <a:gd name="connsiteY1" fmla="*/ 29917 h 72332"/>
                  <a:gd name="connsiteX2" fmla="*/ 9000 w 48973"/>
                  <a:gd name="connsiteY2" fmla="*/ 15096 h 72332"/>
                  <a:gd name="connsiteX3" fmla="*/ 15766 w 48973"/>
                  <a:gd name="connsiteY3" fmla="*/ 6397 h 72332"/>
                  <a:gd name="connsiteX4" fmla="*/ 22747 w 48973"/>
                  <a:gd name="connsiteY4" fmla="*/ 1779 h 72332"/>
                  <a:gd name="connsiteX5" fmla="*/ 30265 w 48973"/>
                  <a:gd name="connsiteY5" fmla="*/ 275 h 72332"/>
                  <a:gd name="connsiteX6" fmla="*/ 43851 w 48973"/>
                  <a:gd name="connsiteY6" fmla="*/ 6343 h 72332"/>
                  <a:gd name="connsiteX7" fmla="*/ 49274 w 48973"/>
                  <a:gd name="connsiteY7" fmla="*/ 23796 h 72332"/>
                  <a:gd name="connsiteX8" fmla="*/ 45516 w 48973"/>
                  <a:gd name="connsiteY8" fmla="*/ 47047 h 72332"/>
                  <a:gd name="connsiteX9" fmla="*/ 33165 w 48973"/>
                  <a:gd name="connsiteY9" fmla="*/ 67453 h 72332"/>
                  <a:gd name="connsiteX10" fmla="*/ 19257 w 48973"/>
                  <a:gd name="connsiteY10" fmla="*/ 72608 h 72332"/>
                  <a:gd name="connsiteX11" fmla="*/ 5832 w 48973"/>
                  <a:gd name="connsiteY11" fmla="*/ 66379 h 72332"/>
                  <a:gd name="connsiteX12" fmla="*/ 301 w 48973"/>
                  <a:gd name="connsiteY12" fmla="*/ 48175 h 72332"/>
                  <a:gd name="connsiteX13" fmla="*/ 8785 w 48973"/>
                  <a:gd name="connsiteY13" fmla="*/ 50431 h 72332"/>
                  <a:gd name="connsiteX14" fmla="*/ 10933 w 48973"/>
                  <a:gd name="connsiteY14" fmla="*/ 60580 h 72332"/>
                  <a:gd name="connsiteX15" fmla="*/ 19686 w 48973"/>
                  <a:gd name="connsiteY15" fmla="*/ 65681 h 72332"/>
                  <a:gd name="connsiteX16" fmla="*/ 28922 w 48973"/>
                  <a:gd name="connsiteY16" fmla="*/ 61063 h 72332"/>
                  <a:gd name="connsiteX17" fmla="*/ 37944 w 48973"/>
                  <a:gd name="connsiteY17" fmla="*/ 42107 h 72332"/>
                  <a:gd name="connsiteX18" fmla="*/ 40951 w 48973"/>
                  <a:gd name="connsiteY18" fmla="*/ 21701 h 72332"/>
                  <a:gd name="connsiteX19" fmla="*/ 38051 w 48973"/>
                  <a:gd name="connsiteY19" fmla="*/ 10693 h 72332"/>
                  <a:gd name="connsiteX20" fmla="*/ 30319 w 48973"/>
                  <a:gd name="connsiteY20" fmla="*/ 7310 h 72332"/>
                  <a:gd name="connsiteX21" fmla="*/ 23821 w 48973"/>
                  <a:gd name="connsiteY21" fmla="*/ 9082 h 72332"/>
                  <a:gd name="connsiteX22" fmla="*/ 18075 w 48973"/>
                  <a:gd name="connsiteY22" fmla="*/ 15204 h 72332"/>
                  <a:gd name="connsiteX23" fmla="*/ 11255 w 48973"/>
                  <a:gd name="connsiteY23" fmla="*/ 33569 h 72332"/>
                  <a:gd name="connsiteX24" fmla="*/ 8785 w 48973"/>
                  <a:gd name="connsiteY24" fmla="*/ 5043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01" y="48175"/>
                    </a:moveTo>
                    <a:cubicBezTo>
                      <a:pt x="301" y="42215"/>
                      <a:pt x="1214" y="36093"/>
                      <a:pt x="2986" y="29917"/>
                    </a:cubicBezTo>
                    <a:cubicBezTo>
                      <a:pt x="4811" y="23742"/>
                      <a:pt x="6798" y="18802"/>
                      <a:pt x="9000" y="15096"/>
                    </a:cubicBezTo>
                    <a:cubicBezTo>
                      <a:pt x="11148" y="11391"/>
                      <a:pt x="13457" y="8492"/>
                      <a:pt x="15766" y="6397"/>
                    </a:cubicBezTo>
                    <a:cubicBezTo>
                      <a:pt x="18129" y="4303"/>
                      <a:pt x="20438" y="2746"/>
                      <a:pt x="22747" y="1779"/>
                    </a:cubicBezTo>
                    <a:cubicBezTo>
                      <a:pt x="25002" y="759"/>
                      <a:pt x="27526" y="275"/>
                      <a:pt x="30265" y="275"/>
                    </a:cubicBezTo>
                    <a:cubicBezTo>
                      <a:pt x="35689" y="275"/>
                      <a:pt x="40199" y="2316"/>
                      <a:pt x="43851" y="6343"/>
                    </a:cubicBezTo>
                    <a:cubicBezTo>
                      <a:pt x="47449" y="10371"/>
                      <a:pt x="49274" y="16170"/>
                      <a:pt x="49274" y="23796"/>
                    </a:cubicBezTo>
                    <a:cubicBezTo>
                      <a:pt x="49274" y="31582"/>
                      <a:pt x="48039" y="39369"/>
                      <a:pt x="45516" y="47047"/>
                    </a:cubicBezTo>
                    <a:cubicBezTo>
                      <a:pt x="42562" y="56123"/>
                      <a:pt x="38427" y="62943"/>
                      <a:pt x="33165" y="67453"/>
                    </a:cubicBezTo>
                    <a:cubicBezTo>
                      <a:pt x="29084" y="70890"/>
                      <a:pt x="24465" y="72608"/>
                      <a:pt x="19257" y="72608"/>
                    </a:cubicBezTo>
                    <a:cubicBezTo>
                      <a:pt x="13940" y="72608"/>
                      <a:pt x="9483" y="70568"/>
                      <a:pt x="5832" y="66379"/>
                    </a:cubicBezTo>
                    <a:cubicBezTo>
                      <a:pt x="2180" y="62191"/>
                      <a:pt x="301" y="56123"/>
                      <a:pt x="301" y="48175"/>
                    </a:cubicBezTo>
                    <a:moveTo>
                      <a:pt x="8785" y="50431"/>
                    </a:moveTo>
                    <a:cubicBezTo>
                      <a:pt x="8785" y="54780"/>
                      <a:pt x="9483" y="58163"/>
                      <a:pt x="10933" y="60580"/>
                    </a:cubicBezTo>
                    <a:cubicBezTo>
                      <a:pt x="12920" y="63963"/>
                      <a:pt x="15820" y="65681"/>
                      <a:pt x="19686" y="65681"/>
                    </a:cubicBezTo>
                    <a:cubicBezTo>
                      <a:pt x="23069" y="65681"/>
                      <a:pt x="26184" y="64124"/>
                      <a:pt x="28922" y="61063"/>
                    </a:cubicBezTo>
                    <a:cubicBezTo>
                      <a:pt x="32950" y="56767"/>
                      <a:pt x="35957" y="50431"/>
                      <a:pt x="37944" y="42107"/>
                    </a:cubicBezTo>
                    <a:cubicBezTo>
                      <a:pt x="39984" y="33784"/>
                      <a:pt x="40951" y="26964"/>
                      <a:pt x="40951" y="21701"/>
                    </a:cubicBezTo>
                    <a:cubicBezTo>
                      <a:pt x="40951" y="16600"/>
                      <a:pt x="39984" y="12948"/>
                      <a:pt x="38051" y="10693"/>
                    </a:cubicBezTo>
                    <a:cubicBezTo>
                      <a:pt x="36118" y="8438"/>
                      <a:pt x="33541" y="7310"/>
                      <a:pt x="30319" y="7310"/>
                    </a:cubicBezTo>
                    <a:cubicBezTo>
                      <a:pt x="28010" y="7310"/>
                      <a:pt x="25862" y="7901"/>
                      <a:pt x="23821" y="9082"/>
                    </a:cubicBezTo>
                    <a:cubicBezTo>
                      <a:pt x="21834" y="10263"/>
                      <a:pt x="19901" y="12304"/>
                      <a:pt x="18075" y="15204"/>
                    </a:cubicBezTo>
                    <a:cubicBezTo>
                      <a:pt x="15444" y="19339"/>
                      <a:pt x="13189" y="25460"/>
                      <a:pt x="11255" y="33569"/>
                    </a:cubicBezTo>
                    <a:cubicBezTo>
                      <a:pt x="9591" y="40550"/>
                      <a:pt x="8785" y="46135"/>
                      <a:pt x="8785" y="504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6" name="Freihandform: Form 435">
                <a:extLst>
                  <a:ext uri="{FF2B5EF4-FFF2-40B4-BE49-F238E27FC236}">
                    <a16:creationId xmlns:a16="http://schemas.microsoft.com/office/drawing/2014/main" id="{5002FB8C-6F00-1011-DCF7-9C4F9610F845}"/>
                  </a:ext>
                </a:extLst>
              </p:cNvPr>
              <p:cNvSpPr/>
              <p:nvPr/>
            </p:nvSpPr>
            <p:spPr>
              <a:xfrm>
                <a:off x="7938727" y="4312526"/>
                <a:ext cx="49833" cy="71151"/>
              </a:xfrm>
              <a:custGeom>
                <a:avLst/>
                <a:gdLst>
                  <a:gd name="connsiteX0" fmla="*/ 305 w 49833"/>
                  <a:gd name="connsiteY0" fmla="*/ 71427 h 71151"/>
                  <a:gd name="connsiteX1" fmla="*/ 4064 w 49833"/>
                  <a:gd name="connsiteY1" fmla="*/ 60795 h 71151"/>
                  <a:gd name="connsiteX2" fmla="*/ 10400 w 49833"/>
                  <a:gd name="connsiteY2" fmla="*/ 52686 h 71151"/>
                  <a:gd name="connsiteX3" fmla="*/ 25651 w 49833"/>
                  <a:gd name="connsiteY3" fmla="*/ 39798 h 71151"/>
                  <a:gd name="connsiteX4" fmla="*/ 35048 w 49833"/>
                  <a:gd name="connsiteY4" fmla="*/ 31743 h 71151"/>
                  <a:gd name="connsiteX5" fmla="*/ 40311 w 49833"/>
                  <a:gd name="connsiteY5" fmla="*/ 24333 h 71151"/>
                  <a:gd name="connsiteX6" fmla="*/ 41438 w 49833"/>
                  <a:gd name="connsiteY6" fmla="*/ 19016 h 71151"/>
                  <a:gd name="connsiteX7" fmla="*/ 38002 w 49833"/>
                  <a:gd name="connsiteY7" fmla="*/ 10693 h 71151"/>
                  <a:gd name="connsiteX8" fmla="*/ 29517 w 49833"/>
                  <a:gd name="connsiteY8" fmla="*/ 7310 h 71151"/>
                  <a:gd name="connsiteX9" fmla="*/ 20818 w 49833"/>
                  <a:gd name="connsiteY9" fmla="*/ 10747 h 71151"/>
                  <a:gd name="connsiteX10" fmla="*/ 15502 w 49833"/>
                  <a:gd name="connsiteY10" fmla="*/ 21863 h 71151"/>
                  <a:gd name="connsiteX11" fmla="*/ 6910 w 49833"/>
                  <a:gd name="connsiteY11" fmla="*/ 20574 h 71151"/>
                  <a:gd name="connsiteX12" fmla="*/ 14267 w 49833"/>
                  <a:gd name="connsiteY12" fmla="*/ 5699 h 71151"/>
                  <a:gd name="connsiteX13" fmla="*/ 29356 w 49833"/>
                  <a:gd name="connsiteY13" fmla="*/ 275 h 71151"/>
                  <a:gd name="connsiteX14" fmla="*/ 40311 w 49833"/>
                  <a:gd name="connsiteY14" fmla="*/ 2799 h 71151"/>
                  <a:gd name="connsiteX15" fmla="*/ 47668 w 49833"/>
                  <a:gd name="connsiteY15" fmla="*/ 9834 h 71151"/>
                  <a:gd name="connsiteX16" fmla="*/ 50138 w 49833"/>
                  <a:gd name="connsiteY16" fmla="*/ 19231 h 71151"/>
                  <a:gd name="connsiteX17" fmla="*/ 45090 w 49833"/>
                  <a:gd name="connsiteY17" fmla="*/ 32817 h 71151"/>
                  <a:gd name="connsiteX18" fmla="*/ 26940 w 49833"/>
                  <a:gd name="connsiteY18" fmla="*/ 48820 h 71151"/>
                  <a:gd name="connsiteX19" fmla="*/ 17274 w 49833"/>
                  <a:gd name="connsiteY19" fmla="*/ 57197 h 71151"/>
                  <a:gd name="connsiteX20" fmla="*/ 12548 w 49833"/>
                  <a:gd name="connsiteY20" fmla="*/ 63426 h 71151"/>
                  <a:gd name="connsiteX21" fmla="*/ 44231 w 49833"/>
                  <a:gd name="connsiteY21" fmla="*/ 63426 h 71151"/>
                  <a:gd name="connsiteX22" fmla="*/ 42566 w 49833"/>
                  <a:gd name="connsiteY22" fmla="*/ 71427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05" y="71427"/>
                    </a:moveTo>
                    <a:cubicBezTo>
                      <a:pt x="1218" y="67185"/>
                      <a:pt x="2453" y="63694"/>
                      <a:pt x="4064" y="60795"/>
                    </a:cubicBezTo>
                    <a:cubicBezTo>
                      <a:pt x="5621" y="57948"/>
                      <a:pt x="7769" y="55264"/>
                      <a:pt x="10400" y="52686"/>
                    </a:cubicBezTo>
                    <a:cubicBezTo>
                      <a:pt x="13032" y="50162"/>
                      <a:pt x="18133" y="45866"/>
                      <a:pt x="25651" y="39798"/>
                    </a:cubicBezTo>
                    <a:cubicBezTo>
                      <a:pt x="30269" y="36200"/>
                      <a:pt x="33383" y="33515"/>
                      <a:pt x="35048" y="31743"/>
                    </a:cubicBezTo>
                    <a:cubicBezTo>
                      <a:pt x="37465" y="29219"/>
                      <a:pt x="39237" y="26749"/>
                      <a:pt x="40311" y="24333"/>
                    </a:cubicBezTo>
                    <a:cubicBezTo>
                      <a:pt x="41062" y="22722"/>
                      <a:pt x="41438" y="20950"/>
                      <a:pt x="41438" y="19016"/>
                    </a:cubicBezTo>
                    <a:cubicBezTo>
                      <a:pt x="41438" y="15741"/>
                      <a:pt x="40257" y="12948"/>
                      <a:pt x="38002" y="10693"/>
                    </a:cubicBezTo>
                    <a:cubicBezTo>
                      <a:pt x="35693" y="8438"/>
                      <a:pt x="32846" y="7310"/>
                      <a:pt x="29517" y="7310"/>
                    </a:cubicBezTo>
                    <a:cubicBezTo>
                      <a:pt x="26188" y="7310"/>
                      <a:pt x="23288" y="8438"/>
                      <a:pt x="20818" y="10747"/>
                    </a:cubicBezTo>
                    <a:cubicBezTo>
                      <a:pt x="18294" y="13056"/>
                      <a:pt x="16522" y="16761"/>
                      <a:pt x="15502" y="21863"/>
                    </a:cubicBezTo>
                    <a:lnTo>
                      <a:pt x="6910" y="20574"/>
                    </a:lnTo>
                    <a:cubicBezTo>
                      <a:pt x="7769" y="14291"/>
                      <a:pt x="10185" y="9351"/>
                      <a:pt x="14267" y="5699"/>
                    </a:cubicBezTo>
                    <a:cubicBezTo>
                      <a:pt x="18294" y="2101"/>
                      <a:pt x="23342" y="275"/>
                      <a:pt x="29356" y="275"/>
                    </a:cubicBezTo>
                    <a:cubicBezTo>
                      <a:pt x="33383" y="275"/>
                      <a:pt x="37035" y="1135"/>
                      <a:pt x="40311" y="2799"/>
                    </a:cubicBezTo>
                    <a:cubicBezTo>
                      <a:pt x="43586" y="4464"/>
                      <a:pt x="46003" y="6827"/>
                      <a:pt x="47668" y="9834"/>
                    </a:cubicBezTo>
                    <a:cubicBezTo>
                      <a:pt x="49332" y="12895"/>
                      <a:pt x="50138" y="16009"/>
                      <a:pt x="50138" y="19231"/>
                    </a:cubicBezTo>
                    <a:cubicBezTo>
                      <a:pt x="50138" y="23957"/>
                      <a:pt x="48473" y="28468"/>
                      <a:pt x="45090" y="32817"/>
                    </a:cubicBezTo>
                    <a:cubicBezTo>
                      <a:pt x="43049" y="35502"/>
                      <a:pt x="36981" y="40872"/>
                      <a:pt x="26940" y="48820"/>
                    </a:cubicBezTo>
                    <a:cubicBezTo>
                      <a:pt x="22590" y="52203"/>
                      <a:pt x="19422" y="55049"/>
                      <a:pt x="17274" y="57197"/>
                    </a:cubicBezTo>
                    <a:cubicBezTo>
                      <a:pt x="15179" y="59398"/>
                      <a:pt x="13568" y="61493"/>
                      <a:pt x="12548" y="63426"/>
                    </a:cubicBezTo>
                    <a:lnTo>
                      <a:pt x="44231" y="63426"/>
                    </a:lnTo>
                    <a:lnTo>
                      <a:pt x="42566" y="7142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7" name="Freihandform: Form 436">
                <a:extLst>
                  <a:ext uri="{FF2B5EF4-FFF2-40B4-BE49-F238E27FC236}">
                    <a16:creationId xmlns:a16="http://schemas.microsoft.com/office/drawing/2014/main" id="{59C67BB4-6F7A-46D6-5C0E-7F1BE59C82B0}"/>
                  </a:ext>
                </a:extLst>
              </p:cNvPr>
              <p:cNvSpPr/>
              <p:nvPr/>
            </p:nvSpPr>
            <p:spPr>
              <a:xfrm>
                <a:off x="7994629" y="4312526"/>
                <a:ext cx="47899" cy="72332"/>
              </a:xfrm>
              <a:custGeom>
                <a:avLst/>
                <a:gdLst>
                  <a:gd name="connsiteX0" fmla="*/ 309 w 47899"/>
                  <a:gd name="connsiteY0" fmla="*/ 55210 h 72332"/>
                  <a:gd name="connsiteX1" fmla="*/ 8525 w 47899"/>
                  <a:gd name="connsiteY1" fmla="*/ 54351 h 72332"/>
                  <a:gd name="connsiteX2" fmla="*/ 11908 w 47899"/>
                  <a:gd name="connsiteY2" fmla="*/ 62835 h 72332"/>
                  <a:gd name="connsiteX3" fmla="*/ 18030 w 47899"/>
                  <a:gd name="connsiteY3" fmla="*/ 65359 h 72332"/>
                  <a:gd name="connsiteX4" fmla="*/ 27319 w 47899"/>
                  <a:gd name="connsiteY4" fmla="*/ 61009 h 72332"/>
                  <a:gd name="connsiteX5" fmla="*/ 36663 w 47899"/>
                  <a:gd name="connsiteY5" fmla="*/ 42644 h 72332"/>
                  <a:gd name="connsiteX6" fmla="*/ 28877 w 47899"/>
                  <a:gd name="connsiteY6" fmla="*/ 47370 h 72332"/>
                  <a:gd name="connsiteX7" fmla="*/ 21896 w 47899"/>
                  <a:gd name="connsiteY7" fmla="*/ 48766 h 72332"/>
                  <a:gd name="connsiteX8" fmla="*/ 10297 w 47899"/>
                  <a:gd name="connsiteY8" fmla="*/ 44416 h 72332"/>
                  <a:gd name="connsiteX9" fmla="*/ 3531 w 47899"/>
                  <a:gd name="connsiteY9" fmla="*/ 28199 h 72332"/>
                  <a:gd name="connsiteX10" fmla="*/ 11317 w 47899"/>
                  <a:gd name="connsiteY10" fmla="*/ 7632 h 72332"/>
                  <a:gd name="connsiteX11" fmla="*/ 27803 w 47899"/>
                  <a:gd name="connsiteY11" fmla="*/ 275 h 72332"/>
                  <a:gd name="connsiteX12" fmla="*/ 42409 w 47899"/>
                  <a:gd name="connsiteY12" fmla="*/ 6773 h 72332"/>
                  <a:gd name="connsiteX13" fmla="*/ 48208 w 47899"/>
                  <a:gd name="connsiteY13" fmla="*/ 25192 h 72332"/>
                  <a:gd name="connsiteX14" fmla="*/ 44342 w 47899"/>
                  <a:gd name="connsiteY14" fmla="*/ 48014 h 72332"/>
                  <a:gd name="connsiteX15" fmla="*/ 31938 w 47899"/>
                  <a:gd name="connsiteY15" fmla="*/ 67507 h 72332"/>
                  <a:gd name="connsiteX16" fmla="*/ 17546 w 47899"/>
                  <a:gd name="connsiteY16" fmla="*/ 72608 h 72332"/>
                  <a:gd name="connsiteX17" fmla="*/ 5571 w 47899"/>
                  <a:gd name="connsiteY17" fmla="*/ 68044 h 72332"/>
                  <a:gd name="connsiteX18" fmla="*/ 309 w 47899"/>
                  <a:gd name="connsiteY18" fmla="*/ 55210 h 72332"/>
                  <a:gd name="connsiteX19" fmla="*/ 11961 w 47899"/>
                  <a:gd name="connsiteY19" fmla="*/ 27179 h 72332"/>
                  <a:gd name="connsiteX20" fmla="*/ 15506 w 47899"/>
                  <a:gd name="connsiteY20" fmla="*/ 37811 h 72332"/>
                  <a:gd name="connsiteX21" fmla="*/ 23936 w 47899"/>
                  <a:gd name="connsiteY21" fmla="*/ 41731 h 72332"/>
                  <a:gd name="connsiteX22" fmla="*/ 31132 w 47899"/>
                  <a:gd name="connsiteY22" fmla="*/ 39315 h 72332"/>
                  <a:gd name="connsiteX23" fmla="*/ 37308 w 47899"/>
                  <a:gd name="connsiteY23" fmla="*/ 31904 h 72332"/>
                  <a:gd name="connsiteX24" fmla="*/ 39831 w 47899"/>
                  <a:gd name="connsiteY24" fmla="*/ 21863 h 72332"/>
                  <a:gd name="connsiteX25" fmla="*/ 38167 w 47899"/>
                  <a:gd name="connsiteY25" fmla="*/ 14291 h 72332"/>
                  <a:gd name="connsiteX26" fmla="*/ 33549 w 47899"/>
                  <a:gd name="connsiteY26" fmla="*/ 9082 h 72332"/>
                  <a:gd name="connsiteX27" fmla="*/ 27642 w 47899"/>
                  <a:gd name="connsiteY27" fmla="*/ 7310 h 72332"/>
                  <a:gd name="connsiteX28" fmla="*/ 21896 w 47899"/>
                  <a:gd name="connsiteY28" fmla="*/ 8867 h 72332"/>
                  <a:gd name="connsiteX29" fmla="*/ 16741 w 47899"/>
                  <a:gd name="connsiteY29" fmla="*/ 13378 h 72332"/>
                  <a:gd name="connsiteX30" fmla="*/ 13143 w 47899"/>
                  <a:gd name="connsiteY30" fmla="*/ 20252 h 72332"/>
                  <a:gd name="connsiteX31" fmla="*/ 11961 w 47899"/>
                  <a:gd name="connsiteY31" fmla="*/ 2717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09" y="55210"/>
                    </a:moveTo>
                    <a:lnTo>
                      <a:pt x="8525" y="54351"/>
                    </a:lnTo>
                    <a:cubicBezTo>
                      <a:pt x="9062" y="58324"/>
                      <a:pt x="10189" y="61170"/>
                      <a:pt x="11908" y="62835"/>
                    </a:cubicBezTo>
                    <a:cubicBezTo>
                      <a:pt x="13626" y="64500"/>
                      <a:pt x="15667" y="65359"/>
                      <a:pt x="18030" y="65359"/>
                    </a:cubicBezTo>
                    <a:cubicBezTo>
                      <a:pt x="21359" y="65359"/>
                      <a:pt x="24473" y="63909"/>
                      <a:pt x="27319" y="61009"/>
                    </a:cubicBezTo>
                    <a:cubicBezTo>
                      <a:pt x="31562" y="56713"/>
                      <a:pt x="34676" y="50645"/>
                      <a:pt x="36663" y="42644"/>
                    </a:cubicBezTo>
                    <a:cubicBezTo>
                      <a:pt x="33710" y="44846"/>
                      <a:pt x="31132" y="46403"/>
                      <a:pt x="28877" y="47370"/>
                    </a:cubicBezTo>
                    <a:cubicBezTo>
                      <a:pt x="26568" y="48283"/>
                      <a:pt x="24259" y="48766"/>
                      <a:pt x="21896" y="48766"/>
                    </a:cubicBezTo>
                    <a:cubicBezTo>
                      <a:pt x="17546" y="48766"/>
                      <a:pt x="13680" y="47316"/>
                      <a:pt x="10297" y="44416"/>
                    </a:cubicBezTo>
                    <a:cubicBezTo>
                      <a:pt x="5786" y="40657"/>
                      <a:pt x="3531" y="35234"/>
                      <a:pt x="3531" y="28199"/>
                    </a:cubicBezTo>
                    <a:cubicBezTo>
                      <a:pt x="3531" y="20198"/>
                      <a:pt x="6108" y="13324"/>
                      <a:pt x="11317" y="7632"/>
                    </a:cubicBezTo>
                    <a:cubicBezTo>
                      <a:pt x="15828" y="2746"/>
                      <a:pt x="21305" y="275"/>
                      <a:pt x="27803" y="275"/>
                    </a:cubicBezTo>
                    <a:cubicBezTo>
                      <a:pt x="33656" y="275"/>
                      <a:pt x="38543" y="2477"/>
                      <a:pt x="42409" y="6773"/>
                    </a:cubicBezTo>
                    <a:cubicBezTo>
                      <a:pt x="46275" y="11123"/>
                      <a:pt x="48208" y="17244"/>
                      <a:pt x="48208" y="25192"/>
                    </a:cubicBezTo>
                    <a:cubicBezTo>
                      <a:pt x="48208" y="32871"/>
                      <a:pt x="46920" y="40496"/>
                      <a:pt x="44342" y="48014"/>
                    </a:cubicBezTo>
                    <a:cubicBezTo>
                      <a:pt x="41281" y="56821"/>
                      <a:pt x="37146" y="63318"/>
                      <a:pt x="31938" y="67507"/>
                    </a:cubicBezTo>
                    <a:cubicBezTo>
                      <a:pt x="27695" y="70944"/>
                      <a:pt x="22862" y="72608"/>
                      <a:pt x="17546" y="72608"/>
                    </a:cubicBezTo>
                    <a:cubicBezTo>
                      <a:pt x="12660" y="72608"/>
                      <a:pt x="8686" y="71105"/>
                      <a:pt x="5571" y="68044"/>
                    </a:cubicBezTo>
                    <a:cubicBezTo>
                      <a:pt x="2457" y="65037"/>
                      <a:pt x="685" y="60741"/>
                      <a:pt x="309" y="55210"/>
                    </a:cubicBezTo>
                    <a:moveTo>
                      <a:pt x="11961" y="27179"/>
                    </a:moveTo>
                    <a:cubicBezTo>
                      <a:pt x="11961" y="31582"/>
                      <a:pt x="13143" y="35126"/>
                      <a:pt x="15506" y="37811"/>
                    </a:cubicBezTo>
                    <a:cubicBezTo>
                      <a:pt x="17868" y="40442"/>
                      <a:pt x="20714" y="41731"/>
                      <a:pt x="23936" y="41731"/>
                    </a:cubicBezTo>
                    <a:cubicBezTo>
                      <a:pt x="26353" y="41731"/>
                      <a:pt x="28769" y="40926"/>
                      <a:pt x="31132" y="39315"/>
                    </a:cubicBezTo>
                    <a:cubicBezTo>
                      <a:pt x="33549" y="37650"/>
                      <a:pt x="35589" y="35180"/>
                      <a:pt x="37308" y="31904"/>
                    </a:cubicBezTo>
                    <a:cubicBezTo>
                      <a:pt x="38972" y="28629"/>
                      <a:pt x="39831" y="25299"/>
                      <a:pt x="39831" y="21863"/>
                    </a:cubicBezTo>
                    <a:cubicBezTo>
                      <a:pt x="39831" y="19124"/>
                      <a:pt x="39294" y="16600"/>
                      <a:pt x="38167" y="14291"/>
                    </a:cubicBezTo>
                    <a:cubicBezTo>
                      <a:pt x="37039" y="11982"/>
                      <a:pt x="35482" y="10210"/>
                      <a:pt x="33549" y="9082"/>
                    </a:cubicBezTo>
                    <a:cubicBezTo>
                      <a:pt x="31615" y="7901"/>
                      <a:pt x="29629" y="7310"/>
                      <a:pt x="27642" y="7310"/>
                    </a:cubicBezTo>
                    <a:cubicBezTo>
                      <a:pt x="25708" y="7310"/>
                      <a:pt x="23775" y="7793"/>
                      <a:pt x="21896" y="8867"/>
                    </a:cubicBezTo>
                    <a:cubicBezTo>
                      <a:pt x="20070" y="9888"/>
                      <a:pt x="18298" y="11391"/>
                      <a:pt x="16741" y="13378"/>
                    </a:cubicBezTo>
                    <a:cubicBezTo>
                      <a:pt x="15130" y="15365"/>
                      <a:pt x="13948" y="17674"/>
                      <a:pt x="13143" y="20252"/>
                    </a:cubicBezTo>
                    <a:cubicBezTo>
                      <a:pt x="12337" y="22883"/>
                      <a:pt x="11961" y="25138"/>
                      <a:pt x="11961" y="2717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8" name="Freihandform: Form 437">
                <a:extLst>
                  <a:ext uri="{FF2B5EF4-FFF2-40B4-BE49-F238E27FC236}">
                    <a16:creationId xmlns:a16="http://schemas.microsoft.com/office/drawing/2014/main" id="{1CD3F1EF-4B0C-3DD2-72D7-8B69F0CC5FB4}"/>
                  </a:ext>
                </a:extLst>
              </p:cNvPr>
              <p:cNvSpPr/>
              <p:nvPr/>
            </p:nvSpPr>
            <p:spPr>
              <a:xfrm>
                <a:off x="8047538" y="4312848"/>
                <a:ext cx="49188" cy="70829"/>
              </a:xfrm>
              <a:custGeom>
                <a:avLst/>
                <a:gdLst>
                  <a:gd name="connsiteX0" fmla="*/ 25390 w 49188"/>
                  <a:gd name="connsiteY0" fmla="*/ 71105 h 70829"/>
                  <a:gd name="connsiteX1" fmla="*/ 29203 w 49188"/>
                  <a:gd name="connsiteY1" fmla="*/ 53008 h 70829"/>
                  <a:gd name="connsiteX2" fmla="*/ 313 w 49188"/>
                  <a:gd name="connsiteY2" fmla="*/ 53008 h 70829"/>
                  <a:gd name="connsiteX3" fmla="*/ 2139 w 49188"/>
                  <a:gd name="connsiteY3" fmla="*/ 44363 h 70829"/>
                  <a:gd name="connsiteX4" fmla="*/ 41822 w 49188"/>
                  <a:gd name="connsiteY4" fmla="*/ 275 h 70829"/>
                  <a:gd name="connsiteX5" fmla="*/ 48964 w 49188"/>
                  <a:gd name="connsiteY5" fmla="*/ 275 h 70829"/>
                  <a:gd name="connsiteX6" fmla="*/ 39513 w 49188"/>
                  <a:gd name="connsiteY6" fmla="*/ 45275 h 70829"/>
                  <a:gd name="connsiteX7" fmla="*/ 49501 w 49188"/>
                  <a:gd name="connsiteY7" fmla="*/ 45275 h 70829"/>
                  <a:gd name="connsiteX8" fmla="*/ 47890 w 49188"/>
                  <a:gd name="connsiteY8" fmla="*/ 53008 h 70829"/>
                  <a:gd name="connsiteX9" fmla="*/ 37956 w 49188"/>
                  <a:gd name="connsiteY9" fmla="*/ 53008 h 70829"/>
                  <a:gd name="connsiteX10" fmla="*/ 34143 w 49188"/>
                  <a:gd name="connsiteY10" fmla="*/ 71105 h 70829"/>
                  <a:gd name="connsiteX11" fmla="*/ 25390 w 49188"/>
                  <a:gd name="connsiteY11" fmla="*/ 71105 h 70829"/>
                  <a:gd name="connsiteX12" fmla="*/ 30814 w 49188"/>
                  <a:gd name="connsiteY12" fmla="*/ 45275 h 70829"/>
                  <a:gd name="connsiteX13" fmla="*/ 36989 w 49188"/>
                  <a:gd name="connsiteY13" fmla="*/ 15741 h 70829"/>
                  <a:gd name="connsiteX14" fmla="*/ 10569 w 49188"/>
                  <a:gd name="connsiteY14" fmla="*/ 4527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90" y="71105"/>
                    </a:moveTo>
                    <a:lnTo>
                      <a:pt x="29203" y="53008"/>
                    </a:lnTo>
                    <a:lnTo>
                      <a:pt x="313" y="53008"/>
                    </a:lnTo>
                    <a:lnTo>
                      <a:pt x="2139" y="44363"/>
                    </a:lnTo>
                    <a:lnTo>
                      <a:pt x="41822" y="275"/>
                    </a:lnTo>
                    <a:lnTo>
                      <a:pt x="48964" y="275"/>
                    </a:lnTo>
                    <a:lnTo>
                      <a:pt x="39513" y="45275"/>
                    </a:lnTo>
                    <a:lnTo>
                      <a:pt x="49501" y="45275"/>
                    </a:lnTo>
                    <a:lnTo>
                      <a:pt x="47890" y="53008"/>
                    </a:lnTo>
                    <a:lnTo>
                      <a:pt x="37956" y="53008"/>
                    </a:lnTo>
                    <a:lnTo>
                      <a:pt x="34143" y="71105"/>
                    </a:lnTo>
                    <a:lnTo>
                      <a:pt x="25390" y="71105"/>
                    </a:lnTo>
                    <a:moveTo>
                      <a:pt x="30814" y="45275"/>
                    </a:moveTo>
                    <a:lnTo>
                      <a:pt x="36989" y="15741"/>
                    </a:lnTo>
                    <a:lnTo>
                      <a:pt x="10569" y="4527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39" name="Freihandform: Form 438">
                <a:extLst>
                  <a:ext uri="{FF2B5EF4-FFF2-40B4-BE49-F238E27FC236}">
                    <a16:creationId xmlns:a16="http://schemas.microsoft.com/office/drawing/2014/main" id="{0CF4FF62-2600-1D7C-F87F-6F0839B3E397}"/>
                  </a:ext>
                </a:extLst>
              </p:cNvPr>
              <p:cNvSpPr/>
              <p:nvPr/>
            </p:nvSpPr>
            <p:spPr>
              <a:xfrm>
                <a:off x="8105481" y="4312526"/>
                <a:ext cx="48436" cy="72386"/>
              </a:xfrm>
              <a:custGeom>
                <a:avLst/>
                <a:gdLst>
                  <a:gd name="connsiteX0" fmla="*/ 15245 w 48436"/>
                  <a:gd name="connsiteY0" fmla="*/ 32495 h 72386"/>
                  <a:gd name="connsiteX1" fmla="*/ 9285 w 48436"/>
                  <a:gd name="connsiteY1" fmla="*/ 26910 h 72386"/>
                  <a:gd name="connsiteX2" fmla="*/ 7298 w 48436"/>
                  <a:gd name="connsiteY2" fmla="*/ 19553 h 72386"/>
                  <a:gd name="connsiteX3" fmla="*/ 11970 w 48436"/>
                  <a:gd name="connsiteY3" fmla="*/ 7686 h 72386"/>
                  <a:gd name="connsiteX4" fmla="*/ 28724 w 48436"/>
                  <a:gd name="connsiteY4" fmla="*/ 275 h 72386"/>
                  <a:gd name="connsiteX5" fmla="*/ 43384 w 48436"/>
                  <a:gd name="connsiteY5" fmla="*/ 5269 h 72386"/>
                  <a:gd name="connsiteX6" fmla="*/ 48753 w 48436"/>
                  <a:gd name="connsiteY6" fmla="*/ 17567 h 72386"/>
                  <a:gd name="connsiteX7" fmla="*/ 45854 w 48436"/>
                  <a:gd name="connsiteY7" fmla="*/ 26857 h 72386"/>
                  <a:gd name="connsiteX8" fmla="*/ 36779 w 48436"/>
                  <a:gd name="connsiteY8" fmla="*/ 33515 h 72386"/>
                  <a:gd name="connsiteX9" fmla="*/ 42900 w 48436"/>
                  <a:gd name="connsiteY9" fmla="*/ 39154 h 72386"/>
                  <a:gd name="connsiteX10" fmla="*/ 45263 w 48436"/>
                  <a:gd name="connsiteY10" fmla="*/ 48283 h 72386"/>
                  <a:gd name="connsiteX11" fmla="*/ 38497 w 48436"/>
                  <a:gd name="connsiteY11" fmla="*/ 65252 h 72386"/>
                  <a:gd name="connsiteX12" fmla="*/ 20561 w 48436"/>
                  <a:gd name="connsiteY12" fmla="*/ 72662 h 72386"/>
                  <a:gd name="connsiteX13" fmla="*/ 5955 w 48436"/>
                  <a:gd name="connsiteY13" fmla="*/ 67185 h 72386"/>
                  <a:gd name="connsiteX14" fmla="*/ 317 w 48436"/>
                  <a:gd name="connsiteY14" fmla="*/ 53384 h 72386"/>
                  <a:gd name="connsiteX15" fmla="*/ 4290 w 48436"/>
                  <a:gd name="connsiteY15" fmla="*/ 40013 h 72386"/>
                  <a:gd name="connsiteX16" fmla="*/ 15245 w 48436"/>
                  <a:gd name="connsiteY16" fmla="*/ 32495 h 72386"/>
                  <a:gd name="connsiteX17" fmla="*/ 15890 w 48436"/>
                  <a:gd name="connsiteY17" fmla="*/ 19983 h 72386"/>
                  <a:gd name="connsiteX18" fmla="*/ 18843 w 48436"/>
                  <a:gd name="connsiteY18" fmla="*/ 27286 h 72386"/>
                  <a:gd name="connsiteX19" fmla="*/ 26898 w 48436"/>
                  <a:gd name="connsiteY19" fmla="*/ 30079 h 72386"/>
                  <a:gd name="connsiteX20" fmla="*/ 36617 w 48436"/>
                  <a:gd name="connsiteY20" fmla="*/ 26427 h 72386"/>
                  <a:gd name="connsiteX21" fmla="*/ 40376 w 48436"/>
                  <a:gd name="connsiteY21" fmla="*/ 17459 h 72386"/>
                  <a:gd name="connsiteX22" fmla="*/ 37423 w 48436"/>
                  <a:gd name="connsiteY22" fmla="*/ 10102 h 72386"/>
                  <a:gd name="connsiteX23" fmla="*/ 29368 w 48436"/>
                  <a:gd name="connsiteY23" fmla="*/ 7310 h 72386"/>
                  <a:gd name="connsiteX24" fmla="*/ 22280 w 48436"/>
                  <a:gd name="connsiteY24" fmla="*/ 9082 h 72386"/>
                  <a:gd name="connsiteX25" fmla="*/ 17500 w 48436"/>
                  <a:gd name="connsiteY25" fmla="*/ 13915 h 72386"/>
                  <a:gd name="connsiteX26" fmla="*/ 15890 w 48436"/>
                  <a:gd name="connsiteY26" fmla="*/ 19983 h 72386"/>
                  <a:gd name="connsiteX27" fmla="*/ 9070 w 48436"/>
                  <a:gd name="connsiteY27" fmla="*/ 54136 h 72386"/>
                  <a:gd name="connsiteX28" fmla="*/ 10520 w 48436"/>
                  <a:gd name="connsiteY28" fmla="*/ 59774 h 72386"/>
                  <a:gd name="connsiteX29" fmla="*/ 14869 w 48436"/>
                  <a:gd name="connsiteY29" fmla="*/ 64070 h 72386"/>
                  <a:gd name="connsiteX30" fmla="*/ 21474 w 48436"/>
                  <a:gd name="connsiteY30" fmla="*/ 65681 h 72386"/>
                  <a:gd name="connsiteX31" fmla="*/ 32966 w 48436"/>
                  <a:gd name="connsiteY31" fmla="*/ 59022 h 72386"/>
                  <a:gd name="connsiteX32" fmla="*/ 36456 w 48436"/>
                  <a:gd name="connsiteY32" fmla="*/ 47746 h 72386"/>
                  <a:gd name="connsiteX33" fmla="*/ 33234 w 48436"/>
                  <a:gd name="connsiteY33" fmla="*/ 39691 h 72386"/>
                  <a:gd name="connsiteX34" fmla="*/ 24804 w 48436"/>
                  <a:gd name="connsiteY34" fmla="*/ 36522 h 72386"/>
                  <a:gd name="connsiteX35" fmla="*/ 13688 w 48436"/>
                  <a:gd name="connsiteY35" fmla="*/ 41409 h 72386"/>
                  <a:gd name="connsiteX36" fmla="*/ 9070 w 48436"/>
                  <a:gd name="connsiteY36" fmla="*/ 54136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45" y="32495"/>
                    </a:moveTo>
                    <a:cubicBezTo>
                      <a:pt x="12614" y="31045"/>
                      <a:pt x="10627" y="29166"/>
                      <a:pt x="9285" y="26910"/>
                    </a:cubicBezTo>
                    <a:cubicBezTo>
                      <a:pt x="7942" y="24601"/>
                      <a:pt x="7298" y="22185"/>
                      <a:pt x="7298" y="19553"/>
                    </a:cubicBezTo>
                    <a:cubicBezTo>
                      <a:pt x="7298" y="15311"/>
                      <a:pt x="8855" y="11338"/>
                      <a:pt x="11970" y="7686"/>
                    </a:cubicBezTo>
                    <a:cubicBezTo>
                      <a:pt x="16051" y="2746"/>
                      <a:pt x="21689" y="275"/>
                      <a:pt x="28724" y="275"/>
                    </a:cubicBezTo>
                    <a:cubicBezTo>
                      <a:pt x="34953" y="275"/>
                      <a:pt x="39839" y="1940"/>
                      <a:pt x="43384" y="5269"/>
                    </a:cubicBezTo>
                    <a:cubicBezTo>
                      <a:pt x="46981" y="8599"/>
                      <a:pt x="48753" y="12680"/>
                      <a:pt x="48753" y="17567"/>
                    </a:cubicBezTo>
                    <a:cubicBezTo>
                      <a:pt x="48753" y="21003"/>
                      <a:pt x="47787" y="24118"/>
                      <a:pt x="45854" y="26857"/>
                    </a:cubicBezTo>
                    <a:cubicBezTo>
                      <a:pt x="43921" y="29649"/>
                      <a:pt x="40913" y="31851"/>
                      <a:pt x="36779" y="33515"/>
                    </a:cubicBezTo>
                    <a:cubicBezTo>
                      <a:pt x="39625" y="35287"/>
                      <a:pt x="41665" y="37167"/>
                      <a:pt x="42900" y="39154"/>
                    </a:cubicBezTo>
                    <a:cubicBezTo>
                      <a:pt x="44458" y="41731"/>
                      <a:pt x="45263" y="44792"/>
                      <a:pt x="45263" y="48283"/>
                    </a:cubicBezTo>
                    <a:cubicBezTo>
                      <a:pt x="45263" y="54619"/>
                      <a:pt x="43008" y="60258"/>
                      <a:pt x="38497" y="65252"/>
                    </a:cubicBezTo>
                    <a:cubicBezTo>
                      <a:pt x="33986" y="70192"/>
                      <a:pt x="28026" y="72662"/>
                      <a:pt x="20561" y="72662"/>
                    </a:cubicBezTo>
                    <a:cubicBezTo>
                      <a:pt x="14601" y="72662"/>
                      <a:pt x="9714" y="70836"/>
                      <a:pt x="5955" y="67185"/>
                    </a:cubicBezTo>
                    <a:cubicBezTo>
                      <a:pt x="2196" y="63480"/>
                      <a:pt x="317" y="58915"/>
                      <a:pt x="317" y="53384"/>
                    </a:cubicBezTo>
                    <a:cubicBezTo>
                      <a:pt x="317" y="48229"/>
                      <a:pt x="1659" y="43772"/>
                      <a:pt x="4290" y="40013"/>
                    </a:cubicBezTo>
                    <a:cubicBezTo>
                      <a:pt x="6975" y="36308"/>
                      <a:pt x="10627" y="33784"/>
                      <a:pt x="15245" y="32495"/>
                    </a:cubicBezTo>
                    <a:moveTo>
                      <a:pt x="15890" y="19983"/>
                    </a:moveTo>
                    <a:cubicBezTo>
                      <a:pt x="15890" y="22990"/>
                      <a:pt x="16910" y="25407"/>
                      <a:pt x="18843" y="27286"/>
                    </a:cubicBezTo>
                    <a:cubicBezTo>
                      <a:pt x="20776" y="29112"/>
                      <a:pt x="23461" y="30079"/>
                      <a:pt x="26898" y="30079"/>
                    </a:cubicBezTo>
                    <a:cubicBezTo>
                      <a:pt x="30872" y="30079"/>
                      <a:pt x="34147" y="28843"/>
                      <a:pt x="36617" y="26427"/>
                    </a:cubicBezTo>
                    <a:cubicBezTo>
                      <a:pt x="39141" y="23957"/>
                      <a:pt x="40376" y="21003"/>
                      <a:pt x="40376" y="17459"/>
                    </a:cubicBezTo>
                    <a:cubicBezTo>
                      <a:pt x="40376" y="14452"/>
                      <a:pt x="39410" y="11982"/>
                      <a:pt x="37423" y="10102"/>
                    </a:cubicBezTo>
                    <a:cubicBezTo>
                      <a:pt x="35490" y="8223"/>
                      <a:pt x="32805" y="7310"/>
                      <a:pt x="29368" y="7310"/>
                    </a:cubicBezTo>
                    <a:cubicBezTo>
                      <a:pt x="26790" y="7310"/>
                      <a:pt x="24428" y="7901"/>
                      <a:pt x="22280" y="9082"/>
                    </a:cubicBezTo>
                    <a:cubicBezTo>
                      <a:pt x="20132" y="10263"/>
                      <a:pt x="18521" y="11875"/>
                      <a:pt x="17500" y="13915"/>
                    </a:cubicBezTo>
                    <a:cubicBezTo>
                      <a:pt x="16427" y="16009"/>
                      <a:pt x="15890" y="17996"/>
                      <a:pt x="15890" y="19983"/>
                    </a:cubicBezTo>
                    <a:moveTo>
                      <a:pt x="9070" y="54136"/>
                    </a:moveTo>
                    <a:cubicBezTo>
                      <a:pt x="9070" y="56069"/>
                      <a:pt x="9553" y="58002"/>
                      <a:pt x="10520" y="59774"/>
                    </a:cubicBezTo>
                    <a:cubicBezTo>
                      <a:pt x="11486" y="61600"/>
                      <a:pt x="12936" y="62996"/>
                      <a:pt x="14869" y="64070"/>
                    </a:cubicBezTo>
                    <a:cubicBezTo>
                      <a:pt x="16802" y="65144"/>
                      <a:pt x="19004" y="65681"/>
                      <a:pt x="21474" y="65681"/>
                    </a:cubicBezTo>
                    <a:cubicBezTo>
                      <a:pt x="26200" y="65681"/>
                      <a:pt x="30012" y="63480"/>
                      <a:pt x="32966" y="59022"/>
                    </a:cubicBezTo>
                    <a:cubicBezTo>
                      <a:pt x="35275" y="55532"/>
                      <a:pt x="36456" y="51773"/>
                      <a:pt x="36456" y="47746"/>
                    </a:cubicBezTo>
                    <a:cubicBezTo>
                      <a:pt x="36456" y="44470"/>
                      <a:pt x="35382" y="41785"/>
                      <a:pt x="33234" y="39691"/>
                    </a:cubicBezTo>
                    <a:cubicBezTo>
                      <a:pt x="31086" y="37596"/>
                      <a:pt x="28294" y="36522"/>
                      <a:pt x="24804" y="36522"/>
                    </a:cubicBezTo>
                    <a:cubicBezTo>
                      <a:pt x="20400" y="36522"/>
                      <a:pt x="16695" y="38187"/>
                      <a:pt x="13688" y="41409"/>
                    </a:cubicBezTo>
                    <a:cubicBezTo>
                      <a:pt x="10627" y="44685"/>
                      <a:pt x="9070" y="48927"/>
                      <a:pt x="9070" y="5413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40" name="Freihandform: Form 439">
                <a:extLst>
                  <a:ext uri="{FF2B5EF4-FFF2-40B4-BE49-F238E27FC236}">
                    <a16:creationId xmlns:a16="http://schemas.microsoft.com/office/drawing/2014/main" id="{CCE6340F-D72D-27D2-F030-01202B420D9E}"/>
                  </a:ext>
                </a:extLst>
              </p:cNvPr>
              <p:cNvSpPr/>
              <p:nvPr/>
            </p:nvSpPr>
            <p:spPr>
              <a:xfrm>
                <a:off x="8160095" y="4312526"/>
                <a:ext cx="48973" cy="72332"/>
              </a:xfrm>
              <a:custGeom>
                <a:avLst/>
                <a:gdLst>
                  <a:gd name="connsiteX0" fmla="*/ 321 w 48973"/>
                  <a:gd name="connsiteY0" fmla="*/ 48175 h 72332"/>
                  <a:gd name="connsiteX1" fmla="*/ 3006 w 48973"/>
                  <a:gd name="connsiteY1" fmla="*/ 29917 h 72332"/>
                  <a:gd name="connsiteX2" fmla="*/ 9020 w 48973"/>
                  <a:gd name="connsiteY2" fmla="*/ 15096 h 72332"/>
                  <a:gd name="connsiteX3" fmla="*/ 15786 w 48973"/>
                  <a:gd name="connsiteY3" fmla="*/ 6397 h 72332"/>
                  <a:gd name="connsiteX4" fmla="*/ 22767 w 48973"/>
                  <a:gd name="connsiteY4" fmla="*/ 1779 h 72332"/>
                  <a:gd name="connsiteX5" fmla="*/ 30285 w 48973"/>
                  <a:gd name="connsiteY5" fmla="*/ 275 h 72332"/>
                  <a:gd name="connsiteX6" fmla="*/ 43871 w 48973"/>
                  <a:gd name="connsiteY6" fmla="*/ 6343 h 72332"/>
                  <a:gd name="connsiteX7" fmla="*/ 49294 w 48973"/>
                  <a:gd name="connsiteY7" fmla="*/ 23796 h 72332"/>
                  <a:gd name="connsiteX8" fmla="*/ 45536 w 48973"/>
                  <a:gd name="connsiteY8" fmla="*/ 47047 h 72332"/>
                  <a:gd name="connsiteX9" fmla="*/ 33185 w 48973"/>
                  <a:gd name="connsiteY9" fmla="*/ 67453 h 72332"/>
                  <a:gd name="connsiteX10" fmla="*/ 19277 w 48973"/>
                  <a:gd name="connsiteY10" fmla="*/ 72608 h 72332"/>
                  <a:gd name="connsiteX11" fmla="*/ 5852 w 48973"/>
                  <a:gd name="connsiteY11" fmla="*/ 66379 h 72332"/>
                  <a:gd name="connsiteX12" fmla="*/ 321 w 48973"/>
                  <a:gd name="connsiteY12" fmla="*/ 48175 h 72332"/>
                  <a:gd name="connsiteX13" fmla="*/ 8805 w 48973"/>
                  <a:gd name="connsiteY13" fmla="*/ 50431 h 72332"/>
                  <a:gd name="connsiteX14" fmla="*/ 10953 w 48973"/>
                  <a:gd name="connsiteY14" fmla="*/ 60580 h 72332"/>
                  <a:gd name="connsiteX15" fmla="*/ 19706 w 48973"/>
                  <a:gd name="connsiteY15" fmla="*/ 65681 h 72332"/>
                  <a:gd name="connsiteX16" fmla="*/ 28942 w 48973"/>
                  <a:gd name="connsiteY16" fmla="*/ 61063 h 72332"/>
                  <a:gd name="connsiteX17" fmla="*/ 37964 w 48973"/>
                  <a:gd name="connsiteY17" fmla="*/ 42107 h 72332"/>
                  <a:gd name="connsiteX18" fmla="*/ 40971 w 48973"/>
                  <a:gd name="connsiteY18" fmla="*/ 21701 h 72332"/>
                  <a:gd name="connsiteX19" fmla="*/ 38071 w 48973"/>
                  <a:gd name="connsiteY19" fmla="*/ 10693 h 72332"/>
                  <a:gd name="connsiteX20" fmla="*/ 30339 w 48973"/>
                  <a:gd name="connsiteY20" fmla="*/ 7310 h 72332"/>
                  <a:gd name="connsiteX21" fmla="*/ 23841 w 48973"/>
                  <a:gd name="connsiteY21" fmla="*/ 9082 h 72332"/>
                  <a:gd name="connsiteX22" fmla="*/ 18095 w 48973"/>
                  <a:gd name="connsiteY22" fmla="*/ 15204 h 72332"/>
                  <a:gd name="connsiteX23" fmla="*/ 11275 w 48973"/>
                  <a:gd name="connsiteY23" fmla="*/ 33569 h 72332"/>
                  <a:gd name="connsiteX24" fmla="*/ 8805 w 48973"/>
                  <a:gd name="connsiteY24" fmla="*/ 5043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21" y="48175"/>
                    </a:moveTo>
                    <a:cubicBezTo>
                      <a:pt x="321" y="42215"/>
                      <a:pt x="1234" y="36093"/>
                      <a:pt x="3006" y="29917"/>
                    </a:cubicBezTo>
                    <a:cubicBezTo>
                      <a:pt x="4831" y="23742"/>
                      <a:pt x="6818" y="18802"/>
                      <a:pt x="9020" y="15096"/>
                    </a:cubicBezTo>
                    <a:cubicBezTo>
                      <a:pt x="11168" y="11391"/>
                      <a:pt x="13477" y="8492"/>
                      <a:pt x="15786" y="6397"/>
                    </a:cubicBezTo>
                    <a:cubicBezTo>
                      <a:pt x="18149" y="4303"/>
                      <a:pt x="20458" y="2746"/>
                      <a:pt x="22767" y="1779"/>
                    </a:cubicBezTo>
                    <a:cubicBezTo>
                      <a:pt x="25022" y="759"/>
                      <a:pt x="27546" y="275"/>
                      <a:pt x="30285" y="275"/>
                    </a:cubicBezTo>
                    <a:cubicBezTo>
                      <a:pt x="35709" y="275"/>
                      <a:pt x="40219" y="2316"/>
                      <a:pt x="43871" y="6343"/>
                    </a:cubicBezTo>
                    <a:cubicBezTo>
                      <a:pt x="47469" y="10371"/>
                      <a:pt x="49294" y="16170"/>
                      <a:pt x="49294" y="23796"/>
                    </a:cubicBezTo>
                    <a:cubicBezTo>
                      <a:pt x="49294" y="31582"/>
                      <a:pt x="48059" y="39369"/>
                      <a:pt x="45536" y="47047"/>
                    </a:cubicBezTo>
                    <a:cubicBezTo>
                      <a:pt x="42582" y="56123"/>
                      <a:pt x="38447" y="62943"/>
                      <a:pt x="33185" y="67453"/>
                    </a:cubicBezTo>
                    <a:cubicBezTo>
                      <a:pt x="29104" y="70890"/>
                      <a:pt x="24485" y="72608"/>
                      <a:pt x="19277" y="72608"/>
                    </a:cubicBezTo>
                    <a:cubicBezTo>
                      <a:pt x="13960" y="72608"/>
                      <a:pt x="9503" y="70568"/>
                      <a:pt x="5852" y="66379"/>
                    </a:cubicBezTo>
                    <a:cubicBezTo>
                      <a:pt x="2200" y="62191"/>
                      <a:pt x="321" y="56123"/>
                      <a:pt x="321" y="48175"/>
                    </a:cubicBezTo>
                    <a:moveTo>
                      <a:pt x="8805" y="50431"/>
                    </a:moveTo>
                    <a:cubicBezTo>
                      <a:pt x="8805" y="54780"/>
                      <a:pt x="9503" y="58163"/>
                      <a:pt x="10953" y="60580"/>
                    </a:cubicBezTo>
                    <a:cubicBezTo>
                      <a:pt x="12940" y="63963"/>
                      <a:pt x="15840" y="65681"/>
                      <a:pt x="19706" y="65681"/>
                    </a:cubicBezTo>
                    <a:cubicBezTo>
                      <a:pt x="23089" y="65681"/>
                      <a:pt x="26204" y="64124"/>
                      <a:pt x="28942" y="61063"/>
                    </a:cubicBezTo>
                    <a:cubicBezTo>
                      <a:pt x="32970" y="56767"/>
                      <a:pt x="35977" y="50431"/>
                      <a:pt x="37964" y="42107"/>
                    </a:cubicBezTo>
                    <a:cubicBezTo>
                      <a:pt x="40005" y="33784"/>
                      <a:pt x="40971" y="26964"/>
                      <a:pt x="40971" y="21701"/>
                    </a:cubicBezTo>
                    <a:cubicBezTo>
                      <a:pt x="40971" y="16600"/>
                      <a:pt x="40005" y="12948"/>
                      <a:pt x="38071" y="10693"/>
                    </a:cubicBezTo>
                    <a:cubicBezTo>
                      <a:pt x="36138" y="8438"/>
                      <a:pt x="33561" y="7310"/>
                      <a:pt x="30339" y="7310"/>
                    </a:cubicBezTo>
                    <a:cubicBezTo>
                      <a:pt x="28030" y="7310"/>
                      <a:pt x="25882" y="7901"/>
                      <a:pt x="23841" y="9082"/>
                    </a:cubicBezTo>
                    <a:cubicBezTo>
                      <a:pt x="21854" y="10263"/>
                      <a:pt x="19921" y="12304"/>
                      <a:pt x="18095" y="15204"/>
                    </a:cubicBezTo>
                    <a:cubicBezTo>
                      <a:pt x="15464" y="19339"/>
                      <a:pt x="13209" y="25460"/>
                      <a:pt x="11275" y="33569"/>
                    </a:cubicBezTo>
                    <a:cubicBezTo>
                      <a:pt x="9611" y="40550"/>
                      <a:pt x="8805" y="46135"/>
                      <a:pt x="8805" y="504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41" name="Freihandform: Form 440">
                <a:extLst>
                  <a:ext uri="{FF2B5EF4-FFF2-40B4-BE49-F238E27FC236}">
                    <a16:creationId xmlns:a16="http://schemas.microsoft.com/office/drawing/2014/main" id="{2E1CBDE8-90F0-8B79-B39F-089C4D76A9D0}"/>
                  </a:ext>
                </a:extLst>
              </p:cNvPr>
              <p:cNvSpPr/>
              <p:nvPr/>
            </p:nvSpPr>
            <p:spPr>
              <a:xfrm>
                <a:off x="8212681" y="4312848"/>
                <a:ext cx="49188" cy="70829"/>
              </a:xfrm>
              <a:custGeom>
                <a:avLst/>
                <a:gdLst>
                  <a:gd name="connsiteX0" fmla="*/ 25402 w 49188"/>
                  <a:gd name="connsiteY0" fmla="*/ 71105 h 70829"/>
                  <a:gd name="connsiteX1" fmla="*/ 29215 w 49188"/>
                  <a:gd name="connsiteY1" fmla="*/ 53008 h 70829"/>
                  <a:gd name="connsiteX2" fmla="*/ 325 w 49188"/>
                  <a:gd name="connsiteY2" fmla="*/ 53008 h 70829"/>
                  <a:gd name="connsiteX3" fmla="*/ 2151 w 49188"/>
                  <a:gd name="connsiteY3" fmla="*/ 44363 h 70829"/>
                  <a:gd name="connsiteX4" fmla="*/ 41834 w 49188"/>
                  <a:gd name="connsiteY4" fmla="*/ 275 h 70829"/>
                  <a:gd name="connsiteX5" fmla="*/ 48976 w 49188"/>
                  <a:gd name="connsiteY5" fmla="*/ 275 h 70829"/>
                  <a:gd name="connsiteX6" fmla="*/ 39525 w 49188"/>
                  <a:gd name="connsiteY6" fmla="*/ 45275 h 70829"/>
                  <a:gd name="connsiteX7" fmla="*/ 49513 w 49188"/>
                  <a:gd name="connsiteY7" fmla="*/ 45275 h 70829"/>
                  <a:gd name="connsiteX8" fmla="*/ 47902 w 49188"/>
                  <a:gd name="connsiteY8" fmla="*/ 53008 h 70829"/>
                  <a:gd name="connsiteX9" fmla="*/ 37968 w 49188"/>
                  <a:gd name="connsiteY9" fmla="*/ 53008 h 70829"/>
                  <a:gd name="connsiteX10" fmla="*/ 34155 w 49188"/>
                  <a:gd name="connsiteY10" fmla="*/ 71105 h 70829"/>
                  <a:gd name="connsiteX11" fmla="*/ 25402 w 49188"/>
                  <a:gd name="connsiteY11" fmla="*/ 71105 h 70829"/>
                  <a:gd name="connsiteX12" fmla="*/ 30826 w 49188"/>
                  <a:gd name="connsiteY12" fmla="*/ 45275 h 70829"/>
                  <a:gd name="connsiteX13" fmla="*/ 37001 w 49188"/>
                  <a:gd name="connsiteY13" fmla="*/ 15741 h 70829"/>
                  <a:gd name="connsiteX14" fmla="*/ 10581 w 49188"/>
                  <a:gd name="connsiteY14" fmla="*/ 45275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02" y="71105"/>
                    </a:moveTo>
                    <a:lnTo>
                      <a:pt x="29215" y="53008"/>
                    </a:lnTo>
                    <a:lnTo>
                      <a:pt x="325" y="53008"/>
                    </a:lnTo>
                    <a:lnTo>
                      <a:pt x="2151" y="44363"/>
                    </a:lnTo>
                    <a:lnTo>
                      <a:pt x="41834" y="275"/>
                    </a:lnTo>
                    <a:lnTo>
                      <a:pt x="48976" y="275"/>
                    </a:lnTo>
                    <a:lnTo>
                      <a:pt x="39525" y="45275"/>
                    </a:lnTo>
                    <a:lnTo>
                      <a:pt x="49513" y="45275"/>
                    </a:lnTo>
                    <a:lnTo>
                      <a:pt x="47902" y="53008"/>
                    </a:lnTo>
                    <a:lnTo>
                      <a:pt x="37968" y="53008"/>
                    </a:lnTo>
                    <a:lnTo>
                      <a:pt x="34155" y="71105"/>
                    </a:lnTo>
                    <a:lnTo>
                      <a:pt x="25402" y="71105"/>
                    </a:lnTo>
                    <a:moveTo>
                      <a:pt x="30826" y="45275"/>
                    </a:moveTo>
                    <a:lnTo>
                      <a:pt x="37001" y="15741"/>
                    </a:lnTo>
                    <a:lnTo>
                      <a:pt x="10581" y="4527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42" name="Freihandform: Form 441">
                <a:extLst>
                  <a:ext uri="{FF2B5EF4-FFF2-40B4-BE49-F238E27FC236}">
                    <a16:creationId xmlns:a16="http://schemas.microsoft.com/office/drawing/2014/main" id="{7063AEC7-5464-384B-B956-1BDC1BCE39DB}"/>
                  </a:ext>
                </a:extLst>
              </p:cNvPr>
              <p:cNvSpPr/>
              <p:nvPr/>
            </p:nvSpPr>
            <p:spPr>
              <a:xfrm>
                <a:off x="8275188" y="4313814"/>
                <a:ext cx="46933" cy="69862"/>
              </a:xfrm>
              <a:custGeom>
                <a:avLst/>
                <a:gdLst>
                  <a:gd name="connsiteX0" fmla="*/ 2692 w 46933"/>
                  <a:gd name="connsiteY0" fmla="*/ 70138 h 69862"/>
                  <a:gd name="connsiteX1" fmla="*/ 7632 w 46933"/>
                  <a:gd name="connsiteY1" fmla="*/ 52954 h 69862"/>
                  <a:gd name="connsiteX2" fmla="*/ 19446 w 46933"/>
                  <a:gd name="connsiteY2" fmla="*/ 28843 h 69862"/>
                  <a:gd name="connsiteX3" fmla="*/ 35663 w 46933"/>
                  <a:gd name="connsiteY3" fmla="*/ 8277 h 69862"/>
                  <a:gd name="connsiteX4" fmla="*/ 329 w 46933"/>
                  <a:gd name="connsiteY4" fmla="*/ 8277 h 69862"/>
                  <a:gd name="connsiteX5" fmla="*/ 2047 w 46933"/>
                  <a:gd name="connsiteY5" fmla="*/ 275 h 69862"/>
                  <a:gd name="connsiteX6" fmla="*/ 47262 w 46933"/>
                  <a:gd name="connsiteY6" fmla="*/ 275 h 69862"/>
                  <a:gd name="connsiteX7" fmla="*/ 45597 w 46933"/>
                  <a:gd name="connsiteY7" fmla="*/ 8277 h 69862"/>
                  <a:gd name="connsiteX8" fmla="*/ 25514 w 46933"/>
                  <a:gd name="connsiteY8" fmla="*/ 34321 h 69862"/>
                  <a:gd name="connsiteX9" fmla="*/ 11820 w 46933"/>
                  <a:gd name="connsiteY9" fmla="*/ 70138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92" y="70138"/>
                    </a:moveTo>
                    <a:cubicBezTo>
                      <a:pt x="3497" y="65359"/>
                      <a:pt x="5108" y="59613"/>
                      <a:pt x="7632" y="52954"/>
                    </a:cubicBezTo>
                    <a:cubicBezTo>
                      <a:pt x="10639" y="44846"/>
                      <a:pt x="14559" y="36791"/>
                      <a:pt x="19446" y="28843"/>
                    </a:cubicBezTo>
                    <a:cubicBezTo>
                      <a:pt x="24279" y="20842"/>
                      <a:pt x="29702" y="14022"/>
                      <a:pt x="35663" y="8277"/>
                    </a:cubicBezTo>
                    <a:lnTo>
                      <a:pt x="329" y="8277"/>
                    </a:lnTo>
                    <a:lnTo>
                      <a:pt x="2047" y="275"/>
                    </a:lnTo>
                    <a:lnTo>
                      <a:pt x="47262" y="275"/>
                    </a:lnTo>
                    <a:lnTo>
                      <a:pt x="45597" y="8277"/>
                    </a:lnTo>
                    <a:cubicBezTo>
                      <a:pt x="37972" y="14989"/>
                      <a:pt x="31259" y="23688"/>
                      <a:pt x="25514" y="34321"/>
                    </a:cubicBezTo>
                    <a:cubicBezTo>
                      <a:pt x="18855" y="46618"/>
                      <a:pt x="14291" y="58539"/>
                      <a:pt x="11820" y="7013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43" name="Grafik 4">
              <a:extLst>
                <a:ext uri="{FF2B5EF4-FFF2-40B4-BE49-F238E27FC236}">
                  <a16:creationId xmlns:a16="http://schemas.microsoft.com/office/drawing/2014/main" id="{E024A072-5B03-55E6-F1AC-6D590B746E17}"/>
                </a:ext>
              </a:extLst>
            </p:cNvPr>
            <p:cNvGrpSpPr/>
            <p:nvPr/>
          </p:nvGrpSpPr>
          <p:grpSpPr>
            <a:xfrm>
              <a:off x="7549719" y="4817242"/>
              <a:ext cx="544119" cy="73245"/>
              <a:chOff x="7549719" y="4817242"/>
              <a:chExt cx="544119" cy="73245"/>
            </a:xfrm>
            <a:solidFill>
              <a:srgbClr val="000000"/>
            </a:solidFill>
          </p:grpSpPr>
          <p:sp>
            <p:nvSpPr>
              <p:cNvPr id="444" name="Freihandform: Form 443">
                <a:extLst>
                  <a:ext uri="{FF2B5EF4-FFF2-40B4-BE49-F238E27FC236}">
                    <a16:creationId xmlns:a16="http://schemas.microsoft.com/office/drawing/2014/main" id="{600CD776-E392-346E-9D7D-27EE40960FD7}"/>
                  </a:ext>
                </a:extLst>
              </p:cNvPr>
              <p:cNvSpPr/>
              <p:nvPr/>
            </p:nvSpPr>
            <p:spPr>
              <a:xfrm>
                <a:off x="7549719" y="4817242"/>
                <a:ext cx="66211" cy="73245"/>
              </a:xfrm>
              <a:custGeom>
                <a:avLst/>
                <a:gdLst>
                  <a:gd name="connsiteX0" fmla="*/ 31207 w 66211"/>
                  <a:gd name="connsiteY0" fmla="*/ 44453 h 73245"/>
                  <a:gd name="connsiteX1" fmla="*/ 32925 w 66211"/>
                  <a:gd name="connsiteY1" fmla="*/ 36398 h 73245"/>
                  <a:gd name="connsiteX2" fmla="*/ 63910 w 66211"/>
                  <a:gd name="connsiteY2" fmla="*/ 36398 h 73245"/>
                  <a:gd name="connsiteX3" fmla="*/ 57895 w 66211"/>
                  <a:gd name="connsiteY3" fmla="*/ 65288 h 73245"/>
                  <a:gd name="connsiteX4" fmla="*/ 44524 w 66211"/>
                  <a:gd name="connsiteY4" fmla="*/ 71249 h 73245"/>
                  <a:gd name="connsiteX5" fmla="*/ 29811 w 66211"/>
                  <a:gd name="connsiteY5" fmla="*/ 73558 h 73245"/>
                  <a:gd name="connsiteX6" fmla="*/ 6720 w 66211"/>
                  <a:gd name="connsiteY6" fmla="*/ 64268 h 73245"/>
                  <a:gd name="connsiteX7" fmla="*/ 276 w 66211"/>
                  <a:gd name="connsiteY7" fmla="*/ 44023 h 73245"/>
                  <a:gd name="connsiteX8" fmla="*/ 5915 w 66211"/>
                  <a:gd name="connsiteY8" fmla="*/ 20772 h 73245"/>
                  <a:gd name="connsiteX9" fmla="*/ 20145 w 66211"/>
                  <a:gd name="connsiteY9" fmla="*/ 5306 h 73245"/>
                  <a:gd name="connsiteX10" fmla="*/ 39208 w 66211"/>
                  <a:gd name="connsiteY10" fmla="*/ 312 h 73245"/>
                  <a:gd name="connsiteX11" fmla="*/ 52740 w 66211"/>
                  <a:gd name="connsiteY11" fmla="*/ 3051 h 73245"/>
                  <a:gd name="connsiteX12" fmla="*/ 61923 w 66211"/>
                  <a:gd name="connsiteY12" fmla="*/ 10354 h 73245"/>
                  <a:gd name="connsiteX13" fmla="*/ 66487 w 66211"/>
                  <a:gd name="connsiteY13" fmla="*/ 22275 h 73245"/>
                  <a:gd name="connsiteX14" fmla="*/ 57197 w 66211"/>
                  <a:gd name="connsiteY14" fmla="*/ 23296 h 73245"/>
                  <a:gd name="connsiteX15" fmla="*/ 51022 w 66211"/>
                  <a:gd name="connsiteY15" fmla="*/ 12072 h 73245"/>
                  <a:gd name="connsiteX16" fmla="*/ 38886 w 66211"/>
                  <a:gd name="connsiteY16" fmla="*/ 8206 h 73245"/>
                  <a:gd name="connsiteX17" fmla="*/ 24548 w 66211"/>
                  <a:gd name="connsiteY17" fmla="*/ 12395 h 73245"/>
                  <a:gd name="connsiteX18" fmla="*/ 13862 w 66211"/>
                  <a:gd name="connsiteY18" fmla="*/ 25014 h 73245"/>
                  <a:gd name="connsiteX19" fmla="*/ 9888 w 66211"/>
                  <a:gd name="connsiteY19" fmla="*/ 44131 h 73245"/>
                  <a:gd name="connsiteX20" fmla="*/ 15151 w 66211"/>
                  <a:gd name="connsiteY20" fmla="*/ 60294 h 73245"/>
                  <a:gd name="connsiteX21" fmla="*/ 29703 w 66211"/>
                  <a:gd name="connsiteY21" fmla="*/ 65772 h 73245"/>
                  <a:gd name="connsiteX22" fmla="*/ 49572 w 66211"/>
                  <a:gd name="connsiteY22" fmla="*/ 59650 h 73245"/>
                  <a:gd name="connsiteX23" fmla="*/ 52740 w 66211"/>
                  <a:gd name="connsiteY23" fmla="*/ 44453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6211" h="73245">
                    <a:moveTo>
                      <a:pt x="31207" y="44453"/>
                    </a:moveTo>
                    <a:lnTo>
                      <a:pt x="32925" y="36398"/>
                    </a:lnTo>
                    <a:lnTo>
                      <a:pt x="63910" y="36398"/>
                    </a:lnTo>
                    <a:lnTo>
                      <a:pt x="57895" y="65288"/>
                    </a:lnTo>
                    <a:cubicBezTo>
                      <a:pt x="53975" y="67705"/>
                      <a:pt x="49518" y="69745"/>
                      <a:pt x="44524" y="71249"/>
                    </a:cubicBezTo>
                    <a:cubicBezTo>
                      <a:pt x="39530" y="72806"/>
                      <a:pt x="34644" y="73558"/>
                      <a:pt x="29811" y="73558"/>
                    </a:cubicBezTo>
                    <a:cubicBezTo>
                      <a:pt x="19501" y="73558"/>
                      <a:pt x="11821" y="70497"/>
                      <a:pt x="6720" y="64268"/>
                    </a:cubicBezTo>
                    <a:cubicBezTo>
                      <a:pt x="2424" y="59006"/>
                      <a:pt x="276" y="52240"/>
                      <a:pt x="276" y="44023"/>
                    </a:cubicBezTo>
                    <a:cubicBezTo>
                      <a:pt x="276" y="35485"/>
                      <a:pt x="2156" y="27753"/>
                      <a:pt x="5915" y="20772"/>
                    </a:cubicBezTo>
                    <a:cubicBezTo>
                      <a:pt x="9673" y="13791"/>
                      <a:pt x="14399" y="8636"/>
                      <a:pt x="20145" y="5306"/>
                    </a:cubicBezTo>
                    <a:cubicBezTo>
                      <a:pt x="25837" y="1977"/>
                      <a:pt x="32174" y="312"/>
                      <a:pt x="39208" y="312"/>
                    </a:cubicBezTo>
                    <a:cubicBezTo>
                      <a:pt x="44202" y="312"/>
                      <a:pt x="48713" y="1225"/>
                      <a:pt x="52740" y="3051"/>
                    </a:cubicBezTo>
                    <a:cubicBezTo>
                      <a:pt x="56714" y="4877"/>
                      <a:pt x="59775" y="7293"/>
                      <a:pt x="61923" y="10354"/>
                    </a:cubicBezTo>
                    <a:cubicBezTo>
                      <a:pt x="64017" y="13415"/>
                      <a:pt x="65574" y="17389"/>
                      <a:pt x="66487" y="22275"/>
                    </a:cubicBezTo>
                    <a:lnTo>
                      <a:pt x="57197" y="23296"/>
                    </a:lnTo>
                    <a:cubicBezTo>
                      <a:pt x="56231" y="18409"/>
                      <a:pt x="54137" y="14704"/>
                      <a:pt x="51022" y="12072"/>
                    </a:cubicBezTo>
                    <a:cubicBezTo>
                      <a:pt x="47854" y="9495"/>
                      <a:pt x="43826" y="8206"/>
                      <a:pt x="38886" y="8206"/>
                    </a:cubicBezTo>
                    <a:cubicBezTo>
                      <a:pt x="33785" y="8206"/>
                      <a:pt x="29005" y="9602"/>
                      <a:pt x="24548" y="12395"/>
                    </a:cubicBezTo>
                    <a:cubicBezTo>
                      <a:pt x="20091" y="15187"/>
                      <a:pt x="16547" y="19376"/>
                      <a:pt x="13862" y="25014"/>
                    </a:cubicBezTo>
                    <a:cubicBezTo>
                      <a:pt x="11231" y="30599"/>
                      <a:pt x="9888" y="36989"/>
                      <a:pt x="9888" y="44131"/>
                    </a:cubicBezTo>
                    <a:cubicBezTo>
                      <a:pt x="9888" y="51273"/>
                      <a:pt x="11660" y="56643"/>
                      <a:pt x="15151" y="60294"/>
                    </a:cubicBezTo>
                    <a:cubicBezTo>
                      <a:pt x="18695" y="63946"/>
                      <a:pt x="23528" y="65772"/>
                      <a:pt x="29703" y="65772"/>
                    </a:cubicBezTo>
                    <a:cubicBezTo>
                      <a:pt x="35879" y="65772"/>
                      <a:pt x="42484" y="63731"/>
                      <a:pt x="49572" y="59650"/>
                    </a:cubicBezTo>
                    <a:lnTo>
                      <a:pt x="52740" y="4445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45" name="Freihandform: Form 444">
                <a:extLst>
                  <a:ext uri="{FF2B5EF4-FFF2-40B4-BE49-F238E27FC236}">
                    <a16:creationId xmlns:a16="http://schemas.microsoft.com/office/drawing/2014/main" id="{E4EFA316-7B34-44C4-C51D-070FE3EA76DE}"/>
                  </a:ext>
                </a:extLst>
              </p:cNvPr>
              <p:cNvSpPr/>
              <p:nvPr/>
            </p:nvSpPr>
            <p:spPr>
              <a:xfrm>
                <a:off x="7621077" y="4818477"/>
                <a:ext cx="47953" cy="70829"/>
              </a:xfrm>
              <a:custGeom>
                <a:avLst/>
                <a:gdLst>
                  <a:gd name="connsiteX0" fmla="*/ 282 w 47953"/>
                  <a:gd name="connsiteY0" fmla="*/ 71142 h 70829"/>
                  <a:gd name="connsiteX1" fmla="*/ 15049 w 47953"/>
                  <a:gd name="connsiteY1" fmla="*/ 312 h 70829"/>
                  <a:gd name="connsiteX2" fmla="*/ 24554 w 47953"/>
                  <a:gd name="connsiteY2" fmla="*/ 312 h 70829"/>
                  <a:gd name="connsiteX3" fmla="*/ 11451 w 47953"/>
                  <a:gd name="connsiteY3" fmla="*/ 63140 h 70829"/>
                  <a:gd name="connsiteX4" fmla="*/ 48235 w 47953"/>
                  <a:gd name="connsiteY4" fmla="*/ 63140 h 70829"/>
                  <a:gd name="connsiteX5" fmla="*/ 46517 w 47953"/>
                  <a:gd name="connsiteY5" fmla="*/ 71142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53" h="70829">
                    <a:moveTo>
                      <a:pt x="282" y="71142"/>
                    </a:moveTo>
                    <a:lnTo>
                      <a:pt x="15049" y="312"/>
                    </a:lnTo>
                    <a:lnTo>
                      <a:pt x="24554" y="312"/>
                    </a:lnTo>
                    <a:lnTo>
                      <a:pt x="11451" y="63140"/>
                    </a:lnTo>
                    <a:lnTo>
                      <a:pt x="48235" y="63140"/>
                    </a:lnTo>
                    <a:lnTo>
                      <a:pt x="46517" y="7114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46" name="Freihandform: Form 445">
                <a:extLst>
                  <a:ext uri="{FF2B5EF4-FFF2-40B4-BE49-F238E27FC236}">
                    <a16:creationId xmlns:a16="http://schemas.microsoft.com/office/drawing/2014/main" id="{70C3CE44-FCFB-C062-C700-F3CA476F530D}"/>
                  </a:ext>
                </a:extLst>
              </p:cNvPr>
              <p:cNvSpPr/>
              <p:nvPr/>
            </p:nvSpPr>
            <p:spPr>
              <a:xfrm>
                <a:off x="7681115" y="4817242"/>
                <a:ext cx="63311" cy="73245"/>
              </a:xfrm>
              <a:custGeom>
                <a:avLst/>
                <a:gdLst>
                  <a:gd name="connsiteX0" fmla="*/ 51032 w 63311"/>
                  <a:gd name="connsiteY0" fmla="*/ 47460 h 73245"/>
                  <a:gd name="connsiteX1" fmla="*/ 60375 w 63311"/>
                  <a:gd name="connsiteY1" fmla="*/ 48749 h 73245"/>
                  <a:gd name="connsiteX2" fmla="*/ 47434 w 63311"/>
                  <a:gd name="connsiteY2" fmla="*/ 67329 h 73245"/>
                  <a:gd name="connsiteX3" fmla="*/ 28317 w 63311"/>
                  <a:gd name="connsiteY3" fmla="*/ 73558 h 73245"/>
                  <a:gd name="connsiteX4" fmla="*/ 7857 w 63311"/>
                  <a:gd name="connsiteY4" fmla="*/ 65718 h 73245"/>
                  <a:gd name="connsiteX5" fmla="*/ 286 w 63311"/>
                  <a:gd name="connsiteY5" fmla="*/ 43164 h 73245"/>
                  <a:gd name="connsiteX6" fmla="*/ 11831 w 63311"/>
                  <a:gd name="connsiteY6" fmla="*/ 11482 h 73245"/>
                  <a:gd name="connsiteX7" fmla="*/ 37285 w 63311"/>
                  <a:gd name="connsiteY7" fmla="*/ 312 h 73245"/>
                  <a:gd name="connsiteX8" fmla="*/ 55542 w 63311"/>
                  <a:gd name="connsiteY8" fmla="*/ 6380 h 73245"/>
                  <a:gd name="connsiteX9" fmla="*/ 63597 w 63311"/>
                  <a:gd name="connsiteY9" fmla="*/ 22598 h 73245"/>
                  <a:gd name="connsiteX10" fmla="*/ 54791 w 63311"/>
                  <a:gd name="connsiteY10" fmla="*/ 23403 h 73245"/>
                  <a:gd name="connsiteX11" fmla="*/ 48991 w 63311"/>
                  <a:gd name="connsiteY11" fmla="*/ 11965 h 73245"/>
                  <a:gd name="connsiteX12" fmla="*/ 37714 w 63311"/>
                  <a:gd name="connsiteY12" fmla="*/ 8152 h 73245"/>
                  <a:gd name="connsiteX13" fmla="*/ 16664 w 63311"/>
                  <a:gd name="connsiteY13" fmla="*/ 19698 h 73245"/>
                  <a:gd name="connsiteX14" fmla="*/ 9737 w 63311"/>
                  <a:gd name="connsiteY14" fmla="*/ 43325 h 73245"/>
                  <a:gd name="connsiteX15" fmla="*/ 15107 w 63311"/>
                  <a:gd name="connsiteY15" fmla="*/ 60026 h 73245"/>
                  <a:gd name="connsiteX16" fmla="*/ 29069 w 63311"/>
                  <a:gd name="connsiteY16" fmla="*/ 65772 h 73245"/>
                  <a:gd name="connsiteX17" fmla="*/ 42332 w 63311"/>
                  <a:gd name="connsiteY17" fmla="*/ 60992 h 73245"/>
                  <a:gd name="connsiteX18" fmla="*/ 51032 w 63311"/>
                  <a:gd name="connsiteY18" fmla="*/ 47460 h 7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3311" h="73245">
                    <a:moveTo>
                      <a:pt x="51032" y="47460"/>
                    </a:moveTo>
                    <a:lnTo>
                      <a:pt x="60375" y="48749"/>
                    </a:lnTo>
                    <a:cubicBezTo>
                      <a:pt x="57422" y="56911"/>
                      <a:pt x="53072" y="63140"/>
                      <a:pt x="47434" y="67329"/>
                    </a:cubicBezTo>
                    <a:cubicBezTo>
                      <a:pt x="41742" y="71464"/>
                      <a:pt x="35405" y="73558"/>
                      <a:pt x="28317" y="73558"/>
                    </a:cubicBezTo>
                    <a:cubicBezTo>
                      <a:pt x="19725" y="73558"/>
                      <a:pt x="12905" y="70981"/>
                      <a:pt x="7857" y="65718"/>
                    </a:cubicBezTo>
                    <a:cubicBezTo>
                      <a:pt x="2810" y="60455"/>
                      <a:pt x="286" y="52938"/>
                      <a:pt x="286" y="43164"/>
                    </a:cubicBezTo>
                    <a:cubicBezTo>
                      <a:pt x="286" y="30384"/>
                      <a:pt x="4152" y="19805"/>
                      <a:pt x="11831" y="11482"/>
                    </a:cubicBezTo>
                    <a:cubicBezTo>
                      <a:pt x="18651" y="4017"/>
                      <a:pt x="27135" y="312"/>
                      <a:pt x="37285" y="312"/>
                    </a:cubicBezTo>
                    <a:cubicBezTo>
                      <a:pt x="44802" y="312"/>
                      <a:pt x="50870" y="2353"/>
                      <a:pt x="55542" y="6380"/>
                    </a:cubicBezTo>
                    <a:cubicBezTo>
                      <a:pt x="60160" y="10408"/>
                      <a:pt x="62899" y="15778"/>
                      <a:pt x="63597" y="22598"/>
                    </a:cubicBezTo>
                    <a:lnTo>
                      <a:pt x="54791" y="23403"/>
                    </a:lnTo>
                    <a:cubicBezTo>
                      <a:pt x="53824" y="18302"/>
                      <a:pt x="51891" y="14489"/>
                      <a:pt x="48991" y="11965"/>
                    </a:cubicBezTo>
                    <a:cubicBezTo>
                      <a:pt x="46091" y="9387"/>
                      <a:pt x="42332" y="8152"/>
                      <a:pt x="37714" y="8152"/>
                    </a:cubicBezTo>
                    <a:cubicBezTo>
                      <a:pt x="29069" y="8152"/>
                      <a:pt x="22034" y="12019"/>
                      <a:pt x="16664" y="19698"/>
                    </a:cubicBezTo>
                    <a:cubicBezTo>
                      <a:pt x="12046" y="26356"/>
                      <a:pt x="9737" y="34197"/>
                      <a:pt x="9737" y="43325"/>
                    </a:cubicBezTo>
                    <a:cubicBezTo>
                      <a:pt x="9737" y="50629"/>
                      <a:pt x="11509" y="56160"/>
                      <a:pt x="15107" y="60026"/>
                    </a:cubicBezTo>
                    <a:cubicBezTo>
                      <a:pt x="18651" y="63839"/>
                      <a:pt x="23323" y="65772"/>
                      <a:pt x="29069" y="65772"/>
                    </a:cubicBezTo>
                    <a:cubicBezTo>
                      <a:pt x="33955" y="65772"/>
                      <a:pt x="38412" y="64161"/>
                      <a:pt x="42332" y="60992"/>
                    </a:cubicBezTo>
                    <a:cubicBezTo>
                      <a:pt x="46306" y="57771"/>
                      <a:pt x="49206" y="53260"/>
                      <a:pt x="51032" y="4746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47" name="Freihandform: Form 446">
                <a:extLst>
                  <a:ext uri="{FF2B5EF4-FFF2-40B4-BE49-F238E27FC236}">
                    <a16:creationId xmlns:a16="http://schemas.microsoft.com/office/drawing/2014/main" id="{5A6D7A04-65EC-0F0C-058A-0ACBFC2959A3}"/>
                  </a:ext>
                </a:extLst>
              </p:cNvPr>
              <p:cNvSpPr/>
              <p:nvPr/>
            </p:nvSpPr>
            <p:spPr>
              <a:xfrm>
                <a:off x="7748142" y="4818477"/>
                <a:ext cx="49188" cy="70829"/>
              </a:xfrm>
              <a:custGeom>
                <a:avLst/>
                <a:gdLst>
                  <a:gd name="connsiteX0" fmla="*/ 25368 w 49188"/>
                  <a:gd name="connsiteY0" fmla="*/ 71142 h 70829"/>
                  <a:gd name="connsiteX1" fmla="*/ 29181 w 49188"/>
                  <a:gd name="connsiteY1" fmla="*/ 53045 h 70829"/>
                  <a:gd name="connsiteX2" fmla="*/ 291 w 49188"/>
                  <a:gd name="connsiteY2" fmla="*/ 53045 h 70829"/>
                  <a:gd name="connsiteX3" fmla="*/ 2117 w 49188"/>
                  <a:gd name="connsiteY3" fmla="*/ 44399 h 70829"/>
                  <a:gd name="connsiteX4" fmla="*/ 41801 w 49188"/>
                  <a:gd name="connsiteY4" fmla="*/ 312 h 70829"/>
                  <a:gd name="connsiteX5" fmla="*/ 48943 w 49188"/>
                  <a:gd name="connsiteY5" fmla="*/ 312 h 70829"/>
                  <a:gd name="connsiteX6" fmla="*/ 39491 w 49188"/>
                  <a:gd name="connsiteY6" fmla="*/ 45312 h 70829"/>
                  <a:gd name="connsiteX7" fmla="*/ 49479 w 49188"/>
                  <a:gd name="connsiteY7" fmla="*/ 45312 h 70829"/>
                  <a:gd name="connsiteX8" fmla="*/ 47868 w 49188"/>
                  <a:gd name="connsiteY8" fmla="*/ 53045 h 70829"/>
                  <a:gd name="connsiteX9" fmla="*/ 37934 w 49188"/>
                  <a:gd name="connsiteY9" fmla="*/ 53045 h 70829"/>
                  <a:gd name="connsiteX10" fmla="*/ 34121 w 49188"/>
                  <a:gd name="connsiteY10" fmla="*/ 71142 h 70829"/>
                  <a:gd name="connsiteX11" fmla="*/ 25368 w 49188"/>
                  <a:gd name="connsiteY11" fmla="*/ 71142 h 70829"/>
                  <a:gd name="connsiteX12" fmla="*/ 30792 w 49188"/>
                  <a:gd name="connsiteY12" fmla="*/ 45312 h 70829"/>
                  <a:gd name="connsiteX13" fmla="*/ 36968 w 49188"/>
                  <a:gd name="connsiteY13" fmla="*/ 15778 h 70829"/>
                  <a:gd name="connsiteX14" fmla="*/ 10548 w 49188"/>
                  <a:gd name="connsiteY14" fmla="*/ 45312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68" y="71142"/>
                    </a:moveTo>
                    <a:lnTo>
                      <a:pt x="29181" y="53045"/>
                    </a:lnTo>
                    <a:lnTo>
                      <a:pt x="291" y="53045"/>
                    </a:lnTo>
                    <a:lnTo>
                      <a:pt x="2117" y="44399"/>
                    </a:lnTo>
                    <a:lnTo>
                      <a:pt x="41801" y="312"/>
                    </a:lnTo>
                    <a:lnTo>
                      <a:pt x="48943" y="312"/>
                    </a:lnTo>
                    <a:lnTo>
                      <a:pt x="39491" y="45312"/>
                    </a:lnTo>
                    <a:lnTo>
                      <a:pt x="49479" y="45312"/>
                    </a:lnTo>
                    <a:lnTo>
                      <a:pt x="47868" y="53045"/>
                    </a:lnTo>
                    <a:lnTo>
                      <a:pt x="37934" y="53045"/>
                    </a:lnTo>
                    <a:lnTo>
                      <a:pt x="34121" y="71142"/>
                    </a:lnTo>
                    <a:lnTo>
                      <a:pt x="25368" y="71142"/>
                    </a:lnTo>
                    <a:moveTo>
                      <a:pt x="30792" y="45312"/>
                    </a:moveTo>
                    <a:lnTo>
                      <a:pt x="36968" y="15778"/>
                    </a:lnTo>
                    <a:lnTo>
                      <a:pt x="10548" y="4531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48" name="Freihandform: Form 447">
                <a:extLst>
                  <a:ext uri="{FF2B5EF4-FFF2-40B4-BE49-F238E27FC236}">
                    <a16:creationId xmlns:a16="http://schemas.microsoft.com/office/drawing/2014/main" id="{32F59CB4-181F-1BE1-44C7-B9DDBAE49B14}"/>
                  </a:ext>
                </a:extLst>
              </p:cNvPr>
              <p:cNvSpPr/>
              <p:nvPr/>
            </p:nvSpPr>
            <p:spPr>
              <a:xfrm>
                <a:off x="7805548" y="4819443"/>
                <a:ext cx="49779" cy="71044"/>
              </a:xfrm>
              <a:custGeom>
                <a:avLst/>
                <a:gdLst>
                  <a:gd name="connsiteX0" fmla="*/ 349 w 49779"/>
                  <a:gd name="connsiteY0" fmla="*/ 49930 h 71044"/>
                  <a:gd name="connsiteX1" fmla="*/ 9209 w 49779"/>
                  <a:gd name="connsiteY1" fmla="*/ 49071 h 71044"/>
                  <a:gd name="connsiteX2" fmla="*/ 9102 w 49779"/>
                  <a:gd name="connsiteY2" fmla="*/ 51327 h 71044"/>
                  <a:gd name="connsiteX3" fmla="*/ 10766 w 49779"/>
                  <a:gd name="connsiteY3" fmla="*/ 57770 h 71044"/>
                  <a:gd name="connsiteX4" fmla="*/ 15170 w 49779"/>
                  <a:gd name="connsiteY4" fmla="*/ 62711 h 71044"/>
                  <a:gd name="connsiteX5" fmla="*/ 21023 w 49779"/>
                  <a:gd name="connsiteY5" fmla="*/ 64429 h 71044"/>
                  <a:gd name="connsiteX6" fmla="*/ 29293 w 49779"/>
                  <a:gd name="connsiteY6" fmla="*/ 61637 h 71044"/>
                  <a:gd name="connsiteX7" fmla="*/ 36112 w 49779"/>
                  <a:gd name="connsiteY7" fmla="*/ 53475 h 71044"/>
                  <a:gd name="connsiteX8" fmla="*/ 38690 w 49779"/>
                  <a:gd name="connsiteY8" fmla="*/ 42842 h 71044"/>
                  <a:gd name="connsiteX9" fmla="*/ 35199 w 49779"/>
                  <a:gd name="connsiteY9" fmla="*/ 33284 h 71044"/>
                  <a:gd name="connsiteX10" fmla="*/ 26017 w 49779"/>
                  <a:gd name="connsiteY10" fmla="*/ 29739 h 71044"/>
                  <a:gd name="connsiteX11" fmla="*/ 18768 w 49779"/>
                  <a:gd name="connsiteY11" fmla="*/ 31565 h 71044"/>
                  <a:gd name="connsiteX12" fmla="*/ 12431 w 49779"/>
                  <a:gd name="connsiteY12" fmla="*/ 37096 h 71044"/>
                  <a:gd name="connsiteX13" fmla="*/ 4752 w 49779"/>
                  <a:gd name="connsiteY13" fmla="*/ 36559 h 71044"/>
                  <a:gd name="connsiteX14" fmla="*/ 15438 w 49779"/>
                  <a:gd name="connsiteY14" fmla="*/ 312 h 71044"/>
                  <a:gd name="connsiteX15" fmla="*/ 50074 w 49779"/>
                  <a:gd name="connsiteY15" fmla="*/ 312 h 71044"/>
                  <a:gd name="connsiteX16" fmla="*/ 48356 w 49779"/>
                  <a:gd name="connsiteY16" fmla="*/ 8313 h 71044"/>
                  <a:gd name="connsiteX17" fmla="*/ 21452 w 49779"/>
                  <a:gd name="connsiteY17" fmla="*/ 8313 h 71044"/>
                  <a:gd name="connsiteX18" fmla="*/ 16136 w 49779"/>
                  <a:gd name="connsiteY18" fmla="*/ 26356 h 71044"/>
                  <a:gd name="connsiteX19" fmla="*/ 22312 w 49779"/>
                  <a:gd name="connsiteY19" fmla="*/ 23081 h 71044"/>
                  <a:gd name="connsiteX20" fmla="*/ 28809 w 49779"/>
                  <a:gd name="connsiteY20" fmla="*/ 22007 h 71044"/>
                  <a:gd name="connsiteX21" fmla="*/ 42127 w 49779"/>
                  <a:gd name="connsiteY21" fmla="*/ 27377 h 71044"/>
                  <a:gd name="connsiteX22" fmla="*/ 47336 w 49779"/>
                  <a:gd name="connsiteY22" fmla="*/ 42037 h 71044"/>
                  <a:gd name="connsiteX23" fmla="*/ 43791 w 49779"/>
                  <a:gd name="connsiteY23" fmla="*/ 57126 h 71044"/>
                  <a:gd name="connsiteX24" fmla="*/ 33964 w 49779"/>
                  <a:gd name="connsiteY24" fmla="*/ 67705 h 71044"/>
                  <a:gd name="connsiteX25" fmla="*/ 20432 w 49779"/>
                  <a:gd name="connsiteY25" fmla="*/ 71356 h 71044"/>
                  <a:gd name="connsiteX26" fmla="*/ 9639 w 49779"/>
                  <a:gd name="connsiteY26" fmla="*/ 68618 h 71044"/>
                  <a:gd name="connsiteX27" fmla="*/ 2604 w 49779"/>
                  <a:gd name="connsiteY27" fmla="*/ 61046 h 71044"/>
                  <a:gd name="connsiteX28" fmla="*/ 295 w 49779"/>
                  <a:gd name="connsiteY28" fmla="*/ 51380 h 71044"/>
                  <a:gd name="connsiteX29" fmla="*/ 349 w 49779"/>
                  <a:gd name="connsiteY29" fmla="*/ 49930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49" y="49930"/>
                    </a:moveTo>
                    <a:lnTo>
                      <a:pt x="9209" y="49071"/>
                    </a:lnTo>
                    <a:cubicBezTo>
                      <a:pt x="9155" y="50306"/>
                      <a:pt x="9102" y="51058"/>
                      <a:pt x="9102" y="51327"/>
                    </a:cubicBezTo>
                    <a:cubicBezTo>
                      <a:pt x="9102" y="53475"/>
                      <a:pt x="9692" y="55623"/>
                      <a:pt x="10766" y="57770"/>
                    </a:cubicBezTo>
                    <a:cubicBezTo>
                      <a:pt x="11840" y="59918"/>
                      <a:pt x="13290" y="61583"/>
                      <a:pt x="15170" y="62711"/>
                    </a:cubicBezTo>
                    <a:cubicBezTo>
                      <a:pt x="16995" y="63838"/>
                      <a:pt x="18929" y="64429"/>
                      <a:pt x="21023" y="64429"/>
                    </a:cubicBezTo>
                    <a:cubicBezTo>
                      <a:pt x="23708" y="64429"/>
                      <a:pt x="26500" y="63516"/>
                      <a:pt x="29293" y="61637"/>
                    </a:cubicBezTo>
                    <a:cubicBezTo>
                      <a:pt x="32085" y="59757"/>
                      <a:pt x="34340" y="57019"/>
                      <a:pt x="36112" y="53475"/>
                    </a:cubicBezTo>
                    <a:cubicBezTo>
                      <a:pt x="37831" y="49877"/>
                      <a:pt x="38690" y="46332"/>
                      <a:pt x="38690" y="42842"/>
                    </a:cubicBezTo>
                    <a:cubicBezTo>
                      <a:pt x="38690" y="38868"/>
                      <a:pt x="37562" y="35700"/>
                      <a:pt x="35199" y="33284"/>
                    </a:cubicBezTo>
                    <a:cubicBezTo>
                      <a:pt x="32890" y="30921"/>
                      <a:pt x="29776" y="29739"/>
                      <a:pt x="26017" y="29739"/>
                    </a:cubicBezTo>
                    <a:cubicBezTo>
                      <a:pt x="23439" y="29739"/>
                      <a:pt x="21023" y="30330"/>
                      <a:pt x="18768" y="31565"/>
                    </a:cubicBezTo>
                    <a:cubicBezTo>
                      <a:pt x="16512" y="32800"/>
                      <a:pt x="14364" y="34626"/>
                      <a:pt x="12431" y="37096"/>
                    </a:cubicBezTo>
                    <a:lnTo>
                      <a:pt x="4752" y="36559"/>
                    </a:lnTo>
                    <a:lnTo>
                      <a:pt x="15438" y="312"/>
                    </a:lnTo>
                    <a:lnTo>
                      <a:pt x="50074" y="312"/>
                    </a:lnTo>
                    <a:lnTo>
                      <a:pt x="48356" y="8313"/>
                    </a:lnTo>
                    <a:lnTo>
                      <a:pt x="21452" y="8313"/>
                    </a:lnTo>
                    <a:lnTo>
                      <a:pt x="16136" y="26356"/>
                    </a:lnTo>
                    <a:cubicBezTo>
                      <a:pt x="18123" y="24906"/>
                      <a:pt x="20164" y="23779"/>
                      <a:pt x="22312" y="23081"/>
                    </a:cubicBezTo>
                    <a:cubicBezTo>
                      <a:pt x="24406" y="22329"/>
                      <a:pt x="26554" y="22007"/>
                      <a:pt x="28809" y="22007"/>
                    </a:cubicBezTo>
                    <a:cubicBezTo>
                      <a:pt x="34233" y="22007"/>
                      <a:pt x="38636" y="23779"/>
                      <a:pt x="42127" y="27377"/>
                    </a:cubicBezTo>
                    <a:cubicBezTo>
                      <a:pt x="45617" y="30921"/>
                      <a:pt x="47336" y="35807"/>
                      <a:pt x="47336" y="42037"/>
                    </a:cubicBezTo>
                    <a:cubicBezTo>
                      <a:pt x="47336" y="47514"/>
                      <a:pt x="46154" y="52508"/>
                      <a:pt x="43791" y="57126"/>
                    </a:cubicBezTo>
                    <a:cubicBezTo>
                      <a:pt x="41375" y="61691"/>
                      <a:pt x="38099" y="65235"/>
                      <a:pt x="33964" y="67705"/>
                    </a:cubicBezTo>
                    <a:cubicBezTo>
                      <a:pt x="29776" y="70175"/>
                      <a:pt x="25265" y="71356"/>
                      <a:pt x="20432" y="71356"/>
                    </a:cubicBezTo>
                    <a:cubicBezTo>
                      <a:pt x="16351" y="71356"/>
                      <a:pt x="12807" y="70443"/>
                      <a:pt x="9639" y="68618"/>
                    </a:cubicBezTo>
                    <a:cubicBezTo>
                      <a:pt x="6524" y="66792"/>
                      <a:pt x="4215" y="64268"/>
                      <a:pt x="2604" y="61046"/>
                    </a:cubicBezTo>
                    <a:cubicBezTo>
                      <a:pt x="1047" y="57824"/>
                      <a:pt x="295" y="54602"/>
                      <a:pt x="295" y="51380"/>
                    </a:cubicBezTo>
                    <a:cubicBezTo>
                      <a:pt x="295" y="51058"/>
                      <a:pt x="295" y="50575"/>
                      <a:pt x="349" y="499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49" name="Freihandform: Form 448">
                <a:extLst>
                  <a:ext uri="{FF2B5EF4-FFF2-40B4-BE49-F238E27FC236}">
                    <a16:creationId xmlns:a16="http://schemas.microsoft.com/office/drawing/2014/main" id="{67BA8746-C922-3BF2-E8C3-E3E23D8E3812}"/>
                  </a:ext>
                </a:extLst>
              </p:cNvPr>
              <p:cNvSpPr/>
              <p:nvPr/>
            </p:nvSpPr>
            <p:spPr>
              <a:xfrm>
                <a:off x="7860698" y="4818155"/>
                <a:ext cx="48973" cy="72332"/>
              </a:xfrm>
              <a:custGeom>
                <a:avLst/>
                <a:gdLst>
                  <a:gd name="connsiteX0" fmla="*/ 299 w 48973"/>
                  <a:gd name="connsiteY0" fmla="*/ 48212 h 72332"/>
                  <a:gd name="connsiteX1" fmla="*/ 2984 w 48973"/>
                  <a:gd name="connsiteY1" fmla="*/ 29954 h 72332"/>
                  <a:gd name="connsiteX2" fmla="*/ 8998 w 48973"/>
                  <a:gd name="connsiteY2" fmla="*/ 15133 h 72332"/>
                  <a:gd name="connsiteX3" fmla="*/ 15764 w 48973"/>
                  <a:gd name="connsiteY3" fmla="*/ 6434 h 72332"/>
                  <a:gd name="connsiteX4" fmla="*/ 22745 w 48973"/>
                  <a:gd name="connsiteY4" fmla="*/ 1816 h 72332"/>
                  <a:gd name="connsiteX5" fmla="*/ 30263 w 48973"/>
                  <a:gd name="connsiteY5" fmla="*/ 312 h 72332"/>
                  <a:gd name="connsiteX6" fmla="*/ 43849 w 48973"/>
                  <a:gd name="connsiteY6" fmla="*/ 6380 h 72332"/>
                  <a:gd name="connsiteX7" fmla="*/ 49273 w 48973"/>
                  <a:gd name="connsiteY7" fmla="*/ 23833 h 72332"/>
                  <a:gd name="connsiteX8" fmla="*/ 45514 w 48973"/>
                  <a:gd name="connsiteY8" fmla="*/ 47084 h 72332"/>
                  <a:gd name="connsiteX9" fmla="*/ 33163 w 48973"/>
                  <a:gd name="connsiteY9" fmla="*/ 67490 h 72332"/>
                  <a:gd name="connsiteX10" fmla="*/ 19255 w 48973"/>
                  <a:gd name="connsiteY10" fmla="*/ 72645 h 72332"/>
                  <a:gd name="connsiteX11" fmla="*/ 5830 w 48973"/>
                  <a:gd name="connsiteY11" fmla="*/ 66416 h 72332"/>
                  <a:gd name="connsiteX12" fmla="*/ 299 w 48973"/>
                  <a:gd name="connsiteY12" fmla="*/ 48212 h 72332"/>
                  <a:gd name="connsiteX13" fmla="*/ 8783 w 48973"/>
                  <a:gd name="connsiteY13" fmla="*/ 50467 h 72332"/>
                  <a:gd name="connsiteX14" fmla="*/ 10931 w 48973"/>
                  <a:gd name="connsiteY14" fmla="*/ 60617 h 72332"/>
                  <a:gd name="connsiteX15" fmla="*/ 19684 w 48973"/>
                  <a:gd name="connsiteY15" fmla="*/ 65718 h 72332"/>
                  <a:gd name="connsiteX16" fmla="*/ 28921 w 48973"/>
                  <a:gd name="connsiteY16" fmla="*/ 61100 h 72332"/>
                  <a:gd name="connsiteX17" fmla="*/ 37942 w 48973"/>
                  <a:gd name="connsiteY17" fmla="*/ 42144 h 72332"/>
                  <a:gd name="connsiteX18" fmla="*/ 40949 w 48973"/>
                  <a:gd name="connsiteY18" fmla="*/ 21738 h 72332"/>
                  <a:gd name="connsiteX19" fmla="*/ 38050 w 48973"/>
                  <a:gd name="connsiteY19" fmla="*/ 10730 h 72332"/>
                  <a:gd name="connsiteX20" fmla="*/ 30317 w 48973"/>
                  <a:gd name="connsiteY20" fmla="*/ 7347 h 72332"/>
                  <a:gd name="connsiteX21" fmla="*/ 23819 w 48973"/>
                  <a:gd name="connsiteY21" fmla="*/ 9119 h 72332"/>
                  <a:gd name="connsiteX22" fmla="*/ 18073 w 48973"/>
                  <a:gd name="connsiteY22" fmla="*/ 15241 h 72332"/>
                  <a:gd name="connsiteX23" fmla="*/ 11254 w 48973"/>
                  <a:gd name="connsiteY23" fmla="*/ 33606 h 72332"/>
                  <a:gd name="connsiteX24" fmla="*/ 8783 w 48973"/>
                  <a:gd name="connsiteY24" fmla="*/ 50467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99" y="48212"/>
                    </a:moveTo>
                    <a:cubicBezTo>
                      <a:pt x="299" y="42251"/>
                      <a:pt x="1212" y="36130"/>
                      <a:pt x="2984" y="29954"/>
                    </a:cubicBezTo>
                    <a:cubicBezTo>
                      <a:pt x="4810" y="23779"/>
                      <a:pt x="6797" y="18839"/>
                      <a:pt x="8998" y="15133"/>
                    </a:cubicBezTo>
                    <a:cubicBezTo>
                      <a:pt x="11146" y="11428"/>
                      <a:pt x="13455" y="8528"/>
                      <a:pt x="15764" y="6434"/>
                    </a:cubicBezTo>
                    <a:cubicBezTo>
                      <a:pt x="18127" y="4340"/>
                      <a:pt x="20436" y="2782"/>
                      <a:pt x="22745" y="1816"/>
                    </a:cubicBezTo>
                    <a:cubicBezTo>
                      <a:pt x="25001" y="796"/>
                      <a:pt x="27524" y="312"/>
                      <a:pt x="30263" y="312"/>
                    </a:cubicBezTo>
                    <a:cubicBezTo>
                      <a:pt x="35687" y="312"/>
                      <a:pt x="40198" y="2353"/>
                      <a:pt x="43849" y="6380"/>
                    </a:cubicBezTo>
                    <a:cubicBezTo>
                      <a:pt x="47447" y="10408"/>
                      <a:pt x="49273" y="16207"/>
                      <a:pt x="49273" y="23833"/>
                    </a:cubicBezTo>
                    <a:cubicBezTo>
                      <a:pt x="49273" y="31619"/>
                      <a:pt x="48038" y="39405"/>
                      <a:pt x="45514" y="47084"/>
                    </a:cubicBezTo>
                    <a:cubicBezTo>
                      <a:pt x="42560" y="56159"/>
                      <a:pt x="38425" y="62979"/>
                      <a:pt x="33163" y="67490"/>
                    </a:cubicBezTo>
                    <a:cubicBezTo>
                      <a:pt x="29082" y="70927"/>
                      <a:pt x="24464" y="72645"/>
                      <a:pt x="19255" y="72645"/>
                    </a:cubicBezTo>
                    <a:cubicBezTo>
                      <a:pt x="13939" y="72645"/>
                      <a:pt x="9482" y="70605"/>
                      <a:pt x="5830" y="66416"/>
                    </a:cubicBezTo>
                    <a:cubicBezTo>
                      <a:pt x="2178" y="62228"/>
                      <a:pt x="299" y="56159"/>
                      <a:pt x="299" y="48212"/>
                    </a:cubicBezTo>
                    <a:moveTo>
                      <a:pt x="8783" y="50467"/>
                    </a:moveTo>
                    <a:cubicBezTo>
                      <a:pt x="8783" y="54817"/>
                      <a:pt x="9482" y="58200"/>
                      <a:pt x="10931" y="60617"/>
                    </a:cubicBezTo>
                    <a:cubicBezTo>
                      <a:pt x="12918" y="64000"/>
                      <a:pt x="15818" y="65718"/>
                      <a:pt x="19684" y="65718"/>
                    </a:cubicBezTo>
                    <a:cubicBezTo>
                      <a:pt x="23067" y="65718"/>
                      <a:pt x="26182" y="64161"/>
                      <a:pt x="28921" y="61100"/>
                    </a:cubicBezTo>
                    <a:cubicBezTo>
                      <a:pt x="32948" y="56804"/>
                      <a:pt x="35955" y="50467"/>
                      <a:pt x="37942" y="42144"/>
                    </a:cubicBezTo>
                    <a:cubicBezTo>
                      <a:pt x="39983" y="33821"/>
                      <a:pt x="40949" y="27001"/>
                      <a:pt x="40949" y="21738"/>
                    </a:cubicBezTo>
                    <a:cubicBezTo>
                      <a:pt x="40949" y="16637"/>
                      <a:pt x="39983" y="12985"/>
                      <a:pt x="38050" y="10730"/>
                    </a:cubicBezTo>
                    <a:cubicBezTo>
                      <a:pt x="36116" y="8475"/>
                      <a:pt x="33539" y="7347"/>
                      <a:pt x="30317" y="7347"/>
                    </a:cubicBezTo>
                    <a:cubicBezTo>
                      <a:pt x="28008" y="7347"/>
                      <a:pt x="25860" y="7938"/>
                      <a:pt x="23819" y="9119"/>
                    </a:cubicBezTo>
                    <a:cubicBezTo>
                      <a:pt x="21832" y="10300"/>
                      <a:pt x="19899" y="12341"/>
                      <a:pt x="18073" y="15241"/>
                    </a:cubicBezTo>
                    <a:cubicBezTo>
                      <a:pt x="15442" y="19376"/>
                      <a:pt x="13187" y="25497"/>
                      <a:pt x="11254" y="33606"/>
                    </a:cubicBezTo>
                    <a:cubicBezTo>
                      <a:pt x="9589" y="40587"/>
                      <a:pt x="8783" y="46171"/>
                      <a:pt x="8783" y="5046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50" name="Freihandform: Form 449">
                <a:extLst>
                  <a:ext uri="{FF2B5EF4-FFF2-40B4-BE49-F238E27FC236}">
                    <a16:creationId xmlns:a16="http://schemas.microsoft.com/office/drawing/2014/main" id="{1FB0541D-273E-2439-C4B1-C6411E9DDB1C}"/>
                  </a:ext>
                </a:extLst>
              </p:cNvPr>
              <p:cNvSpPr/>
              <p:nvPr/>
            </p:nvSpPr>
            <p:spPr>
              <a:xfrm>
                <a:off x="7914198" y="4818155"/>
                <a:ext cx="49725" cy="72332"/>
              </a:xfrm>
              <a:custGeom>
                <a:avLst/>
                <a:gdLst>
                  <a:gd name="connsiteX0" fmla="*/ 303 w 49725"/>
                  <a:gd name="connsiteY0" fmla="*/ 52884 h 72332"/>
                  <a:gd name="connsiteX1" fmla="*/ 8787 w 49725"/>
                  <a:gd name="connsiteY1" fmla="*/ 51864 h 72332"/>
                  <a:gd name="connsiteX2" fmla="*/ 13083 w 49725"/>
                  <a:gd name="connsiteY2" fmla="*/ 62496 h 72332"/>
                  <a:gd name="connsiteX3" fmla="*/ 21729 w 49725"/>
                  <a:gd name="connsiteY3" fmla="*/ 65718 h 72332"/>
                  <a:gd name="connsiteX4" fmla="*/ 32952 w 49725"/>
                  <a:gd name="connsiteY4" fmla="*/ 61100 h 72332"/>
                  <a:gd name="connsiteX5" fmla="*/ 37624 w 49725"/>
                  <a:gd name="connsiteY5" fmla="*/ 50467 h 72332"/>
                  <a:gd name="connsiteX6" fmla="*/ 34134 w 49725"/>
                  <a:gd name="connsiteY6" fmla="*/ 41822 h 72332"/>
                  <a:gd name="connsiteX7" fmla="*/ 24629 w 49725"/>
                  <a:gd name="connsiteY7" fmla="*/ 38385 h 72332"/>
                  <a:gd name="connsiteX8" fmla="*/ 21836 w 49725"/>
                  <a:gd name="connsiteY8" fmla="*/ 38600 h 72332"/>
                  <a:gd name="connsiteX9" fmla="*/ 23340 w 49725"/>
                  <a:gd name="connsiteY9" fmla="*/ 31297 h 72332"/>
                  <a:gd name="connsiteX10" fmla="*/ 25756 w 49725"/>
                  <a:gd name="connsiteY10" fmla="*/ 31512 h 72332"/>
                  <a:gd name="connsiteX11" fmla="*/ 37302 w 49725"/>
                  <a:gd name="connsiteY11" fmla="*/ 27860 h 72332"/>
                  <a:gd name="connsiteX12" fmla="*/ 41329 w 49725"/>
                  <a:gd name="connsiteY12" fmla="*/ 18892 h 72332"/>
                  <a:gd name="connsiteX13" fmla="*/ 38000 w 49725"/>
                  <a:gd name="connsiteY13" fmla="*/ 10676 h 72332"/>
                  <a:gd name="connsiteX14" fmla="*/ 29891 w 49725"/>
                  <a:gd name="connsiteY14" fmla="*/ 7347 h 72332"/>
                  <a:gd name="connsiteX15" fmla="*/ 21460 w 49725"/>
                  <a:gd name="connsiteY15" fmla="*/ 10730 h 72332"/>
                  <a:gd name="connsiteX16" fmla="*/ 16681 w 49725"/>
                  <a:gd name="connsiteY16" fmla="*/ 20396 h 72332"/>
                  <a:gd name="connsiteX17" fmla="*/ 8089 w 49725"/>
                  <a:gd name="connsiteY17" fmla="*/ 18624 h 72332"/>
                  <a:gd name="connsiteX18" fmla="*/ 16252 w 49725"/>
                  <a:gd name="connsiteY18" fmla="*/ 5092 h 72332"/>
                  <a:gd name="connsiteX19" fmla="*/ 30536 w 49725"/>
                  <a:gd name="connsiteY19" fmla="*/ 312 h 72332"/>
                  <a:gd name="connsiteX20" fmla="*/ 44659 w 49725"/>
                  <a:gd name="connsiteY20" fmla="*/ 5575 h 72332"/>
                  <a:gd name="connsiteX21" fmla="*/ 50029 w 49725"/>
                  <a:gd name="connsiteY21" fmla="*/ 18570 h 72332"/>
                  <a:gd name="connsiteX22" fmla="*/ 47075 w 49725"/>
                  <a:gd name="connsiteY22" fmla="*/ 28343 h 72332"/>
                  <a:gd name="connsiteX23" fmla="*/ 38322 w 49725"/>
                  <a:gd name="connsiteY23" fmla="*/ 35270 h 72332"/>
                  <a:gd name="connsiteX24" fmla="*/ 44551 w 49725"/>
                  <a:gd name="connsiteY24" fmla="*/ 41231 h 72332"/>
                  <a:gd name="connsiteX25" fmla="*/ 46592 w 49725"/>
                  <a:gd name="connsiteY25" fmla="*/ 49179 h 72332"/>
                  <a:gd name="connsiteX26" fmla="*/ 39450 w 49725"/>
                  <a:gd name="connsiteY26" fmla="*/ 65664 h 72332"/>
                  <a:gd name="connsiteX27" fmla="*/ 22427 w 49725"/>
                  <a:gd name="connsiteY27" fmla="*/ 72645 h 72332"/>
                  <a:gd name="connsiteX28" fmla="*/ 6908 w 49725"/>
                  <a:gd name="connsiteY28" fmla="*/ 67275 h 72332"/>
                  <a:gd name="connsiteX29" fmla="*/ 303 w 49725"/>
                  <a:gd name="connsiteY29" fmla="*/ 52884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03" y="52884"/>
                    </a:moveTo>
                    <a:lnTo>
                      <a:pt x="8787" y="51864"/>
                    </a:lnTo>
                    <a:cubicBezTo>
                      <a:pt x="9432" y="56804"/>
                      <a:pt x="10882" y="60348"/>
                      <a:pt x="13083" y="62496"/>
                    </a:cubicBezTo>
                    <a:cubicBezTo>
                      <a:pt x="15285" y="64644"/>
                      <a:pt x="18185" y="65718"/>
                      <a:pt x="21729" y="65718"/>
                    </a:cubicBezTo>
                    <a:cubicBezTo>
                      <a:pt x="26079" y="65718"/>
                      <a:pt x="29784" y="64161"/>
                      <a:pt x="32952" y="61100"/>
                    </a:cubicBezTo>
                    <a:cubicBezTo>
                      <a:pt x="36067" y="57985"/>
                      <a:pt x="37624" y="54441"/>
                      <a:pt x="37624" y="50467"/>
                    </a:cubicBezTo>
                    <a:cubicBezTo>
                      <a:pt x="37624" y="46977"/>
                      <a:pt x="36496" y="44077"/>
                      <a:pt x="34134" y="41822"/>
                    </a:cubicBezTo>
                    <a:cubicBezTo>
                      <a:pt x="31771" y="39566"/>
                      <a:pt x="28602" y="38385"/>
                      <a:pt x="24629" y="38385"/>
                    </a:cubicBezTo>
                    <a:cubicBezTo>
                      <a:pt x="24199" y="38385"/>
                      <a:pt x="23286" y="38492"/>
                      <a:pt x="21836" y="38600"/>
                    </a:cubicBezTo>
                    <a:lnTo>
                      <a:pt x="23340" y="31297"/>
                    </a:lnTo>
                    <a:cubicBezTo>
                      <a:pt x="24199" y="31458"/>
                      <a:pt x="25005" y="31512"/>
                      <a:pt x="25756" y="31512"/>
                    </a:cubicBezTo>
                    <a:cubicBezTo>
                      <a:pt x="30751" y="31512"/>
                      <a:pt x="34617" y="30276"/>
                      <a:pt x="37302" y="27860"/>
                    </a:cubicBezTo>
                    <a:cubicBezTo>
                      <a:pt x="39987" y="25390"/>
                      <a:pt x="41329" y="22436"/>
                      <a:pt x="41329" y="18892"/>
                    </a:cubicBezTo>
                    <a:cubicBezTo>
                      <a:pt x="41329" y="15617"/>
                      <a:pt x="40202" y="12878"/>
                      <a:pt x="38000" y="10676"/>
                    </a:cubicBezTo>
                    <a:cubicBezTo>
                      <a:pt x="35798" y="8421"/>
                      <a:pt x="33113" y="7347"/>
                      <a:pt x="29891" y="7347"/>
                    </a:cubicBezTo>
                    <a:cubicBezTo>
                      <a:pt x="26777" y="7347"/>
                      <a:pt x="23984" y="8475"/>
                      <a:pt x="21460" y="10730"/>
                    </a:cubicBezTo>
                    <a:cubicBezTo>
                      <a:pt x="18990" y="12985"/>
                      <a:pt x="17379" y="16207"/>
                      <a:pt x="16681" y="20396"/>
                    </a:cubicBezTo>
                    <a:lnTo>
                      <a:pt x="8089" y="18624"/>
                    </a:lnTo>
                    <a:cubicBezTo>
                      <a:pt x="9486" y="12824"/>
                      <a:pt x="12224" y="8313"/>
                      <a:pt x="16252" y="5092"/>
                    </a:cubicBezTo>
                    <a:cubicBezTo>
                      <a:pt x="20279" y="1923"/>
                      <a:pt x="25058" y="312"/>
                      <a:pt x="30536" y="312"/>
                    </a:cubicBezTo>
                    <a:cubicBezTo>
                      <a:pt x="36335" y="312"/>
                      <a:pt x="41061" y="2084"/>
                      <a:pt x="44659" y="5575"/>
                    </a:cubicBezTo>
                    <a:cubicBezTo>
                      <a:pt x="48203" y="9119"/>
                      <a:pt x="50029" y="13415"/>
                      <a:pt x="50029" y="18570"/>
                    </a:cubicBezTo>
                    <a:cubicBezTo>
                      <a:pt x="50029" y="22275"/>
                      <a:pt x="49062" y="25551"/>
                      <a:pt x="47075" y="28343"/>
                    </a:cubicBezTo>
                    <a:cubicBezTo>
                      <a:pt x="45142" y="31136"/>
                      <a:pt x="42242" y="33445"/>
                      <a:pt x="38322" y="35270"/>
                    </a:cubicBezTo>
                    <a:cubicBezTo>
                      <a:pt x="41114" y="36935"/>
                      <a:pt x="43155" y="38868"/>
                      <a:pt x="44551" y="41231"/>
                    </a:cubicBezTo>
                    <a:cubicBezTo>
                      <a:pt x="45894" y="43540"/>
                      <a:pt x="46592" y="46171"/>
                      <a:pt x="46592" y="49179"/>
                    </a:cubicBezTo>
                    <a:cubicBezTo>
                      <a:pt x="46592" y="55515"/>
                      <a:pt x="44229" y="61046"/>
                      <a:pt x="39450" y="65664"/>
                    </a:cubicBezTo>
                    <a:cubicBezTo>
                      <a:pt x="34724" y="70336"/>
                      <a:pt x="29032" y="72645"/>
                      <a:pt x="22427" y="72645"/>
                    </a:cubicBezTo>
                    <a:cubicBezTo>
                      <a:pt x="16037" y="72645"/>
                      <a:pt x="10828" y="70873"/>
                      <a:pt x="6908" y="67275"/>
                    </a:cubicBezTo>
                    <a:cubicBezTo>
                      <a:pt x="2934" y="63677"/>
                      <a:pt x="733" y="58898"/>
                      <a:pt x="303" y="528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51" name="Freihandform: Form 450">
                <a:extLst>
                  <a:ext uri="{FF2B5EF4-FFF2-40B4-BE49-F238E27FC236}">
                    <a16:creationId xmlns:a16="http://schemas.microsoft.com/office/drawing/2014/main" id="{33A8B8F8-B20C-4351-6EC5-840468B97D51}"/>
                  </a:ext>
                </a:extLst>
              </p:cNvPr>
              <p:cNvSpPr/>
              <p:nvPr/>
            </p:nvSpPr>
            <p:spPr>
              <a:xfrm>
                <a:off x="7975792" y="4819443"/>
                <a:ext cx="46933" cy="69862"/>
              </a:xfrm>
              <a:custGeom>
                <a:avLst/>
                <a:gdLst>
                  <a:gd name="connsiteX0" fmla="*/ 2670 w 46933"/>
                  <a:gd name="connsiteY0" fmla="*/ 70175 h 69862"/>
                  <a:gd name="connsiteX1" fmla="*/ 7610 w 46933"/>
                  <a:gd name="connsiteY1" fmla="*/ 52991 h 69862"/>
                  <a:gd name="connsiteX2" fmla="*/ 19424 w 46933"/>
                  <a:gd name="connsiteY2" fmla="*/ 28880 h 69862"/>
                  <a:gd name="connsiteX3" fmla="*/ 35641 w 46933"/>
                  <a:gd name="connsiteY3" fmla="*/ 8313 h 69862"/>
                  <a:gd name="connsiteX4" fmla="*/ 307 w 46933"/>
                  <a:gd name="connsiteY4" fmla="*/ 8313 h 69862"/>
                  <a:gd name="connsiteX5" fmla="*/ 2025 w 46933"/>
                  <a:gd name="connsiteY5" fmla="*/ 312 h 69862"/>
                  <a:gd name="connsiteX6" fmla="*/ 47240 w 46933"/>
                  <a:gd name="connsiteY6" fmla="*/ 312 h 69862"/>
                  <a:gd name="connsiteX7" fmla="*/ 45575 w 46933"/>
                  <a:gd name="connsiteY7" fmla="*/ 8313 h 69862"/>
                  <a:gd name="connsiteX8" fmla="*/ 25492 w 46933"/>
                  <a:gd name="connsiteY8" fmla="*/ 34358 h 69862"/>
                  <a:gd name="connsiteX9" fmla="*/ 11799 w 46933"/>
                  <a:gd name="connsiteY9" fmla="*/ 70175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70" y="70175"/>
                    </a:moveTo>
                    <a:cubicBezTo>
                      <a:pt x="3475" y="65396"/>
                      <a:pt x="5086" y="59650"/>
                      <a:pt x="7610" y="52991"/>
                    </a:cubicBezTo>
                    <a:cubicBezTo>
                      <a:pt x="10617" y="44883"/>
                      <a:pt x="14537" y="36828"/>
                      <a:pt x="19424" y="28880"/>
                    </a:cubicBezTo>
                    <a:cubicBezTo>
                      <a:pt x="24257" y="20879"/>
                      <a:pt x="29680" y="14059"/>
                      <a:pt x="35641" y="8313"/>
                    </a:cubicBezTo>
                    <a:lnTo>
                      <a:pt x="307" y="8313"/>
                    </a:lnTo>
                    <a:lnTo>
                      <a:pt x="2025" y="312"/>
                    </a:lnTo>
                    <a:lnTo>
                      <a:pt x="47240" y="312"/>
                    </a:lnTo>
                    <a:lnTo>
                      <a:pt x="45575" y="8313"/>
                    </a:lnTo>
                    <a:cubicBezTo>
                      <a:pt x="37950" y="15026"/>
                      <a:pt x="31238" y="23725"/>
                      <a:pt x="25492" y="34358"/>
                    </a:cubicBezTo>
                    <a:cubicBezTo>
                      <a:pt x="18833" y="46655"/>
                      <a:pt x="14269" y="58576"/>
                      <a:pt x="11799" y="701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52" name="Freihandform: Form 451">
                <a:extLst>
                  <a:ext uri="{FF2B5EF4-FFF2-40B4-BE49-F238E27FC236}">
                    <a16:creationId xmlns:a16="http://schemas.microsoft.com/office/drawing/2014/main" id="{DABC7735-3876-B892-BCD6-A7163FCD5EB7}"/>
                  </a:ext>
                </a:extLst>
              </p:cNvPr>
              <p:cNvSpPr/>
              <p:nvPr/>
            </p:nvSpPr>
            <p:spPr>
              <a:xfrm>
                <a:off x="8024552" y="4879425"/>
                <a:ext cx="11974" cy="9880"/>
              </a:xfrm>
              <a:custGeom>
                <a:avLst/>
                <a:gdLst>
                  <a:gd name="connsiteX0" fmla="*/ 311 w 11974"/>
                  <a:gd name="connsiteY0" fmla="*/ 10193 h 9880"/>
                  <a:gd name="connsiteX1" fmla="*/ 2405 w 11974"/>
                  <a:gd name="connsiteY1" fmla="*/ 312 h 9880"/>
                  <a:gd name="connsiteX2" fmla="*/ 12286 w 11974"/>
                  <a:gd name="connsiteY2" fmla="*/ 312 h 9880"/>
                  <a:gd name="connsiteX3" fmla="*/ 10192 w 11974"/>
                  <a:gd name="connsiteY3" fmla="*/ 10193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11" y="10193"/>
                    </a:moveTo>
                    <a:lnTo>
                      <a:pt x="2405" y="312"/>
                    </a:lnTo>
                    <a:lnTo>
                      <a:pt x="12286" y="312"/>
                    </a:lnTo>
                    <a:lnTo>
                      <a:pt x="10192" y="1019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53" name="Freihandform: Form 452">
                <a:extLst>
                  <a:ext uri="{FF2B5EF4-FFF2-40B4-BE49-F238E27FC236}">
                    <a16:creationId xmlns:a16="http://schemas.microsoft.com/office/drawing/2014/main" id="{3EE61FD3-92CF-05D3-425F-ECD068AD9C8E}"/>
                  </a:ext>
                </a:extLst>
              </p:cNvPr>
              <p:cNvSpPr/>
              <p:nvPr/>
            </p:nvSpPr>
            <p:spPr>
              <a:xfrm>
                <a:off x="8061028" y="4818155"/>
                <a:ext cx="32810" cy="71151"/>
              </a:xfrm>
              <a:custGeom>
                <a:avLst/>
                <a:gdLst>
                  <a:gd name="connsiteX0" fmla="*/ 9496 w 32810"/>
                  <a:gd name="connsiteY0" fmla="*/ 71464 h 71151"/>
                  <a:gd name="connsiteX1" fmla="*/ 20665 w 32810"/>
                  <a:gd name="connsiteY1" fmla="*/ 17979 h 71151"/>
                  <a:gd name="connsiteX2" fmla="*/ 313 w 32810"/>
                  <a:gd name="connsiteY2" fmla="*/ 27108 h 71151"/>
                  <a:gd name="connsiteX3" fmla="*/ 1924 w 32810"/>
                  <a:gd name="connsiteY3" fmla="*/ 19161 h 71151"/>
                  <a:gd name="connsiteX4" fmla="*/ 14812 w 32810"/>
                  <a:gd name="connsiteY4" fmla="*/ 12341 h 71151"/>
                  <a:gd name="connsiteX5" fmla="*/ 24370 w 32810"/>
                  <a:gd name="connsiteY5" fmla="*/ 5038 h 71151"/>
                  <a:gd name="connsiteX6" fmla="*/ 28022 w 32810"/>
                  <a:gd name="connsiteY6" fmla="*/ 312 h 71151"/>
                  <a:gd name="connsiteX7" fmla="*/ 33123 w 32810"/>
                  <a:gd name="connsiteY7" fmla="*/ 312 h 71151"/>
                  <a:gd name="connsiteX8" fmla="*/ 18248 w 32810"/>
                  <a:gd name="connsiteY8" fmla="*/ 71464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96" y="71464"/>
                    </a:moveTo>
                    <a:lnTo>
                      <a:pt x="20665" y="17979"/>
                    </a:lnTo>
                    <a:cubicBezTo>
                      <a:pt x="15832" y="21792"/>
                      <a:pt x="9066" y="24799"/>
                      <a:pt x="313" y="27108"/>
                    </a:cubicBezTo>
                    <a:lnTo>
                      <a:pt x="1924" y="19161"/>
                    </a:lnTo>
                    <a:cubicBezTo>
                      <a:pt x="6274" y="17442"/>
                      <a:pt x="10569" y="15187"/>
                      <a:pt x="14812" y="12341"/>
                    </a:cubicBezTo>
                    <a:cubicBezTo>
                      <a:pt x="19054" y="9548"/>
                      <a:pt x="22222" y="7132"/>
                      <a:pt x="24370" y="5038"/>
                    </a:cubicBezTo>
                    <a:cubicBezTo>
                      <a:pt x="25659" y="3749"/>
                      <a:pt x="26894" y="2138"/>
                      <a:pt x="28022" y="312"/>
                    </a:cubicBezTo>
                    <a:lnTo>
                      <a:pt x="33123" y="312"/>
                    </a:lnTo>
                    <a:lnTo>
                      <a:pt x="18248" y="7146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54" name="Grafik 4">
              <a:extLst>
                <a:ext uri="{FF2B5EF4-FFF2-40B4-BE49-F238E27FC236}">
                  <a16:creationId xmlns:a16="http://schemas.microsoft.com/office/drawing/2014/main" id="{F502BD17-F6CA-0151-7AD8-DEEF3555ABE2}"/>
                </a:ext>
              </a:extLst>
            </p:cNvPr>
            <p:cNvGrpSpPr/>
            <p:nvPr/>
          </p:nvGrpSpPr>
          <p:grpSpPr>
            <a:xfrm>
              <a:off x="7803504" y="3302120"/>
              <a:ext cx="642986" cy="72386"/>
              <a:chOff x="7803504" y="3302120"/>
              <a:chExt cx="642986" cy="72386"/>
            </a:xfrm>
            <a:solidFill>
              <a:srgbClr val="000000"/>
            </a:solidFill>
          </p:grpSpPr>
          <p:sp>
            <p:nvSpPr>
              <p:cNvPr id="455" name="Freihandform: Form 454">
                <a:extLst>
                  <a:ext uri="{FF2B5EF4-FFF2-40B4-BE49-F238E27FC236}">
                    <a16:creationId xmlns:a16="http://schemas.microsoft.com/office/drawing/2014/main" id="{F21D11FD-E140-CD97-72C0-012BA9EE2429}"/>
                  </a:ext>
                </a:extLst>
              </p:cNvPr>
              <p:cNvSpPr/>
              <p:nvPr/>
            </p:nvSpPr>
            <p:spPr>
              <a:xfrm>
                <a:off x="7803504" y="3302442"/>
                <a:ext cx="68949" cy="70829"/>
              </a:xfrm>
              <a:custGeom>
                <a:avLst/>
                <a:gdLst>
                  <a:gd name="connsiteX0" fmla="*/ 295 w 68949"/>
                  <a:gd name="connsiteY0" fmla="*/ 71031 h 70829"/>
                  <a:gd name="connsiteX1" fmla="*/ 15062 w 68949"/>
                  <a:gd name="connsiteY1" fmla="*/ 202 h 70829"/>
                  <a:gd name="connsiteX2" fmla="*/ 24567 w 68949"/>
                  <a:gd name="connsiteY2" fmla="*/ 202 h 70829"/>
                  <a:gd name="connsiteX3" fmla="*/ 17425 w 68949"/>
                  <a:gd name="connsiteY3" fmla="*/ 34301 h 70829"/>
                  <a:gd name="connsiteX4" fmla="*/ 55927 w 68949"/>
                  <a:gd name="connsiteY4" fmla="*/ 202 h 70829"/>
                  <a:gd name="connsiteX5" fmla="*/ 69245 w 68949"/>
                  <a:gd name="connsiteY5" fmla="*/ 202 h 70829"/>
                  <a:gd name="connsiteX6" fmla="*/ 36327 w 68949"/>
                  <a:gd name="connsiteY6" fmla="*/ 29038 h 70829"/>
                  <a:gd name="connsiteX7" fmla="*/ 60438 w 68949"/>
                  <a:gd name="connsiteY7" fmla="*/ 71031 h 70829"/>
                  <a:gd name="connsiteX8" fmla="*/ 49859 w 68949"/>
                  <a:gd name="connsiteY8" fmla="*/ 71031 h 70829"/>
                  <a:gd name="connsiteX9" fmla="*/ 29454 w 68949"/>
                  <a:gd name="connsiteY9" fmla="*/ 35106 h 70829"/>
                  <a:gd name="connsiteX10" fmla="*/ 14579 w 68949"/>
                  <a:gd name="connsiteY10" fmla="*/ 48048 h 70829"/>
                  <a:gd name="connsiteX11" fmla="*/ 9746 w 68949"/>
                  <a:gd name="connsiteY11" fmla="*/ 7103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295" y="71031"/>
                    </a:moveTo>
                    <a:lnTo>
                      <a:pt x="15062" y="202"/>
                    </a:lnTo>
                    <a:lnTo>
                      <a:pt x="24567" y="202"/>
                    </a:lnTo>
                    <a:lnTo>
                      <a:pt x="17425" y="34301"/>
                    </a:lnTo>
                    <a:lnTo>
                      <a:pt x="55927" y="202"/>
                    </a:lnTo>
                    <a:lnTo>
                      <a:pt x="69245" y="202"/>
                    </a:lnTo>
                    <a:lnTo>
                      <a:pt x="36327" y="29038"/>
                    </a:lnTo>
                    <a:lnTo>
                      <a:pt x="60438" y="71031"/>
                    </a:lnTo>
                    <a:lnTo>
                      <a:pt x="49859" y="71031"/>
                    </a:lnTo>
                    <a:lnTo>
                      <a:pt x="29454" y="35106"/>
                    </a:lnTo>
                    <a:lnTo>
                      <a:pt x="14579" y="48048"/>
                    </a:lnTo>
                    <a:lnTo>
                      <a:pt x="9746" y="7103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56" name="Freihandform: Form 455">
                <a:extLst>
                  <a:ext uri="{FF2B5EF4-FFF2-40B4-BE49-F238E27FC236}">
                    <a16:creationId xmlns:a16="http://schemas.microsoft.com/office/drawing/2014/main" id="{BE3D6C6C-D004-08CF-F357-80EFD75C9631}"/>
                  </a:ext>
                </a:extLst>
              </p:cNvPr>
              <p:cNvSpPr/>
              <p:nvPr/>
            </p:nvSpPr>
            <p:spPr>
              <a:xfrm>
                <a:off x="7863141" y="3302442"/>
                <a:ext cx="63043" cy="70829"/>
              </a:xfrm>
              <a:custGeom>
                <a:avLst/>
                <a:gdLst>
                  <a:gd name="connsiteX0" fmla="*/ 300 w 63043"/>
                  <a:gd name="connsiteY0" fmla="*/ 71031 h 70829"/>
                  <a:gd name="connsiteX1" fmla="*/ 40467 w 63043"/>
                  <a:gd name="connsiteY1" fmla="*/ 202 h 70829"/>
                  <a:gd name="connsiteX2" fmla="*/ 51636 w 63043"/>
                  <a:gd name="connsiteY2" fmla="*/ 202 h 70829"/>
                  <a:gd name="connsiteX3" fmla="*/ 63343 w 63043"/>
                  <a:gd name="connsiteY3" fmla="*/ 71031 h 70829"/>
                  <a:gd name="connsiteX4" fmla="*/ 54160 w 63043"/>
                  <a:gd name="connsiteY4" fmla="*/ 71031 h 70829"/>
                  <a:gd name="connsiteX5" fmla="*/ 50723 w 63043"/>
                  <a:gd name="connsiteY5" fmla="*/ 50625 h 70829"/>
                  <a:gd name="connsiteX6" fmla="*/ 22048 w 63043"/>
                  <a:gd name="connsiteY6" fmla="*/ 50625 h 70829"/>
                  <a:gd name="connsiteX7" fmla="*/ 10717 w 63043"/>
                  <a:gd name="connsiteY7" fmla="*/ 71031 h 70829"/>
                  <a:gd name="connsiteX8" fmla="*/ 300 w 63043"/>
                  <a:gd name="connsiteY8" fmla="*/ 71031 h 70829"/>
                  <a:gd name="connsiteX9" fmla="*/ 26129 w 63043"/>
                  <a:gd name="connsiteY9" fmla="*/ 43323 h 70829"/>
                  <a:gd name="connsiteX10" fmla="*/ 49542 w 63043"/>
                  <a:gd name="connsiteY10" fmla="*/ 43323 h 70829"/>
                  <a:gd name="connsiteX11" fmla="*/ 46803 w 63043"/>
                  <a:gd name="connsiteY11" fmla="*/ 25548 h 70829"/>
                  <a:gd name="connsiteX12" fmla="*/ 44816 w 63043"/>
                  <a:gd name="connsiteY12" fmla="*/ 7935 h 70829"/>
                  <a:gd name="connsiteX13" fmla="*/ 37782 w 63043"/>
                  <a:gd name="connsiteY13" fmla="*/ 22380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300" y="71031"/>
                    </a:moveTo>
                    <a:lnTo>
                      <a:pt x="40467" y="202"/>
                    </a:lnTo>
                    <a:lnTo>
                      <a:pt x="51636" y="202"/>
                    </a:lnTo>
                    <a:lnTo>
                      <a:pt x="63343" y="71031"/>
                    </a:lnTo>
                    <a:lnTo>
                      <a:pt x="54160" y="71031"/>
                    </a:lnTo>
                    <a:lnTo>
                      <a:pt x="50723" y="50625"/>
                    </a:lnTo>
                    <a:lnTo>
                      <a:pt x="22048" y="50625"/>
                    </a:lnTo>
                    <a:lnTo>
                      <a:pt x="10717" y="71031"/>
                    </a:lnTo>
                    <a:lnTo>
                      <a:pt x="300" y="71031"/>
                    </a:lnTo>
                    <a:moveTo>
                      <a:pt x="26129" y="43323"/>
                    </a:moveTo>
                    <a:lnTo>
                      <a:pt x="49542" y="43323"/>
                    </a:lnTo>
                    <a:lnTo>
                      <a:pt x="46803" y="25548"/>
                    </a:lnTo>
                    <a:cubicBezTo>
                      <a:pt x="45729" y="18513"/>
                      <a:pt x="45085" y="12606"/>
                      <a:pt x="44816" y="7935"/>
                    </a:cubicBezTo>
                    <a:cubicBezTo>
                      <a:pt x="43205" y="11962"/>
                      <a:pt x="40843" y="16795"/>
                      <a:pt x="37782" y="2238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57" name="Freihandform: Form 456">
                <a:extLst>
                  <a:ext uri="{FF2B5EF4-FFF2-40B4-BE49-F238E27FC236}">
                    <a16:creationId xmlns:a16="http://schemas.microsoft.com/office/drawing/2014/main" id="{FC0436E9-C152-4DE0-5E18-C347B27ABA02}"/>
                  </a:ext>
                </a:extLst>
              </p:cNvPr>
              <p:cNvSpPr/>
              <p:nvPr/>
            </p:nvSpPr>
            <p:spPr>
              <a:xfrm>
                <a:off x="7935114" y="3302442"/>
                <a:ext cx="47953" cy="70829"/>
              </a:xfrm>
              <a:custGeom>
                <a:avLst/>
                <a:gdLst>
                  <a:gd name="connsiteX0" fmla="*/ 305 w 47953"/>
                  <a:gd name="connsiteY0" fmla="*/ 71031 h 70829"/>
                  <a:gd name="connsiteX1" fmla="*/ 15072 w 47953"/>
                  <a:gd name="connsiteY1" fmla="*/ 202 h 70829"/>
                  <a:gd name="connsiteX2" fmla="*/ 24577 w 47953"/>
                  <a:gd name="connsiteY2" fmla="*/ 202 h 70829"/>
                  <a:gd name="connsiteX3" fmla="*/ 11474 w 47953"/>
                  <a:gd name="connsiteY3" fmla="*/ 63030 h 70829"/>
                  <a:gd name="connsiteX4" fmla="*/ 48258 w 47953"/>
                  <a:gd name="connsiteY4" fmla="*/ 63030 h 70829"/>
                  <a:gd name="connsiteX5" fmla="*/ 46540 w 47953"/>
                  <a:gd name="connsiteY5" fmla="*/ 7103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53" h="70829">
                    <a:moveTo>
                      <a:pt x="305" y="71031"/>
                    </a:moveTo>
                    <a:lnTo>
                      <a:pt x="15072" y="202"/>
                    </a:lnTo>
                    <a:lnTo>
                      <a:pt x="24577" y="202"/>
                    </a:lnTo>
                    <a:lnTo>
                      <a:pt x="11474" y="63030"/>
                    </a:lnTo>
                    <a:lnTo>
                      <a:pt x="48258" y="63030"/>
                    </a:lnTo>
                    <a:lnTo>
                      <a:pt x="46540" y="71031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58" name="Freihandform: Form 457">
                <a:extLst>
                  <a:ext uri="{FF2B5EF4-FFF2-40B4-BE49-F238E27FC236}">
                    <a16:creationId xmlns:a16="http://schemas.microsoft.com/office/drawing/2014/main" id="{D69BBCF3-E581-1D12-A054-E0565E8B2B14}"/>
                  </a:ext>
                </a:extLst>
              </p:cNvPr>
              <p:cNvSpPr/>
              <p:nvPr/>
            </p:nvSpPr>
            <p:spPr>
              <a:xfrm>
                <a:off x="7994453" y="3302120"/>
                <a:ext cx="47953" cy="72332"/>
              </a:xfrm>
              <a:custGeom>
                <a:avLst/>
                <a:gdLst>
                  <a:gd name="connsiteX0" fmla="*/ 11961 w 47953"/>
                  <a:gd name="connsiteY0" fmla="*/ 30274 h 72332"/>
                  <a:gd name="connsiteX1" fmla="*/ 19264 w 47953"/>
                  <a:gd name="connsiteY1" fmla="*/ 25709 h 72332"/>
                  <a:gd name="connsiteX2" fmla="*/ 26514 w 47953"/>
                  <a:gd name="connsiteY2" fmla="*/ 24205 h 72332"/>
                  <a:gd name="connsiteX3" fmla="*/ 39831 w 47953"/>
                  <a:gd name="connsiteY3" fmla="*/ 29683 h 72332"/>
                  <a:gd name="connsiteX4" fmla="*/ 45094 w 47953"/>
                  <a:gd name="connsiteY4" fmla="*/ 44558 h 72332"/>
                  <a:gd name="connsiteX5" fmla="*/ 37254 w 47953"/>
                  <a:gd name="connsiteY5" fmla="*/ 65178 h 72332"/>
                  <a:gd name="connsiteX6" fmla="*/ 20822 w 47953"/>
                  <a:gd name="connsiteY6" fmla="*/ 72535 h 72332"/>
                  <a:gd name="connsiteX7" fmla="*/ 6162 w 47953"/>
                  <a:gd name="connsiteY7" fmla="*/ 66091 h 72332"/>
                  <a:gd name="connsiteX8" fmla="*/ 309 w 47953"/>
                  <a:gd name="connsiteY8" fmla="*/ 47726 h 72332"/>
                  <a:gd name="connsiteX9" fmla="*/ 4068 w 47953"/>
                  <a:gd name="connsiteY9" fmla="*/ 25655 h 72332"/>
                  <a:gd name="connsiteX10" fmla="*/ 11263 w 47953"/>
                  <a:gd name="connsiteY10" fmla="*/ 11210 h 72332"/>
                  <a:gd name="connsiteX11" fmla="*/ 20338 w 47953"/>
                  <a:gd name="connsiteY11" fmla="*/ 2887 h 72332"/>
                  <a:gd name="connsiteX12" fmla="*/ 31186 w 47953"/>
                  <a:gd name="connsiteY12" fmla="*/ 202 h 72332"/>
                  <a:gd name="connsiteX13" fmla="*/ 43000 w 47953"/>
                  <a:gd name="connsiteY13" fmla="*/ 4713 h 72332"/>
                  <a:gd name="connsiteX14" fmla="*/ 48262 w 47953"/>
                  <a:gd name="connsiteY14" fmla="*/ 17654 h 72332"/>
                  <a:gd name="connsiteX15" fmla="*/ 40100 w 47953"/>
                  <a:gd name="connsiteY15" fmla="*/ 18460 h 72332"/>
                  <a:gd name="connsiteX16" fmla="*/ 36878 w 47953"/>
                  <a:gd name="connsiteY16" fmla="*/ 10136 h 72332"/>
                  <a:gd name="connsiteX17" fmla="*/ 30541 w 47953"/>
                  <a:gd name="connsiteY17" fmla="*/ 7559 h 72332"/>
                  <a:gd name="connsiteX18" fmla="*/ 22701 w 47953"/>
                  <a:gd name="connsiteY18" fmla="*/ 10620 h 72332"/>
                  <a:gd name="connsiteX19" fmla="*/ 15881 w 47953"/>
                  <a:gd name="connsiteY19" fmla="*/ 19641 h 72332"/>
                  <a:gd name="connsiteX20" fmla="*/ 11961 w 47953"/>
                  <a:gd name="connsiteY20" fmla="*/ 30274 h 72332"/>
                  <a:gd name="connsiteX21" fmla="*/ 8900 w 47953"/>
                  <a:gd name="connsiteY21" fmla="*/ 51431 h 72332"/>
                  <a:gd name="connsiteX22" fmla="*/ 12606 w 47953"/>
                  <a:gd name="connsiteY22" fmla="*/ 61527 h 72332"/>
                  <a:gd name="connsiteX23" fmla="*/ 21037 w 47953"/>
                  <a:gd name="connsiteY23" fmla="*/ 65608 h 72332"/>
                  <a:gd name="connsiteX24" fmla="*/ 28017 w 47953"/>
                  <a:gd name="connsiteY24" fmla="*/ 63138 h 72332"/>
                  <a:gd name="connsiteX25" fmla="*/ 34247 w 47953"/>
                  <a:gd name="connsiteY25" fmla="*/ 55566 h 72332"/>
                  <a:gd name="connsiteX26" fmla="*/ 36770 w 47953"/>
                  <a:gd name="connsiteY26" fmla="*/ 45470 h 72332"/>
                  <a:gd name="connsiteX27" fmla="*/ 33226 w 47953"/>
                  <a:gd name="connsiteY27" fmla="*/ 35106 h 72332"/>
                  <a:gd name="connsiteX28" fmla="*/ 24634 w 47953"/>
                  <a:gd name="connsiteY28" fmla="*/ 31186 h 72332"/>
                  <a:gd name="connsiteX29" fmla="*/ 13894 w 47953"/>
                  <a:gd name="connsiteY29" fmla="*/ 36879 h 72332"/>
                  <a:gd name="connsiteX30" fmla="*/ 8900 w 47953"/>
                  <a:gd name="connsiteY30" fmla="*/ 5143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61" y="30274"/>
                    </a:moveTo>
                    <a:cubicBezTo>
                      <a:pt x="14378" y="28233"/>
                      <a:pt x="16848" y="26729"/>
                      <a:pt x="19264" y="25709"/>
                    </a:cubicBezTo>
                    <a:cubicBezTo>
                      <a:pt x="21681" y="24689"/>
                      <a:pt x="24097" y="24205"/>
                      <a:pt x="26514" y="24205"/>
                    </a:cubicBezTo>
                    <a:cubicBezTo>
                      <a:pt x="31884" y="24205"/>
                      <a:pt x="36341" y="26031"/>
                      <a:pt x="39831" y="29683"/>
                    </a:cubicBezTo>
                    <a:cubicBezTo>
                      <a:pt x="43322" y="33388"/>
                      <a:pt x="45094" y="38328"/>
                      <a:pt x="45094" y="44558"/>
                    </a:cubicBezTo>
                    <a:cubicBezTo>
                      <a:pt x="45094" y="52559"/>
                      <a:pt x="42516" y="59432"/>
                      <a:pt x="37254" y="65178"/>
                    </a:cubicBezTo>
                    <a:cubicBezTo>
                      <a:pt x="32743" y="70118"/>
                      <a:pt x="27266" y="72535"/>
                      <a:pt x="20822" y="72535"/>
                    </a:cubicBezTo>
                    <a:cubicBezTo>
                      <a:pt x="14969" y="72535"/>
                      <a:pt x="10082" y="70387"/>
                      <a:pt x="6162" y="66091"/>
                    </a:cubicBezTo>
                    <a:cubicBezTo>
                      <a:pt x="2242" y="61795"/>
                      <a:pt x="309" y="55673"/>
                      <a:pt x="309" y="47726"/>
                    </a:cubicBezTo>
                    <a:cubicBezTo>
                      <a:pt x="309" y="40584"/>
                      <a:pt x="1544" y="33227"/>
                      <a:pt x="4068" y="25655"/>
                    </a:cubicBezTo>
                    <a:cubicBezTo>
                      <a:pt x="6001" y="19802"/>
                      <a:pt x="8417" y="14969"/>
                      <a:pt x="11263" y="11210"/>
                    </a:cubicBezTo>
                    <a:cubicBezTo>
                      <a:pt x="14109" y="7398"/>
                      <a:pt x="17116" y="4659"/>
                      <a:pt x="20338" y="2887"/>
                    </a:cubicBezTo>
                    <a:cubicBezTo>
                      <a:pt x="23560" y="1115"/>
                      <a:pt x="27158" y="202"/>
                      <a:pt x="31186" y="202"/>
                    </a:cubicBezTo>
                    <a:cubicBezTo>
                      <a:pt x="36019" y="202"/>
                      <a:pt x="39939" y="1705"/>
                      <a:pt x="43000" y="4713"/>
                    </a:cubicBezTo>
                    <a:cubicBezTo>
                      <a:pt x="46060" y="7720"/>
                      <a:pt x="47832" y="12069"/>
                      <a:pt x="48262" y="17654"/>
                    </a:cubicBezTo>
                    <a:lnTo>
                      <a:pt x="40100" y="18460"/>
                    </a:lnTo>
                    <a:cubicBezTo>
                      <a:pt x="39670" y="14593"/>
                      <a:pt x="38596" y="11855"/>
                      <a:pt x="36878" y="10136"/>
                    </a:cubicBezTo>
                    <a:cubicBezTo>
                      <a:pt x="35159" y="8418"/>
                      <a:pt x="33011" y="7559"/>
                      <a:pt x="30541" y="7559"/>
                    </a:cubicBezTo>
                    <a:cubicBezTo>
                      <a:pt x="27964" y="7559"/>
                      <a:pt x="25333" y="8579"/>
                      <a:pt x="22701" y="10620"/>
                    </a:cubicBezTo>
                    <a:cubicBezTo>
                      <a:pt x="20016" y="12606"/>
                      <a:pt x="17761" y="15614"/>
                      <a:pt x="15881" y="19641"/>
                    </a:cubicBezTo>
                    <a:cubicBezTo>
                      <a:pt x="13948" y="23615"/>
                      <a:pt x="12659" y="27159"/>
                      <a:pt x="11961" y="30274"/>
                    </a:cubicBezTo>
                    <a:moveTo>
                      <a:pt x="8900" y="51431"/>
                    </a:moveTo>
                    <a:cubicBezTo>
                      <a:pt x="8900" y="55459"/>
                      <a:pt x="10136" y="58788"/>
                      <a:pt x="12606" y="61527"/>
                    </a:cubicBezTo>
                    <a:cubicBezTo>
                      <a:pt x="15130" y="64265"/>
                      <a:pt x="17922" y="65608"/>
                      <a:pt x="21037" y="65608"/>
                    </a:cubicBezTo>
                    <a:cubicBezTo>
                      <a:pt x="23238" y="65608"/>
                      <a:pt x="25547" y="64748"/>
                      <a:pt x="28017" y="63138"/>
                    </a:cubicBezTo>
                    <a:cubicBezTo>
                      <a:pt x="30434" y="61473"/>
                      <a:pt x="32528" y="58949"/>
                      <a:pt x="34247" y="55566"/>
                    </a:cubicBezTo>
                    <a:cubicBezTo>
                      <a:pt x="35911" y="52183"/>
                      <a:pt x="36770" y="48800"/>
                      <a:pt x="36770" y="45470"/>
                    </a:cubicBezTo>
                    <a:cubicBezTo>
                      <a:pt x="36770" y="41121"/>
                      <a:pt x="35589" y="37684"/>
                      <a:pt x="33226" y="35106"/>
                    </a:cubicBezTo>
                    <a:cubicBezTo>
                      <a:pt x="30864" y="32475"/>
                      <a:pt x="28017" y="31186"/>
                      <a:pt x="24634" y="31186"/>
                    </a:cubicBezTo>
                    <a:cubicBezTo>
                      <a:pt x="20822" y="31186"/>
                      <a:pt x="17224" y="33066"/>
                      <a:pt x="13894" y="36879"/>
                    </a:cubicBezTo>
                    <a:cubicBezTo>
                      <a:pt x="10565" y="40637"/>
                      <a:pt x="8900" y="45524"/>
                      <a:pt x="8900" y="514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59" name="Freihandform: Form 458">
                <a:extLst>
                  <a:ext uri="{FF2B5EF4-FFF2-40B4-BE49-F238E27FC236}">
                    <a16:creationId xmlns:a16="http://schemas.microsoft.com/office/drawing/2014/main" id="{0E0AC8C1-1FF5-6B5E-12D0-A012199465BB}"/>
                  </a:ext>
                </a:extLst>
              </p:cNvPr>
              <p:cNvSpPr/>
              <p:nvPr/>
            </p:nvSpPr>
            <p:spPr>
              <a:xfrm>
                <a:off x="8053215" y="3303409"/>
                <a:ext cx="46933" cy="69862"/>
              </a:xfrm>
              <a:custGeom>
                <a:avLst/>
                <a:gdLst>
                  <a:gd name="connsiteX0" fmla="*/ 2675 w 46933"/>
                  <a:gd name="connsiteY0" fmla="*/ 70065 h 69862"/>
                  <a:gd name="connsiteX1" fmla="*/ 7616 w 46933"/>
                  <a:gd name="connsiteY1" fmla="*/ 52881 h 69862"/>
                  <a:gd name="connsiteX2" fmla="*/ 19430 w 46933"/>
                  <a:gd name="connsiteY2" fmla="*/ 28770 h 69862"/>
                  <a:gd name="connsiteX3" fmla="*/ 35647 w 46933"/>
                  <a:gd name="connsiteY3" fmla="*/ 8203 h 69862"/>
                  <a:gd name="connsiteX4" fmla="*/ 313 w 46933"/>
                  <a:gd name="connsiteY4" fmla="*/ 8203 h 69862"/>
                  <a:gd name="connsiteX5" fmla="*/ 2031 w 46933"/>
                  <a:gd name="connsiteY5" fmla="*/ 202 h 69862"/>
                  <a:gd name="connsiteX6" fmla="*/ 47246 w 46933"/>
                  <a:gd name="connsiteY6" fmla="*/ 202 h 69862"/>
                  <a:gd name="connsiteX7" fmla="*/ 45581 w 46933"/>
                  <a:gd name="connsiteY7" fmla="*/ 8203 h 69862"/>
                  <a:gd name="connsiteX8" fmla="*/ 25497 w 46933"/>
                  <a:gd name="connsiteY8" fmla="*/ 34247 h 69862"/>
                  <a:gd name="connsiteX9" fmla="*/ 11804 w 46933"/>
                  <a:gd name="connsiteY9" fmla="*/ 70065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75" y="70065"/>
                    </a:moveTo>
                    <a:cubicBezTo>
                      <a:pt x="3481" y="65285"/>
                      <a:pt x="5092" y="59540"/>
                      <a:pt x="7616" y="52881"/>
                    </a:cubicBezTo>
                    <a:cubicBezTo>
                      <a:pt x="10623" y="44772"/>
                      <a:pt x="14543" y="36717"/>
                      <a:pt x="19430" y="28770"/>
                    </a:cubicBezTo>
                    <a:cubicBezTo>
                      <a:pt x="24262" y="20769"/>
                      <a:pt x="29686" y="13949"/>
                      <a:pt x="35647" y="8203"/>
                    </a:cubicBezTo>
                    <a:lnTo>
                      <a:pt x="313" y="8203"/>
                    </a:lnTo>
                    <a:lnTo>
                      <a:pt x="2031" y="202"/>
                    </a:lnTo>
                    <a:lnTo>
                      <a:pt x="47246" y="202"/>
                    </a:lnTo>
                    <a:lnTo>
                      <a:pt x="45581" y="8203"/>
                    </a:lnTo>
                    <a:cubicBezTo>
                      <a:pt x="37956" y="14916"/>
                      <a:pt x="31243" y="23615"/>
                      <a:pt x="25497" y="34247"/>
                    </a:cubicBezTo>
                    <a:cubicBezTo>
                      <a:pt x="18839" y="46544"/>
                      <a:pt x="14274" y="58466"/>
                      <a:pt x="11804" y="700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60" name="Freihandform: Form 459">
                <a:extLst>
                  <a:ext uri="{FF2B5EF4-FFF2-40B4-BE49-F238E27FC236}">
                    <a16:creationId xmlns:a16="http://schemas.microsoft.com/office/drawing/2014/main" id="{71EA3BC1-E3D3-7514-B9CB-CA22537FEC2F}"/>
                  </a:ext>
                </a:extLst>
              </p:cNvPr>
              <p:cNvSpPr/>
              <p:nvPr/>
            </p:nvSpPr>
            <p:spPr>
              <a:xfrm>
                <a:off x="8103157" y="3303409"/>
                <a:ext cx="49779" cy="71044"/>
              </a:xfrm>
              <a:custGeom>
                <a:avLst/>
                <a:gdLst>
                  <a:gd name="connsiteX0" fmla="*/ 370 w 49779"/>
                  <a:gd name="connsiteY0" fmla="*/ 49820 h 71044"/>
                  <a:gd name="connsiteX1" fmla="*/ 9231 w 49779"/>
                  <a:gd name="connsiteY1" fmla="*/ 48961 h 71044"/>
                  <a:gd name="connsiteX2" fmla="*/ 9123 w 49779"/>
                  <a:gd name="connsiteY2" fmla="*/ 51216 h 71044"/>
                  <a:gd name="connsiteX3" fmla="*/ 10788 w 49779"/>
                  <a:gd name="connsiteY3" fmla="*/ 57660 h 71044"/>
                  <a:gd name="connsiteX4" fmla="*/ 15191 w 49779"/>
                  <a:gd name="connsiteY4" fmla="*/ 62601 h 71044"/>
                  <a:gd name="connsiteX5" fmla="*/ 21044 w 49779"/>
                  <a:gd name="connsiteY5" fmla="*/ 64319 h 71044"/>
                  <a:gd name="connsiteX6" fmla="*/ 29314 w 49779"/>
                  <a:gd name="connsiteY6" fmla="*/ 61527 h 71044"/>
                  <a:gd name="connsiteX7" fmla="*/ 36134 w 49779"/>
                  <a:gd name="connsiteY7" fmla="*/ 53364 h 71044"/>
                  <a:gd name="connsiteX8" fmla="*/ 38712 w 49779"/>
                  <a:gd name="connsiteY8" fmla="*/ 42732 h 71044"/>
                  <a:gd name="connsiteX9" fmla="*/ 35221 w 49779"/>
                  <a:gd name="connsiteY9" fmla="*/ 33173 h 71044"/>
                  <a:gd name="connsiteX10" fmla="*/ 26039 w 49779"/>
                  <a:gd name="connsiteY10" fmla="*/ 29629 h 71044"/>
                  <a:gd name="connsiteX11" fmla="*/ 18789 w 49779"/>
                  <a:gd name="connsiteY11" fmla="*/ 31455 h 71044"/>
                  <a:gd name="connsiteX12" fmla="*/ 12453 w 49779"/>
                  <a:gd name="connsiteY12" fmla="*/ 36986 h 71044"/>
                  <a:gd name="connsiteX13" fmla="*/ 4774 w 49779"/>
                  <a:gd name="connsiteY13" fmla="*/ 36449 h 71044"/>
                  <a:gd name="connsiteX14" fmla="*/ 15460 w 49779"/>
                  <a:gd name="connsiteY14" fmla="*/ 202 h 71044"/>
                  <a:gd name="connsiteX15" fmla="*/ 50096 w 49779"/>
                  <a:gd name="connsiteY15" fmla="*/ 202 h 71044"/>
                  <a:gd name="connsiteX16" fmla="*/ 48377 w 49779"/>
                  <a:gd name="connsiteY16" fmla="*/ 8203 h 71044"/>
                  <a:gd name="connsiteX17" fmla="*/ 21474 w 49779"/>
                  <a:gd name="connsiteY17" fmla="*/ 8203 h 71044"/>
                  <a:gd name="connsiteX18" fmla="*/ 16158 w 49779"/>
                  <a:gd name="connsiteY18" fmla="*/ 26246 h 71044"/>
                  <a:gd name="connsiteX19" fmla="*/ 22333 w 49779"/>
                  <a:gd name="connsiteY19" fmla="*/ 22970 h 71044"/>
                  <a:gd name="connsiteX20" fmla="*/ 28831 w 49779"/>
                  <a:gd name="connsiteY20" fmla="*/ 21896 h 71044"/>
                  <a:gd name="connsiteX21" fmla="*/ 42148 w 49779"/>
                  <a:gd name="connsiteY21" fmla="*/ 27266 h 71044"/>
                  <a:gd name="connsiteX22" fmla="*/ 47357 w 49779"/>
                  <a:gd name="connsiteY22" fmla="*/ 41926 h 71044"/>
                  <a:gd name="connsiteX23" fmla="*/ 43813 w 49779"/>
                  <a:gd name="connsiteY23" fmla="*/ 57016 h 71044"/>
                  <a:gd name="connsiteX24" fmla="*/ 33986 w 49779"/>
                  <a:gd name="connsiteY24" fmla="*/ 67595 h 71044"/>
                  <a:gd name="connsiteX25" fmla="*/ 20454 w 49779"/>
                  <a:gd name="connsiteY25" fmla="*/ 71246 h 71044"/>
                  <a:gd name="connsiteX26" fmla="*/ 9660 w 49779"/>
                  <a:gd name="connsiteY26" fmla="*/ 68507 h 71044"/>
                  <a:gd name="connsiteX27" fmla="*/ 2626 w 49779"/>
                  <a:gd name="connsiteY27" fmla="*/ 60936 h 71044"/>
                  <a:gd name="connsiteX28" fmla="*/ 317 w 49779"/>
                  <a:gd name="connsiteY28" fmla="*/ 51270 h 71044"/>
                  <a:gd name="connsiteX29" fmla="*/ 370 w 49779"/>
                  <a:gd name="connsiteY29" fmla="*/ 49820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70" y="49820"/>
                    </a:moveTo>
                    <a:lnTo>
                      <a:pt x="9231" y="48961"/>
                    </a:lnTo>
                    <a:cubicBezTo>
                      <a:pt x="9177" y="50196"/>
                      <a:pt x="9123" y="50948"/>
                      <a:pt x="9123" y="51216"/>
                    </a:cubicBezTo>
                    <a:cubicBezTo>
                      <a:pt x="9123" y="53364"/>
                      <a:pt x="9714" y="55512"/>
                      <a:pt x="10788" y="57660"/>
                    </a:cubicBezTo>
                    <a:cubicBezTo>
                      <a:pt x="11862" y="59808"/>
                      <a:pt x="13312" y="61473"/>
                      <a:pt x="15191" y="62601"/>
                    </a:cubicBezTo>
                    <a:cubicBezTo>
                      <a:pt x="17017" y="63728"/>
                      <a:pt x="18950" y="64319"/>
                      <a:pt x="21044" y="64319"/>
                    </a:cubicBezTo>
                    <a:cubicBezTo>
                      <a:pt x="23729" y="64319"/>
                      <a:pt x="26522" y="63406"/>
                      <a:pt x="29314" y="61527"/>
                    </a:cubicBezTo>
                    <a:cubicBezTo>
                      <a:pt x="32107" y="59647"/>
                      <a:pt x="34362" y="56908"/>
                      <a:pt x="36134" y="53364"/>
                    </a:cubicBezTo>
                    <a:cubicBezTo>
                      <a:pt x="37852" y="49766"/>
                      <a:pt x="38712" y="46222"/>
                      <a:pt x="38712" y="42732"/>
                    </a:cubicBezTo>
                    <a:cubicBezTo>
                      <a:pt x="38712" y="38758"/>
                      <a:pt x="37584" y="35590"/>
                      <a:pt x="35221" y="33173"/>
                    </a:cubicBezTo>
                    <a:cubicBezTo>
                      <a:pt x="32912" y="30811"/>
                      <a:pt x="29797" y="29629"/>
                      <a:pt x="26039" y="29629"/>
                    </a:cubicBezTo>
                    <a:cubicBezTo>
                      <a:pt x="23461" y="29629"/>
                      <a:pt x="21044" y="30220"/>
                      <a:pt x="18789" y="31455"/>
                    </a:cubicBezTo>
                    <a:cubicBezTo>
                      <a:pt x="16534" y="32690"/>
                      <a:pt x="14386" y="34516"/>
                      <a:pt x="12453" y="36986"/>
                    </a:cubicBezTo>
                    <a:lnTo>
                      <a:pt x="4774" y="36449"/>
                    </a:lnTo>
                    <a:lnTo>
                      <a:pt x="15460" y="202"/>
                    </a:lnTo>
                    <a:lnTo>
                      <a:pt x="50096" y="202"/>
                    </a:lnTo>
                    <a:lnTo>
                      <a:pt x="48377" y="8203"/>
                    </a:lnTo>
                    <a:lnTo>
                      <a:pt x="21474" y="8203"/>
                    </a:lnTo>
                    <a:lnTo>
                      <a:pt x="16158" y="26246"/>
                    </a:lnTo>
                    <a:cubicBezTo>
                      <a:pt x="18145" y="24796"/>
                      <a:pt x="20185" y="23669"/>
                      <a:pt x="22333" y="22970"/>
                    </a:cubicBezTo>
                    <a:cubicBezTo>
                      <a:pt x="24428" y="22219"/>
                      <a:pt x="26576" y="21896"/>
                      <a:pt x="28831" y="21896"/>
                    </a:cubicBezTo>
                    <a:cubicBezTo>
                      <a:pt x="34255" y="21896"/>
                      <a:pt x="38658" y="23669"/>
                      <a:pt x="42148" y="27266"/>
                    </a:cubicBezTo>
                    <a:cubicBezTo>
                      <a:pt x="45639" y="30811"/>
                      <a:pt x="47357" y="35697"/>
                      <a:pt x="47357" y="41926"/>
                    </a:cubicBezTo>
                    <a:cubicBezTo>
                      <a:pt x="47357" y="47404"/>
                      <a:pt x="46176" y="52398"/>
                      <a:pt x="43813" y="57016"/>
                    </a:cubicBezTo>
                    <a:cubicBezTo>
                      <a:pt x="41397" y="61580"/>
                      <a:pt x="38121" y="65124"/>
                      <a:pt x="33986" y="67595"/>
                    </a:cubicBezTo>
                    <a:cubicBezTo>
                      <a:pt x="29797" y="70065"/>
                      <a:pt x="25287" y="71246"/>
                      <a:pt x="20454" y="71246"/>
                    </a:cubicBezTo>
                    <a:cubicBezTo>
                      <a:pt x="16373" y="71246"/>
                      <a:pt x="12829" y="70333"/>
                      <a:pt x="9660" y="68507"/>
                    </a:cubicBezTo>
                    <a:cubicBezTo>
                      <a:pt x="6546" y="66682"/>
                      <a:pt x="4237" y="64158"/>
                      <a:pt x="2626" y="60936"/>
                    </a:cubicBezTo>
                    <a:cubicBezTo>
                      <a:pt x="1068" y="57714"/>
                      <a:pt x="317" y="54492"/>
                      <a:pt x="317" y="51270"/>
                    </a:cubicBezTo>
                    <a:cubicBezTo>
                      <a:pt x="317" y="50948"/>
                      <a:pt x="317" y="50464"/>
                      <a:pt x="370" y="498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61" name="Freihandform: Form 460">
                <a:extLst>
                  <a:ext uri="{FF2B5EF4-FFF2-40B4-BE49-F238E27FC236}">
                    <a16:creationId xmlns:a16="http://schemas.microsoft.com/office/drawing/2014/main" id="{B8996AC0-1FA6-5F6E-9F83-1F8CD926BB29}"/>
                  </a:ext>
                </a:extLst>
              </p:cNvPr>
              <p:cNvSpPr/>
              <p:nvPr/>
            </p:nvSpPr>
            <p:spPr>
              <a:xfrm>
                <a:off x="8158737" y="3302120"/>
                <a:ext cx="48436" cy="72386"/>
              </a:xfrm>
              <a:custGeom>
                <a:avLst/>
                <a:gdLst>
                  <a:gd name="connsiteX0" fmla="*/ 15249 w 48436"/>
                  <a:gd name="connsiteY0" fmla="*/ 32422 h 72386"/>
                  <a:gd name="connsiteX1" fmla="*/ 9288 w 48436"/>
                  <a:gd name="connsiteY1" fmla="*/ 26837 h 72386"/>
                  <a:gd name="connsiteX2" fmla="*/ 7302 w 48436"/>
                  <a:gd name="connsiteY2" fmla="*/ 19480 h 72386"/>
                  <a:gd name="connsiteX3" fmla="*/ 11973 w 48436"/>
                  <a:gd name="connsiteY3" fmla="*/ 7612 h 72386"/>
                  <a:gd name="connsiteX4" fmla="*/ 28728 w 48436"/>
                  <a:gd name="connsiteY4" fmla="*/ 202 h 72386"/>
                  <a:gd name="connsiteX5" fmla="*/ 43388 w 48436"/>
                  <a:gd name="connsiteY5" fmla="*/ 5196 h 72386"/>
                  <a:gd name="connsiteX6" fmla="*/ 48757 w 48436"/>
                  <a:gd name="connsiteY6" fmla="*/ 17493 h 72386"/>
                  <a:gd name="connsiteX7" fmla="*/ 45858 w 48436"/>
                  <a:gd name="connsiteY7" fmla="*/ 26783 h 72386"/>
                  <a:gd name="connsiteX8" fmla="*/ 36782 w 48436"/>
                  <a:gd name="connsiteY8" fmla="*/ 33442 h 72386"/>
                  <a:gd name="connsiteX9" fmla="*/ 42904 w 48436"/>
                  <a:gd name="connsiteY9" fmla="*/ 39080 h 72386"/>
                  <a:gd name="connsiteX10" fmla="*/ 45267 w 48436"/>
                  <a:gd name="connsiteY10" fmla="*/ 48209 h 72386"/>
                  <a:gd name="connsiteX11" fmla="*/ 38501 w 48436"/>
                  <a:gd name="connsiteY11" fmla="*/ 65178 h 72386"/>
                  <a:gd name="connsiteX12" fmla="*/ 20565 w 48436"/>
                  <a:gd name="connsiteY12" fmla="*/ 72589 h 72386"/>
                  <a:gd name="connsiteX13" fmla="*/ 5959 w 48436"/>
                  <a:gd name="connsiteY13" fmla="*/ 67111 h 72386"/>
                  <a:gd name="connsiteX14" fmla="*/ 321 w 48436"/>
                  <a:gd name="connsiteY14" fmla="*/ 53311 h 72386"/>
                  <a:gd name="connsiteX15" fmla="*/ 4294 w 48436"/>
                  <a:gd name="connsiteY15" fmla="*/ 39939 h 72386"/>
                  <a:gd name="connsiteX16" fmla="*/ 15249 w 48436"/>
                  <a:gd name="connsiteY16" fmla="*/ 32422 h 72386"/>
                  <a:gd name="connsiteX17" fmla="*/ 15893 w 48436"/>
                  <a:gd name="connsiteY17" fmla="*/ 19910 h 72386"/>
                  <a:gd name="connsiteX18" fmla="*/ 18847 w 48436"/>
                  <a:gd name="connsiteY18" fmla="*/ 27213 h 72386"/>
                  <a:gd name="connsiteX19" fmla="*/ 26902 w 48436"/>
                  <a:gd name="connsiteY19" fmla="*/ 30005 h 72386"/>
                  <a:gd name="connsiteX20" fmla="*/ 36621 w 48436"/>
                  <a:gd name="connsiteY20" fmla="*/ 26353 h 72386"/>
                  <a:gd name="connsiteX21" fmla="*/ 40380 w 48436"/>
                  <a:gd name="connsiteY21" fmla="*/ 17386 h 72386"/>
                  <a:gd name="connsiteX22" fmla="*/ 37427 w 48436"/>
                  <a:gd name="connsiteY22" fmla="*/ 10029 h 72386"/>
                  <a:gd name="connsiteX23" fmla="*/ 29372 w 48436"/>
                  <a:gd name="connsiteY23" fmla="*/ 7237 h 72386"/>
                  <a:gd name="connsiteX24" fmla="*/ 22284 w 48436"/>
                  <a:gd name="connsiteY24" fmla="*/ 9009 h 72386"/>
                  <a:gd name="connsiteX25" fmla="*/ 17504 w 48436"/>
                  <a:gd name="connsiteY25" fmla="*/ 13842 h 72386"/>
                  <a:gd name="connsiteX26" fmla="*/ 15893 w 48436"/>
                  <a:gd name="connsiteY26" fmla="*/ 19910 h 72386"/>
                  <a:gd name="connsiteX27" fmla="*/ 9074 w 48436"/>
                  <a:gd name="connsiteY27" fmla="*/ 54062 h 72386"/>
                  <a:gd name="connsiteX28" fmla="*/ 10523 w 48436"/>
                  <a:gd name="connsiteY28" fmla="*/ 59701 h 72386"/>
                  <a:gd name="connsiteX29" fmla="*/ 14873 w 48436"/>
                  <a:gd name="connsiteY29" fmla="*/ 63997 h 72386"/>
                  <a:gd name="connsiteX30" fmla="*/ 21478 w 48436"/>
                  <a:gd name="connsiteY30" fmla="*/ 65608 h 72386"/>
                  <a:gd name="connsiteX31" fmla="*/ 32970 w 48436"/>
                  <a:gd name="connsiteY31" fmla="*/ 58949 h 72386"/>
                  <a:gd name="connsiteX32" fmla="*/ 36460 w 48436"/>
                  <a:gd name="connsiteY32" fmla="*/ 47672 h 72386"/>
                  <a:gd name="connsiteX33" fmla="*/ 33238 w 48436"/>
                  <a:gd name="connsiteY33" fmla="*/ 39617 h 72386"/>
                  <a:gd name="connsiteX34" fmla="*/ 24807 w 48436"/>
                  <a:gd name="connsiteY34" fmla="*/ 36449 h 72386"/>
                  <a:gd name="connsiteX35" fmla="*/ 13692 w 48436"/>
                  <a:gd name="connsiteY35" fmla="*/ 41336 h 72386"/>
                  <a:gd name="connsiteX36" fmla="*/ 9074 w 48436"/>
                  <a:gd name="connsiteY36" fmla="*/ 54062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49" y="32422"/>
                    </a:moveTo>
                    <a:cubicBezTo>
                      <a:pt x="12618" y="30972"/>
                      <a:pt x="10631" y="29092"/>
                      <a:pt x="9288" y="26837"/>
                    </a:cubicBezTo>
                    <a:cubicBezTo>
                      <a:pt x="7946" y="24528"/>
                      <a:pt x="7302" y="22111"/>
                      <a:pt x="7302" y="19480"/>
                    </a:cubicBezTo>
                    <a:cubicBezTo>
                      <a:pt x="7302" y="15238"/>
                      <a:pt x="8859" y="11264"/>
                      <a:pt x="11973" y="7612"/>
                    </a:cubicBezTo>
                    <a:cubicBezTo>
                      <a:pt x="16054" y="2672"/>
                      <a:pt x="21693" y="202"/>
                      <a:pt x="28728" y="202"/>
                    </a:cubicBezTo>
                    <a:cubicBezTo>
                      <a:pt x="34957" y="202"/>
                      <a:pt x="39843" y="1867"/>
                      <a:pt x="43388" y="5196"/>
                    </a:cubicBezTo>
                    <a:cubicBezTo>
                      <a:pt x="46985" y="8525"/>
                      <a:pt x="48757" y="12606"/>
                      <a:pt x="48757" y="17493"/>
                    </a:cubicBezTo>
                    <a:cubicBezTo>
                      <a:pt x="48757" y="20930"/>
                      <a:pt x="47791" y="24044"/>
                      <a:pt x="45858" y="26783"/>
                    </a:cubicBezTo>
                    <a:cubicBezTo>
                      <a:pt x="43924" y="29575"/>
                      <a:pt x="40917" y="31777"/>
                      <a:pt x="36782" y="33442"/>
                    </a:cubicBezTo>
                    <a:cubicBezTo>
                      <a:pt x="39629" y="35214"/>
                      <a:pt x="41669" y="37093"/>
                      <a:pt x="42904" y="39080"/>
                    </a:cubicBezTo>
                    <a:cubicBezTo>
                      <a:pt x="44461" y="41658"/>
                      <a:pt x="45267" y="44719"/>
                      <a:pt x="45267" y="48209"/>
                    </a:cubicBezTo>
                    <a:cubicBezTo>
                      <a:pt x="45267" y="54546"/>
                      <a:pt x="43012" y="60184"/>
                      <a:pt x="38501" y="65178"/>
                    </a:cubicBezTo>
                    <a:cubicBezTo>
                      <a:pt x="33990" y="70118"/>
                      <a:pt x="28029" y="72589"/>
                      <a:pt x="20565" y="72589"/>
                    </a:cubicBezTo>
                    <a:cubicBezTo>
                      <a:pt x="14605" y="72589"/>
                      <a:pt x="9718" y="70763"/>
                      <a:pt x="5959" y="67111"/>
                    </a:cubicBezTo>
                    <a:cubicBezTo>
                      <a:pt x="2200" y="63406"/>
                      <a:pt x="321" y="58842"/>
                      <a:pt x="321" y="53311"/>
                    </a:cubicBezTo>
                    <a:cubicBezTo>
                      <a:pt x="321" y="48155"/>
                      <a:pt x="1663" y="43698"/>
                      <a:pt x="4294" y="39939"/>
                    </a:cubicBezTo>
                    <a:cubicBezTo>
                      <a:pt x="6979" y="36234"/>
                      <a:pt x="10631" y="33710"/>
                      <a:pt x="15249" y="32422"/>
                    </a:cubicBezTo>
                    <a:moveTo>
                      <a:pt x="15893" y="19910"/>
                    </a:moveTo>
                    <a:cubicBezTo>
                      <a:pt x="15893" y="22917"/>
                      <a:pt x="16914" y="25333"/>
                      <a:pt x="18847" y="27213"/>
                    </a:cubicBezTo>
                    <a:cubicBezTo>
                      <a:pt x="20780" y="29039"/>
                      <a:pt x="23465" y="30005"/>
                      <a:pt x="26902" y="30005"/>
                    </a:cubicBezTo>
                    <a:cubicBezTo>
                      <a:pt x="30876" y="30005"/>
                      <a:pt x="34151" y="28770"/>
                      <a:pt x="36621" y="26353"/>
                    </a:cubicBezTo>
                    <a:cubicBezTo>
                      <a:pt x="39145" y="23883"/>
                      <a:pt x="40380" y="20930"/>
                      <a:pt x="40380" y="17386"/>
                    </a:cubicBezTo>
                    <a:cubicBezTo>
                      <a:pt x="40380" y="14379"/>
                      <a:pt x="39414" y="11908"/>
                      <a:pt x="37427" y="10029"/>
                    </a:cubicBezTo>
                    <a:cubicBezTo>
                      <a:pt x="35494" y="8149"/>
                      <a:pt x="32809" y="7237"/>
                      <a:pt x="29372" y="7237"/>
                    </a:cubicBezTo>
                    <a:cubicBezTo>
                      <a:pt x="26794" y="7237"/>
                      <a:pt x="24432" y="7827"/>
                      <a:pt x="22284" y="9009"/>
                    </a:cubicBezTo>
                    <a:cubicBezTo>
                      <a:pt x="20136" y="10190"/>
                      <a:pt x="18525" y="11801"/>
                      <a:pt x="17504" y="13842"/>
                    </a:cubicBezTo>
                    <a:cubicBezTo>
                      <a:pt x="16430" y="15936"/>
                      <a:pt x="15893" y="17923"/>
                      <a:pt x="15893" y="19910"/>
                    </a:cubicBezTo>
                    <a:moveTo>
                      <a:pt x="9074" y="54062"/>
                    </a:moveTo>
                    <a:cubicBezTo>
                      <a:pt x="9074" y="55995"/>
                      <a:pt x="9557" y="57929"/>
                      <a:pt x="10523" y="59701"/>
                    </a:cubicBezTo>
                    <a:cubicBezTo>
                      <a:pt x="11490" y="61527"/>
                      <a:pt x="12940" y="62923"/>
                      <a:pt x="14873" y="63997"/>
                    </a:cubicBezTo>
                    <a:cubicBezTo>
                      <a:pt x="16806" y="65071"/>
                      <a:pt x="19008" y="65608"/>
                      <a:pt x="21478" y="65608"/>
                    </a:cubicBezTo>
                    <a:cubicBezTo>
                      <a:pt x="26204" y="65608"/>
                      <a:pt x="30016" y="63406"/>
                      <a:pt x="32970" y="58949"/>
                    </a:cubicBezTo>
                    <a:cubicBezTo>
                      <a:pt x="35279" y="55459"/>
                      <a:pt x="36460" y="51700"/>
                      <a:pt x="36460" y="47672"/>
                    </a:cubicBezTo>
                    <a:cubicBezTo>
                      <a:pt x="36460" y="44396"/>
                      <a:pt x="35386" y="41711"/>
                      <a:pt x="33238" y="39617"/>
                    </a:cubicBezTo>
                    <a:cubicBezTo>
                      <a:pt x="31090" y="37523"/>
                      <a:pt x="28298" y="36449"/>
                      <a:pt x="24807" y="36449"/>
                    </a:cubicBezTo>
                    <a:cubicBezTo>
                      <a:pt x="20404" y="36449"/>
                      <a:pt x="16699" y="38114"/>
                      <a:pt x="13692" y="41336"/>
                    </a:cubicBezTo>
                    <a:cubicBezTo>
                      <a:pt x="10631" y="44611"/>
                      <a:pt x="9074" y="48853"/>
                      <a:pt x="9074" y="540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62" name="Freihandform: Form 461">
                <a:extLst>
                  <a:ext uri="{FF2B5EF4-FFF2-40B4-BE49-F238E27FC236}">
                    <a16:creationId xmlns:a16="http://schemas.microsoft.com/office/drawing/2014/main" id="{9FB4895E-A070-CC3F-5D93-73BB405874E7}"/>
                  </a:ext>
                </a:extLst>
              </p:cNvPr>
              <p:cNvSpPr/>
              <p:nvPr/>
            </p:nvSpPr>
            <p:spPr>
              <a:xfrm>
                <a:off x="8218345" y="3303409"/>
                <a:ext cx="46933" cy="69862"/>
              </a:xfrm>
              <a:custGeom>
                <a:avLst/>
                <a:gdLst>
                  <a:gd name="connsiteX0" fmla="*/ 2687 w 46933"/>
                  <a:gd name="connsiteY0" fmla="*/ 70065 h 69862"/>
                  <a:gd name="connsiteX1" fmla="*/ 7628 w 46933"/>
                  <a:gd name="connsiteY1" fmla="*/ 52881 h 69862"/>
                  <a:gd name="connsiteX2" fmla="*/ 19442 w 46933"/>
                  <a:gd name="connsiteY2" fmla="*/ 28770 h 69862"/>
                  <a:gd name="connsiteX3" fmla="*/ 35659 w 46933"/>
                  <a:gd name="connsiteY3" fmla="*/ 8203 h 69862"/>
                  <a:gd name="connsiteX4" fmla="*/ 325 w 46933"/>
                  <a:gd name="connsiteY4" fmla="*/ 8203 h 69862"/>
                  <a:gd name="connsiteX5" fmla="*/ 2043 w 46933"/>
                  <a:gd name="connsiteY5" fmla="*/ 202 h 69862"/>
                  <a:gd name="connsiteX6" fmla="*/ 47258 w 46933"/>
                  <a:gd name="connsiteY6" fmla="*/ 202 h 69862"/>
                  <a:gd name="connsiteX7" fmla="*/ 45593 w 46933"/>
                  <a:gd name="connsiteY7" fmla="*/ 8203 h 69862"/>
                  <a:gd name="connsiteX8" fmla="*/ 25510 w 46933"/>
                  <a:gd name="connsiteY8" fmla="*/ 34247 h 69862"/>
                  <a:gd name="connsiteX9" fmla="*/ 11816 w 46933"/>
                  <a:gd name="connsiteY9" fmla="*/ 70065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87" y="70065"/>
                    </a:moveTo>
                    <a:cubicBezTo>
                      <a:pt x="3493" y="65285"/>
                      <a:pt x="5104" y="59540"/>
                      <a:pt x="7628" y="52881"/>
                    </a:cubicBezTo>
                    <a:cubicBezTo>
                      <a:pt x="10635" y="44772"/>
                      <a:pt x="14555" y="36717"/>
                      <a:pt x="19442" y="28770"/>
                    </a:cubicBezTo>
                    <a:cubicBezTo>
                      <a:pt x="24274" y="20769"/>
                      <a:pt x="29698" y="13949"/>
                      <a:pt x="35659" y="8203"/>
                    </a:cubicBezTo>
                    <a:lnTo>
                      <a:pt x="325" y="8203"/>
                    </a:lnTo>
                    <a:lnTo>
                      <a:pt x="2043" y="202"/>
                    </a:lnTo>
                    <a:lnTo>
                      <a:pt x="47258" y="202"/>
                    </a:lnTo>
                    <a:lnTo>
                      <a:pt x="45593" y="8203"/>
                    </a:lnTo>
                    <a:cubicBezTo>
                      <a:pt x="37968" y="14916"/>
                      <a:pt x="31255" y="23615"/>
                      <a:pt x="25510" y="34247"/>
                    </a:cubicBezTo>
                    <a:cubicBezTo>
                      <a:pt x="18851" y="46544"/>
                      <a:pt x="14286" y="58466"/>
                      <a:pt x="11816" y="7006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63" name="Freihandform: Form 462">
                <a:extLst>
                  <a:ext uri="{FF2B5EF4-FFF2-40B4-BE49-F238E27FC236}">
                    <a16:creationId xmlns:a16="http://schemas.microsoft.com/office/drawing/2014/main" id="{1D842898-E39F-CCCC-D580-72566A0419C6}"/>
                  </a:ext>
                </a:extLst>
              </p:cNvPr>
              <p:cNvSpPr/>
              <p:nvPr/>
            </p:nvSpPr>
            <p:spPr>
              <a:xfrm>
                <a:off x="8266850" y="3302120"/>
                <a:ext cx="49725" cy="72332"/>
              </a:xfrm>
              <a:custGeom>
                <a:avLst/>
                <a:gdLst>
                  <a:gd name="connsiteX0" fmla="*/ 329 w 49725"/>
                  <a:gd name="connsiteY0" fmla="*/ 52774 h 72332"/>
                  <a:gd name="connsiteX1" fmla="*/ 8813 w 49725"/>
                  <a:gd name="connsiteY1" fmla="*/ 51753 h 72332"/>
                  <a:gd name="connsiteX2" fmla="*/ 13109 w 49725"/>
                  <a:gd name="connsiteY2" fmla="*/ 62386 h 72332"/>
                  <a:gd name="connsiteX3" fmla="*/ 21755 w 49725"/>
                  <a:gd name="connsiteY3" fmla="*/ 65608 h 72332"/>
                  <a:gd name="connsiteX4" fmla="*/ 32978 w 49725"/>
                  <a:gd name="connsiteY4" fmla="*/ 60990 h 72332"/>
                  <a:gd name="connsiteX5" fmla="*/ 37650 w 49725"/>
                  <a:gd name="connsiteY5" fmla="*/ 50357 h 72332"/>
                  <a:gd name="connsiteX6" fmla="*/ 34159 w 49725"/>
                  <a:gd name="connsiteY6" fmla="*/ 41711 h 72332"/>
                  <a:gd name="connsiteX7" fmla="*/ 24654 w 49725"/>
                  <a:gd name="connsiteY7" fmla="*/ 38275 h 72332"/>
                  <a:gd name="connsiteX8" fmla="*/ 21862 w 49725"/>
                  <a:gd name="connsiteY8" fmla="*/ 38490 h 72332"/>
                  <a:gd name="connsiteX9" fmla="*/ 23366 w 49725"/>
                  <a:gd name="connsiteY9" fmla="*/ 31186 h 72332"/>
                  <a:gd name="connsiteX10" fmla="*/ 25782 w 49725"/>
                  <a:gd name="connsiteY10" fmla="*/ 31401 h 72332"/>
                  <a:gd name="connsiteX11" fmla="*/ 37327 w 49725"/>
                  <a:gd name="connsiteY11" fmla="*/ 27750 h 72332"/>
                  <a:gd name="connsiteX12" fmla="*/ 41355 w 49725"/>
                  <a:gd name="connsiteY12" fmla="*/ 18782 h 72332"/>
                  <a:gd name="connsiteX13" fmla="*/ 38026 w 49725"/>
                  <a:gd name="connsiteY13" fmla="*/ 10566 h 72332"/>
                  <a:gd name="connsiteX14" fmla="*/ 29917 w 49725"/>
                  <a:gd name="connsiteY14" fmla="*/ 7237 h 72332"/>
                  <a:gd name="connsiteX15" fmla="*/ 21486 w 49725"/>
                  <a:gd name="connsiteY15" fmla="*/ 10620 h 72332"/>
                  <a:gd name="connsiteX16" fmla="*/ 16707 w 49725"/>
                  <a:gd name="connsiteY16" fmla="*/ 20286 h 72332"/>
                  <a:gd name="connsiteX17" fmla="*/ 8115 w 49725"/>
                  <a:gd name="connsiteY17" fmla="*/ 18513 h 72332"/>
                  <a:gd name="connsiteX18" fmla="*/ 16277 w 49725"/>
                  <a:gd name="connsiteY18" fmla="*/ 4981 h 72332"/>
                  <a:gd name="connsiteX19" fmla="*/ 30561 w 49725"/>
                  <a:gd name="connsiteY19" fmla="*/ 202 h 72332"/>
                  <a:gd name="connsiteX20" fmla="*/ 44684 w 49725"/>
                  <a:gd name="connsiteY20" fmla="*/ 5464 h 72332"/>
                  <a:gd name="connsiteX21" fmla="*/ 50054 w 49725"/>
                  <a:gd name="connsiteY21" fmla="*/ 18460 h 72332"/>
                  <a:gd name="connsiteX22" fmla="*/ 47101 w 49725"/>
                  <a:gd name="connsiteY22" fmla="*/ 28233 h 72332"/>
                  <a:gd name="connsiteX23" fmla="*/ 38348 w 49725"/>
                  <a:gd name="connsiteY23" fmla="*/ 35160 h 72332"/>
                  <a:gd name="connsiteX24" fmla="*/ 44577 w 49725"/>
                  <a:gd name="connsiteY24" fmla="*/ 41121 h 72332"/>
                  <a:gd name="connsiteX25" fmla="*/ 46617 w 49725"/>
                  <a:gd name="connsiteY25" fmla="*/ 49068 h 72332"/>
                  <a:gd name="connsiteX26" fmla="*/ 39475 w 49725"/>
                  <a:gd name="connsiteY26" fmla="*/ 65554 h 72332"/>
                  <a:gd name="connsiteX27" fmla="*/ 22453 w 49725"/>
                  <a:gd name="connsiteY27" fmla="*/ 72535 h 72332"/>
                  <a:gd name="connsiteX28" fmla="*/ 6934 w 49725"/>
                  <a:gd name="connsiteY28" fmla="*/ 67165 h 72332"/>
                  <a:gd name="connsiteX29" fmla="*/ 329 w 49725"/>
                  <a:gd name="connsiteY29" fmla="*/ 52774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29" y="52774"/>
                    </a:moveTo>
                    <a:lnTo>
                      <a:pt x="8813" y="51753"/>
                    </a:lnTo>
                    <a:cubicBezTo>
                      <a:pt x="9457" y="56694"/>
                      <a:pt x="10907" y="60238"/>
                      <a:pt x="13109" y="62386"/>
                    </a:cubicBezTo>
                    <a:cubicBezTo>
                      <a:pt x="15311" y="64534"/>
                      <a:pt x="18210" y="65608"/>
                      <a:pt x="21755" y="65608"/>
                    </a:cubicBezTo>
                    <a:cubicBezTo>
                      <a:pt x="26104" y="65608"/>
                      <a:pt x="29809" y="64050"/>
                      <a:pt x="32978" y="60990"/>
                    </a:cubicBezTo>
                    <a:cubicBezTo>
                      <a:pt x="36092" y="57875"/>
                      <a:pt x="37650" y="54331"/>
                      <a:pt x="37650" y="50357"/>
                    </a:cubicBezTo>
                    <a:cubicBezTo>
                      <a:pt x="37650" y="46867"/>
                      <a:pt x="36522" y="43967"/>
                      <a:pt x="34159" y="41711"/>
                    </a:cubicBezTo>
                    <a:cubicBezTo>
                      <a:pt x="31796" y="39456"/>
                      <a:pt x="28628" y="38275"/>
                      <a:pt x="24654" y="38275"/>
                    </a:cubicBezTo>
                    <a:cubicBezTo>
                      <a:pt x="24225" y="38275"/>
                      <a:pt x="23312" y="38382"/>
                      <a:pt x="21862" y="38490"/>
                    </a:cubicBezTo>
                    <a:lnTo>
                      <a:pt x="23366" y="31186"/>
                    </a:lnTo>
                    <a:cubicBezTo>
                      <a:pt x="24225" y="31347"/>
                      <a:pt x="25030" y="31401"/>
                      <a:pt x="25782" y="31401"/>
                    </a:cubicBezTo>
                    <a:cubicBezTo>
                      <a:pt x="30776" y="31401"/>
                      <a:pt x="34642" y="30166"/>
                      <a:pt x="37327" y="27750"/>
                    </a:cubicBezTo>
                    <a:cubicBezTo>
                      <a:pt x="40012" y="25280"/>
                      <a:pt x="41355" y="22326"/>
                      <a:pt x="41355" y="18782"/>
                    </a:cubicBezTo>
                    <a:cubicBezTo>
                      <a:pt x="41355" y="15506"/>
                      <a:pt x="40227" y="12768"/>
                      <a:pt x="38026" y="10566"/>
                    </a:cubicBezTo>
                    <a:cubicBezTo>
                      <a:pt x="35824" y="8311"/>
                      <a:pt x="33139" y="7237"/>
                      <a:pt x="29917" y="7237"/>
                    </a:cubicBezTo>
                    <a:cubicBezTo>
                      <a:pt x="26802" y="7237"/>
                      <a:pt x="24010" y="8364"/>
                      <a:pt x="21486" y="10620"/>
                    </a:cubicBezTo>
                    <a:cubicBezTo>
                      <a:pt x="19016" y="12875"/>
                      <a:pt x="17405" y="16097"/>
                      <a:pt x="16707" y="20286"/>
                    </a:cubicBezTo>
                    <a:lnTo>
                      <a:pt x="8115" y="18513"/>
                    </a:lnTo>
                    <a:cubicBezTo>
                      <a:pt x="9511" y="12714"/>
                      <a:pt x="12250" y="8203"/>
                      <a:pt x="16277" y="4981"/>
                    </a:cubicBezTo>
                    <a:cubicBezTo>
                      <a:pt x="20305" y="1813"/>
                      <a:pt x="25084" y="202"/>
                      <a:pt x="30561" y="202"/>
                    </a:cubicBezTo>
                    <a:cubicBezTo>
                      <a:pt x="36361" y="202"/>
                      <a:pt x="41086" y="1974"/>
                      <a:pt x="44684" y="5464"/>
                    </a:cubicBezTo>
                    <a:cubicBezTo>
                      <a:pt x="48228" y="9009"/>
                      <a:pt x="50054" y="13305"/>
                      <a:pt x="50054" y="18460"/>
                    </a:cubicBezTo>
                    <a:cubicBezTo>
                      <a:pt x="50054" y="22165"/>
                      <a:pt x="49088" y="25441"/>
                      <a:pt x="47101" y="28233"/>
                    </a:cubicBezTo>
                    <a:cubicBezTo>
                      <a:pt x="45168" y="31025"/>
                      <a:pt x="42268" y="33334"/>
                      <a:pt x="38348" y="35160"/>
                    </a:cubicBezTo>
                    <a:cubicBezTo>
                      <a:pt x="41140" y="36825"/>
                      <a:pt x="43181" y="38758"/>
                      <a:pt x="44577" y="41121"/>
                    </a:cubicBezTo>
                    <a:cubicBezTo>
                      <a:pt x="45919" y="43430"/>
                      <a:pt x="46617" y="46061"/>
                      <a:pt x="46617" y="49068"/>
                    </a:cubicBezTo>
                    <a:cubicBezTo>
                      <a:pt x="46617" y="55405"/>
                      <a:pt x="44255" y="60936"/>
                      <a:pt x="39475" y="65554"/>
                    </a:cubicBezTo>
                    <a:cubicBezTo>
                      <a:pt x="34750" y="70226"/>
                      <a:pt x="29058" y="72535"/>
                      <a:pt x="22453" y="72535"/>
                    </a:cubicBezTo>
                    <a:cubicBezTo>
                      <a:pt x="16062" y="72535"/>
                      <a:pt x="10854" y="70763"/>
                      <a:pt x="6934" y="67165"/>
                    </a:cubicBezTo>
                    <a:cubicBezTo>
                      <a:pt x="2960" y="63567"/>
                      <a:pt x="758" y="58788"/>
                      <a:pt x="329" y="527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64" name="Freihandform: Form 463">
                <a:extLst>
                  <a:ext uri="{FF2B5EF4-FFF2-40B4-BE49-F238E27FC236}">
                    <a16:creationId xmlns:a16="http://schemas.microsoft.com/office/drawing/2014/main" id="{4A38C02F-B59E-7C7B-E60B-8F421725D9AA}"/>
                  </a:ext>
                </a:extLst>
              </p:cNvPr>
              <p:cNvSpPr/>
              <p:nvPr/>
            </p:nvSpPr>
            <p:spPr>
              <a:xfrm>
                <a:off x="8323450" y="3302120"/>
                <a:ext cx="48973" cy="72332"/>
              </a:xfrm>
              <a:custGeom>
                <a:avLst/>
                <a:gdLst>
                  <a:gd name="connsiteX0" fmla="*/ 333 w 48973"/>
                  <a:gd name="connsiteY0" fmla="*/ 48102 h 72332"/>
                  <a:gd name="connsiteX1" fmla="*/ 3018 w 48973"/>
                  <a:gd name="connsiteY1" fmla="*/ 29844 h 72332"/>
                  <a:gd name="connsiteX2" fmla="*/ 9032 w 48973"/>
                  <a:gd name="connsiteY2" fmla="*/ 15023 h 72332"/>
                  <a:gd name="connsiteX3" fmla="*/ 15798 w 48973"/>
                  <a:gd name="connsiteY3" fmla="*/ 6324 h 72332"/>
                  <a:gd name="connsiteX4" fmla="*/ 22779 w 48973"/>
                  <a:gd name="connsiteY4" fmla="*/ 1705 h 72332"/>
                  <a:gd name="connsiteX5" fmla="*/ 30297 w 48973"/>
                  <a:gd name="connsiteY5" fmla="*/ 202 h 72332"/>
                  <a:gd name="connsiteX6" fmla="*/ 43883 w 48973"/>
                  <a:gd name="connsiteY6" fmla="*/ 6270 h 72332"/>
                  <a:gd name="connsiteX7" fmla="*/ 49306 w 48973"/>
                  <a:gd name="connsiteY7" fmla="*/ 23722 h 72332"/>
                  <a:gd name="connsiteX8" fmla="*/ 45547 w 48973"/>
                  <a:gd name="connsiteY8" fmla="*/ 46974 h 72332"/>
                  <a:gd name="connsiteX9" fmla="*/ 33197 w 48973"/>
                  <a:gd name="connsiteY9" fmla="*/ 67380 h 72332"/>
                  <a:gd name="connsiteX10" fmla="*/ 19288 w 48973"/>
                  <a:gd name="connsiteY10" fmla="*/ 72535 h 72332"/>
                  <a:gd name="connsiteX11" fmla="*/ 5864 w 48973"/>
                  <a:gd name="connsiteY11" fmla="*/ 66306 h 72332"/>
                  <a:gd name="connsiteX12" fmla="*/ 333 w 48973"/>
                  <a:gd name="connsiteY12" fmla="*/ 48102 h 72332"/>
                  <a:gd name="connsiteX13" fmla="*/ 8817 w 48973"/>
                  <a:gd name="connsiteY13" fmla="*/ 50357 h 72332"/>
                  <a:gd name="connsiteX14" fmla="*/ 10965 w 48973"/>
                  <a:gd name="connsiteY14" fmla="*/ 60506 h 72332"/>
                  <a:gd name="connsiteX15" fmla="*/ 19718 w 48973"/>
                  <a:gd name="connsiteY15" fmla="*/ 65608 h 72332"/>
                  <a:gd name="connsiteX16" fmla="*/ 28954 w 48973"/>
                  <a:gd name="connsiteY16" fmla="*/ 60990 h 72332"/>
                  <a:gd name="connsiteX17" fmla="*/ 37976 w 48973"/>
                  <a:gd name="connsiteY17" fmla="*/ 42034 h 72332"/>
                  <a:gd name="connsiteX18" fmla="*/ 40983 w 48973"/>
                  <a:gd name="connsiteY18" fmla="*/ 21628 h 72332"/>
                  <a:gd name="connsiteX19" fmla="*/ 38083 w 48973"/>
                  <a:gd name="connsiteY19" fmla="*/ 10620 h 72332"/>
                  <a:gd name="connsiteX20" fmla="*/ 30351 w 48973"/>
                  <a:gd name="connsiteY20" fmla="*/ 7237 h 72332"/>
                  <a:gd name="connsiteX21" fmla="*/ 23853 w 48973"/>
                  <a:gd name="connsiteY21" fmla="*/ 9009 h 72332"/>
                  <a:gd name="connsiteX22" fmla="*/ 18107 w 48973"/>
                  <a:gd name="connsiteY22" fmla="*/ 15130 h 72332"/>
                  <a:gd name="connsiteX23" fmla="*/ 11287 w 48973"/>
                  <a:gd name="connsiteY23" fmla="*/ 33495 h 72332"/>
                  <a:gd name="connsiteX24" fmla="*/ 8817 w 48973"/>
                  <a:gd name="connsiteY24" fmla="*/ 50357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33" y="48102"/>
                    </a:moveTo>
                    <a:cubicBezTo>
                      <a:pt x="333" y="42141"/>
                      <a:pt x="1246" y="36019"/>
                      <a:pt x="3018" y="29844"/>
                    </a:cubicBezTo>
                    <a:cubicBezTo>
                      <a:pt x="4843" y="23669"/>
                      <a:pt x="6830" y="18728"/>
                      <a:pt x="9032" y="15023"/>
                    </a:cubicBezTo>
                    <a:cubicBezTo>
                      <a:pt x="11180" y="11318"/>
                      <a:pt x="13489" y="8418"/>
                      <a:pt x="15798" y="6324"/>
                    </a:cubicBezTo>
                    <a:cubicBezTo>
                      <a:pt x="18161" y="4229"/>
                      <a:pt x="20470" y="2672"/>
                      <a:pt x="22779" y="1705"/>
                    </a:cubicBezTo>
                    <a:cubicBezTo>
                      <a:pt x="25034" y="685"/>
                      <a:pt x="27558" y="202"/>
                      <a:pt x="30297" y="202"/>
                    </a:cubicBezTo>
                    <a:cubicBezTo>
                      <a:pt x="35720" y="202"/>
                      <a:pt x="40231" y="2243"/>
                      <a:pt x="43883" y="6270"/>
                    </a:cubicBezTo>
                    <a:cubicBezTo>
                      <a:pt x="47481" y="10297"/>
                      <a:pt x="49306" y="16097"/>
                      <a:pt x="49306" y="23722"/>
                    </a:cubicBezTo>
                    <a:cubicBezTo>
                      <a:pt x="49306" y="31509"/>
                      <a:pt x="48071" y="39295"/>
                      <a:pt x="45547" y="46974"/>
                    </a:cubicBezTo>
                    <a:cubicBezTo>
                      <a:pt x="42594" y="56049"/>
                      <a:pt x="38459" y="62869"/>
                      <a:pt x="33197" y="67380"/>
                    </a:cubicBezTo>
                    <a:cubicBezTo>
                      <a:pt x="29115" y="70817"/>
                      <a:pt x="24497" y="72535"/>
                      <a:pt x="19288" y="72535"/>
                    </a:cubicBezTo>
                    <a:cubicBezTo>
                      <a:pt x="13972" y="72535"/>
                      <a:pt x="9515" y="70494"/>
                      <a:pt x="5864" y="66306"/>
                    </a:cubicBezTo>
                    <a:cubicBezTo>
                      <a:pt x="2212" y="62117"/>
                      <a:pt x="333" y="56049"/>
                      <a:pt x="333" y="48102"/>
                    </a:cubicBezTo>
                    <a:moveTo>
                      <a:pt x="8817" y="50357"/>
                    </a:moveTo>
                    <a:cubicBezTo>
                      <a:pt x="8817" y="54707"/>
                      <a:pt x="9515" y="58090"/>
                      <a:pt x="10965" y="60506"/>
                    </a:cubicBezTo>
                    <a:cubicBezTo>
                      <a:pt x="12952" y="63889"/>
                      <a:pt x="15852" y="65608"/>
                      <a:pt x="19718" y="65608"/>
                    </a:cubicBezTo>
                    <a:cubicBezTo>
                      <a:pt x="23101" y="65608"/>
                      <a:pt x="26216" y="64050"/>
                      <a:pt x="28954" y="60990"/>
                    </a:cubicBezTo>
                    <a:cubicBezTo>
                      <a:pt x="32982" y="56694"/>
                      <a:pt x="35989" y="50357"/>
                      <a:pt x="37976" y="42034"/>
                    </a:cubicBezTo>
                    <a:cubicBezTo>
                      <a:pt x="40016" y="33710"/>
                      <a:pt x="40983" y="26890"/>
                      <a:pt x="40983" y="21628"/>
                    </a:cubicBezTo>
                    <a:cubicBezTo>
                      <a:pt x="40983" y="16527"/>
                      <a:pt x="40016" y="12875"/>
                      <a:pt x="38083" y="10620"/>
                    </a:cubicBezTo>
                    <a:cubicBezTo>
                      <a:pt x="36150" y="8364"/>
                      <a:pt x="33572" y="7237"/>
                      <a:pt x="30351" y="7237"/>
                    </a:cubicBezTo>
                    <a:cubicBezTo>
                      <a:pt x="28041" y="7237"/>
                      <a:pt x="25894" y="7827"/>
                      <a:pt x="23853" y="9009"/>
                    </a:cubicBezTo>
                    <a:cubicBezTo>
                      <a:pt x="21866" y="10190"/>
                      <a:pt x="19933" y="12231"/>
                      <a:pt x="18107" y="15130"/>
                    </a:cubicBezTo>
                    <a:cubicBezTo>
                      <a:pt x="15476" y="19265"/>
                      <a:pt x="13220" y="25387"/>
                      <a:pt x="11287" y="33495"/>
                    </a:cubicBezTo>
                    <a:cubicBezTo>
                      <a:pt x="9623" y="40476"/>
                      <a:pt x="8817" y="46061"/>
                      <a:pt x="8817" y="503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65" name="Freihandform: Form 464">
                <a:extLst>
                  <a:ext uri="{FF2B5EF4-FFF2-40B4-BE49-F238E27FC236}">
                    <a16:creationId xmlns:a16="http://schemas.microsoft.com/office/drawing/2014/main" id="{1F18EEA6-427B-7082-2206-41B1D13AA15B}"/>
                  </a:ext>
                </a:extLst>
              </p:cNvPr>
              <p:cNvSpPr/>
              <p:nvPr/>
            </p:nvSpPr>
            <p:spPr>
              <a:xfrm>
                <a:off x="8377205" y="3363391"/>
                <a:ext cx="11974" cy="9880"/>
              </a:xfrm>
              <a:custGeom>
                <a:avLst/>
                <a:gdLst>
                  <a:gd name="connsiteX0" fmla="*/ 337 w 11974"/>
                  <a:gd name="connsiteY0" fmla="*/ 10083 h 9880"/>
                  <a:gd name="connsiteX1" fmla="*/ 2431 w 11974"/>
                  <a:gd name="connsiteY1" fmla="*/ 202 h 9880"/>
                  <a:gd name="connsiteX2" fmla="*/ 12312 w 11974"/>
                  <a:gd name="connsiteY2" fmla="*/ 202 h 9880"/>
                  <a:gd name="connsiteX3" fmla="*/ 10217 w 11974"/>
                  <a:gd name="connsiteY3" fmla="*/ 10083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37" y="10083"/>
                    </a:moveTo>
                    <a:lnTo>
                      <a:pt x="2431" y="202"/>
                    </a:lnTo>
                    <a:lnTo>
                      <a:pt x="12312" y="202"/>
                    </a:lnTo>
                    <a:lnTo>
                      <a:pt x="10217" y="1008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66" name="Freihandform: Form 465">
                <a:extLst>
                  <a:ext uri="{FF2B5EF4-FFF2-40B4-BE49-F238E27FC236}">
                    <a16:creationId xmlns:a16="http://schemas.microsoft.com/office/drawing/2014/main" id="{367056B0-3C25-F272-F141-42BD51484D0C}"/>
                  </a:ext>
                </a:extLst>
              </p:cNvPr>
              <p:cNvSpPr/>
              <p:nvPr/>
            </p:nvSpPr>
            <p:spPr>
              <a:xfrm>
                <a:off x="8413680" y="3302120"/>
                <a:ext cx="32810" cy="71151"/>
              </a:xfrm>
              <a:custGeom>
                <a:avLst/>
                <a:gdLst>
                  <a:gd name="connsiteX0" fmla="*/ 9521 w 32810"/>
                  <a:gd name="connsiteY0" fmla="*/ 71353 h 71151"/>
                  <a:gd name="connsiteX1" fmla="*/ 20691 w 32810"/>
                  <a:gd name="connsiteY1" fmla="*/ 17869 h 71151"/>
                  <a:gd name="connsiteX2" fmla="*/ 339 w 32810"/>
                  <a:gd name="connsiteY2" fmla="*/ 26998 h 71151"/>
                  <a:gd name="connsiteX3" fmla="*/ 1950 w 32810"/>
                  <a:gd name="connsiteY3" fmla="*/ 19050 h 71151"/>
                  <a:gd name="connsiteX4" fmla="*/ 14837 w 32810"/>
                  <a:gd name="connsiteY4" fmla="*/ 12231 h 71151"/>
                  <a:gd name="connsiteX5" fmla="*/ 24396 w 32810"/>
                  <a:gd name="connsiteY5" fmla="*/ 4928 h 71151"/>
                  <a:gd name="connsiteX6" fmla="*/ 28047 w 32810"/>
                  <a:gd name="connsiteY6" fmla="*/ 202 h 71151"/>
                  <a:gd name="connsiteX7" fmla="*/ 33149 w 32810"/>
                  <a:gd name="connsiteY7" fmla="*/ 202 h 71151"/>
                  <a:gd name="connsiteX8" fmla="*/ 18274 w 32810"/>
                  <a:gd name="connsiteY8" fmla="*/ 71353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21" y="71353"/>
                    </a:moveTo>
                    <a:lnTo>
                      <a:pt x="20691" y="17869"/>
                    </a:lnTo>
                    <a:cubicBezTo>
                      <a:pt x="15858" y="21682"/>
                      <a:pt x="9091" y="24689"/>
                      <a:pt x="339" y="26998"/>
                    </a:cubicBezTo>
                    <a:lnTo>
                      <a:pt x="1950" y="19050"/>
                    </a:lnTo>
                    <a:cubicBezTo>
                      <a:pt x="6299" y="17332"/>
                      <a:pt x="10595" y="15077"/>
                      <a:pt x="14837" y="12231"/>
                    </a:cubicBezTo>
                    <a:cubicBezTo>
                      <a:pt x="19080" y="9438"/>
                      <a:pt x="22248" y="7022"/>
                      <a:pt x="24396" y="4928"/>
                    </a:cubicBezTo>
                    <a:cubicBezTo>
                      <a:pt x="25685" y="3639"/>
                      <a:pt x="26920" y="2028"/>
                      <a:pt x="28047" y="202"/>
                    </a:cubicBezTo>
                    <a:lnTo>
                      <a:pt x="33149" y="202"/>
                    </a:lnTo>
                    <a:lnTo>
                      <a:pt x="18274" y="7135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67" name="Grafik 4">
              <a:extLst>
                <a:ext uri="{FF2B5EF4-FFF2-40B4-BE49-F238E27FC236}">
                  <a16:creationId xmlns:a16="http://schemas.microsoft.com/office/drawing/2014/main" id="{EC484F1C-9A99-0790-47FF-D2A6C0CA706F}"/>
                </a:ext>
              </a:extLst>
            </p:cNvPr>
            <p:cNvGrpSpPr/>
            <p:nvPr/>
          </p:nvGrpSpPr>
          <p:grpSpPr>
            <a:xfrm>
              <a:off x="7813388" y="3428414"/>
              <a:ext cx="637419" cy="72332"/>
              <a:chOff x="7813388" y="3428414"/>
              <a:chExt cx="637419" cy="72332"/>
            </a:xfrm>
            <a:solidFill>
              <a:srgbClr val="000000"/>
            </a:solidFill>
          </p:grpSpPr>
          <p:sp>
            <p:nvSpPr>
              <p:cNvPr id="468" name="Freihandform: Form 467">
                <a:extLst>
                  <a:ext uri="{FF2B5EF4-FFF2-40B4-BE49-F238E27FC236}">
                    <a16:creationId xmlns:a16="http://schemas.microsoft.com/office/drawing/2014/main" id="{D3015669-5BE0-A66C-C134-A17495DD24D1}"/>
                  </a:ext>
                </a:extLst>
              </p:cNvPr>
              <p:cNvSpPr/>
              <p:nvPr/>
            </p:nvSpPr>
            <p:spPr>
              <a:xfrm>
                <a:off x="7813388" y="3428736"/>
                <a:ext cx="68949" cy="70829"/>
              </a:xfrm>
              <a:custGeom>
                <a:avLst/>
                <a:gdLst>
                  <a:gd name="connsiteX0" fmla="*/ 296 w 68949"/>
                  <a:gd name="connsiteY0" fmla="*/ 71040 h 70829"/>
                  <a:gd name="connsiteX1" fmla="*/ 15063 w 68949"/>
                  <a:gd name="connsiteY1" fmla="*/ 211 h 70829"/>
                  <a:gd name="connsiteX2" fmla="*/ 24568 w 68949"/>
                  <a:gd name="connsiteY2" fmla="*/ 211 h 70829"/>
                  <a:gd name="connsiteX3" fmla="*/ 17426 w 68949"/>
                  <a:gd name="connsiteY3" fmla="*/ 34310 h 70829"/>
                  <a:gd name="connsiteX4" fmla="*/ 55928 w 68949"/>
                  <a:gd name="connsiteY4" fmla="*/ 211 h 70829"/>
                  <a:gd name="connsiteX5" fmla="*/ 69246 w 68949"/>
                  <a:gd name="connsiteY5" fmla="*/ 211 h 70829"/>
                  <a:gd name="connsiteX6" fmla="*/ 36328 w 68949"/>
                  <a:gd name="connsiteY6" fmla="*/ 29048 h 70829"/>
                  <a:gd name="connsiteX7" fmla="*/ 60439 w 68949"/>
                  <a:gd name="connsiteY7" fmla="*/ 71040 h 70829"/>
                  <a:gd name="connsiteX8" fmla="*/ 49860 w 68949"/>
                  <a:gd name="connsiteY8" fmla="*/ 71040 h 70829"/>
                  <a:gd name="connsiteX9" fmla="*/ 29454 w 68949"/>
                  <a:gd name="connsiteY9" fmla="*/ 35116 h 70829"/>
                  <a:gd name="connsiteX10" fmla="*/ 14580 w 68949"/>
                  <a:gd name="connsiteY10" fmla="*/ 48057 h 70829"/>
                  <a:gd name="connsiteX11" fmla="*/ 9747 w 68949"/>
                  <a:gd name="connsiteY11" fmla="*/ 71040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296" y="71040"/>
                    </a:moveTo>
                    <a:lnTo>
                      <a:pt x="15063" y="211"/>
                    </a:lnTo>
                    <a:lnTo>
                      <a:pt x="24568" y="211"/>
                    </a:lnTo>
                    <a:lnTo>
                      <a:pt x="17426" y="34310"/>
                    </a:lnTo>
                    <a:lnTo>
                      <a:pt x="55928" y="211"/>
                    </a:lnTo>
                    <a:lnTo>
                      <a:pt x="69246" y="211"/>
                    </a:lnTo>
                    <a:lnTo>
                      <a:pt x="36328" y="29048"/>
                    </a:lnTo>
                    <a:lnTo>
                      <a:pt x="60439" y="71040"/>
                    </a:lnTo>
                    <a:lnTo>
                      <a:pt x="49860" y="71040"/>
                    </a:lnTo>
                    <a:lnTo>
                      <a:pt x="29454" y="35116"/>
                    </a:lnTo>
                    <a:lnTo>
                      <a:pt x="14580" y="48057"/>
                    </a:lnTo>
                    <a:lnTo>
                      <a:pt x="9747" y="7104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69" name="Freihandform: Form 468">
                <a:extLst>
                  <a:ext uri="{FF2B5EF4-FFF2-40B4-BE49-F238E27FC236}">
                    <a16:creationId xmlns:a16="http://schemas.microsoft.com/office/drawing/2014/main" id="{3DB02644-F5D7-5FD4-86B8-C7881CDB6079}"/>
                  </a:ext>
                </a:extLst>
              </p:cNvPr>
              <p:cNvSpPr/>
              <p:nvPr/>
            </p:nvSpPr>
            <p:spPr>
              <a:xfrm>
                <a:off x="7873011" y="3428736"/>
                <a:ext cx="63043" cy="70829"/>
              </a:xfrm>
              <a:custGeom>
                <a:avLst/>
                <a:gdLst>
                  <a:gd name="connsiteX0" fmla="*/ 301 w 63043"/>
                  <a:gd name="connsiteY0" fmla="*/ 71040 h 70829"/>
                  <a:gd name="connsiteX1" fmla="*/ 40468 w 63043"/>
                  <a:gd name="connsiteY1" fmla="*/ 211 h 70829"/>
                  <a:gd name="connsiteX2" fmla="*/ 51637 w 63043"/>
                  <a:gd name="connsiteY2" fmla="*/ 211 h 70829"/>
                  <a:gd name="connsiteX3" fmla="*/ 63344 w 63043"/>
                  <a:gd name="connsiteY3" fmla="*/ 71040 h 70829"/>
                  <a:gd name="connsiteX4" fmla="*/ 54161 w 63043"/>
                  <a:gd name="connsiteY4" fmla="*/ 71040 h 70829"/>
                  <a:gd name="connsiteX5" fmla="*/ 50724 w 63043"/>
                  <a:gd name="connsiteY5" fmla="*/ 50635 h 70829"/>
                  <a:gd name="connsiteX6" fmla="*/ 22049 w 63043"/>
                  <a:gd name="connsiteY6" fmla="*/ 50635 h 70829"/>
                  <a:gd name="connsiteX7" fmla="*/ 10718 w 63043"/>
                  <a:gd name="connsiteY7" fmla="*/ 71040 h 70829"/>
                  <a:gd name="connsiteX8" fmla="*/ 301 w 63043"/>
                  <a:gd name="connsiteY8" fmla="*/ 71040 h 70829"/>
                  <a:gd name="connsiteX9" fmla="*/ 26130 w 63043"/>
                  <a:gd name="connsiteY9" fmla="*/ 43332 h 70829"/>
                  <a:gd name="connsiteX10" fmla="*/ 49543 w 63043"/>
                  <a:gd name="connsiteY10" fmla="*/ 43332 h 70829"/>
                  <a:gd name="connsiteX11" fmla="*/ 46804 w 63043"/>
                  <a:gd name="connsiteY11" fmla="*/ 25557 h 70829"/>
                  <a:gd name="connsiteX12" fmla="*/ 44817 w 63043"/>
                  <a:gd name="connsiteY12" fmla="*/ 7944 h 70829"/>
                  <a:gd name="connsiteX13" fmla="*/ 37783 w 63043"/>
                  <a:gd name="connsiteY13" fmla="*/ 2238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301" y="71040"/>
                    </a:moveTo>
                    <a:lnTo>
                      <a:pt x="40468" y="211"/>
                    </a:lnTo>
                    <a:lnTo>
                      <a:pt x="51637" y="211"/>
                    </a:lnTo>
                    <a:lnTo>
                      <a:pt x="63344" y="71040"/>
                    </a:lnTo>
                    <a:lnTo>
                      <a:pt x="54161" y="71040"/>
                    </a:lnTo>
                    <a:lnTo>
                      <a:pt x="50724" y="50635"/>
                    </a:lnTo>
                    <a:lnTo>
                      <a:pt x="22049" y="50635"/>
                    </a:lnTo>
                    <a:lnTo>
                      <a:pt x="10718" y="71040"/>
                    </a:lnTo>
                    <a:lnTo>
                      <a:pt x="301" y="71040"/>
                    </a:lnTo>
                    <a:moveTo>
                      <a:pt x="26130" y="43332"/>
                    </a:moveTo>
                    <a:lnTo>
                      <a:pt x="49543" y="43332"/>
                    </a:lnTo>
                    <a:lnTo>
                      <a:pt x="46804" y="25557"/>
                    </a:lnTo>
                    <a:cubicBezTo>
                      <a:pt x="45730" y="18523"/>
                      <a:pt x="45086" y="12616"/>
                      <a:pt x="44817" y="7944"/>
                    </a:cubicBezTo>
                    <a:cubicBezTo>
                      <a:pt x="43206" y="11971"/>
                      <a:pt x="40843" y="16804"/>
                      <a:pt x="37783" y="223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0" name="Freihandform: Form 469">
                <a:extLst>
                  <a:ext uri="{FF2B5EF4-FFF2-40B4-BE49-F238E27FC236}">
                    <a16:creationId xmlns:a16="http://schemas.microsoft.com/office/drawing/2014/main" id="{7AB8EE3F-DC8C-2472-5CB0-B025D87C8E62}"/>
                  </a:ext>
                </a:extLst>
              </p:cNvPr>
              <p:cNvSpPr/>
              <p:nvPr/>
            </p:nvSpPr>
            <p:spPr>
              <a:xfrm>
                <a:off x="7944300" y="3428736"/>
                <a:ext cx="49725" cy="72010"/>
              </a:xfrm>
              <a:custGeom>
                <a:avLst/>
                <a:gdLst>
                  <a:gd name="connsiteX0" fmla="*/ 1057 w 49725"/>
                  <a:gd name="connsiteY0" fmla="*/ 50420 h 72010"/>
                  <a:gd name="connsiteX1" fmla="*/ 9810 w 49725"/>
                  <a:gd name="connsiteY1" fmla="*/ 49775 h 72010"/>
                  <a:gd name="connsiteX2" fmla="*/ 9058 w 49725"/>
                  <a:gd name="connsiteY2" fmla="*/ 55790 h 72010"/>
                  <a:gd name="connsiteX3" fmla="*/ 11529 w 49725"/>
                  <a:gd name="connsiteY3" fmla="*/ 62073 h 72010"/>
                  <a:gd name="connsiteX4" fmla="*/ 18295 w 49725"/>
                  <a:gd name="connsiteY4" fmla="*/ 64435 h 72010"/>
                  <a:gd name="connsiteX5" fmla="*/ 23826 w 49725"/>
                  <a:gd name="connsiteY5" fmla="*/ 62986 h 72010"/>
                  <a:gd name="connsiteX6" fmla="*/ 27746 w 49725"/>
                  <a:gd name="connsiteY6" fmla="*/ 58582 h 72010"/>
                  <a:gd name="connsiteX7" fmla="*/ 30108 w 49725"/>
                  <a:gd name="connsiteY7" fmla="*/ 50420 h 72010"/>
                  <a:gd name="connsiteX8" fmla="*/ 40634 w 49725"/>
                  <a:gd name="connsiteY8" fmla="*/ 211 h 72010"/>
                  <a:gd name="connsiteX9" fmla="*/ 50031 w 49725"/>
                  <a:gd name="connsiteY9" fmla="*/ 211 h 72010"/>
                  <a:gd name="connsiteX10" fmla="*/ 39291 w 49725"/>
                  <a:gd name="connsiteY10" fmla="*/ 51977 h 72010"/>
                  <a:gd name="connsiteX11" fmla="*/ 31666 w 49725"/>
                  <a:gd name="connsiteY11" fmla="*/ 67550 h 72010"/>
                  <a:gd name="connsiteX12" fmla="*/ 18080 w 49725"/>
                  <a:gd name="connsiteY12" fmla="*/ 72222 h 72010"/>
                  <a:gd name="connsiteX13" fmla="*/ 4816 w 49725"/>
                  <a:gd name="connsiteY13" fmla="*/ 68194 h 72010"/>
                  <a:gd name="connsiteX14" fmla="*/ 305 w 49725"/>
                  <a:gd name="connsiteY14" fmla="*/ 56756 h 72010"/>
                  <a:gd name="connsiteX15" fmla="*/ 1057 w 49725"/>
                  <a:gd name="connsiteY15" fmla="*/ 50420 h 72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9725" h="72010">
                    <a:moveTo>
                      <a:pt x="1057" y="50420"/>
                    </a:moveTo>
                    <a:lnTo>
                      <a:pt x="9810" y="49775"/>
                    </a:lnTo>
                    <a:cubicBezTo>
                      <a:pt x="9327" y="52514"/>
                      <a:pt x="9058" y="54555"/>
                      <a:pt x="9058" y="55790"/>
                    </a:cubicBezTo>
                    <a:cubicBezTo>
                      <a:pt x="9058" y="58421"/>
                      <a:pt x="9864" y="60515"/>
                      <a:pt x="11529" y="62073"/>
                    </a:cubicBezTo>
                    <a:cubicBezTo>
                      <a:pt x="13140" y="63630"/>
                      <a:pt x="15395" y="64435"/>
                      <a:pt x="18295" y="64435"/>
                    </a:cubicBezTo>
                    <a:cubicBezTo>
                      <a:pt x="20389" y="64435"/>
                      <a:pt x="22215" y="63952"/>
                      <a:pt x="23826" y="62986"/>
                    </a:cubicBezTo>
                    <a:cubicBezTo>
                      <a:pt x="25437" y="62019"/>
                      <a:pt x="26725" y="60569"/>
                      <a:pt x="27746" y="58582"/>
                    </a:cubicBezTo>
                    <a:cubicBezTo>
                      <a:pt x="28497" y="57079"/>
                      <a:pt x="29303" y="54340"/>
                      <a:pt x="30108" y="50420"/>
                    </a:cubicBezTo>
                    <a:lnTo>
                      <a:pt x="40634" y="211"/>
                    </a:lnTo>
                    <a:lnTo>
                      <a:pt x="50031" y="211"/>
                    </a:lnTo>
                    <a:lnTo>
                      <a:pt x="39291" y="51977"/>
                    </a:lnTo>
                    <a:cubicBezTo>
                      <a:pt x="37734" y="59227"/>
                      <a:pt x="35210" y="64435"/>
                      <a:pt x="31666" y="67550"/>
                    </a:cubicBezTo>
                    <a:cubicBezTo>
                      <a:pt x="28122" y="70665"/>
                      <a:pt x="23611" y="72222"/>
                      <a:pt x="18080" y="72222"/>
                    </a:cubicBezTo>
                    <a:cubicBezTo>
                      <a:pt x="12227" y="72222"/>
                      <a:pt x="7823" y="70879"/>
                      <a:pt x="4816" y="68194"/>
                    </a:cubicBezTo>
                    <a:cubicBezTo>
                      <a:pt x="1809" y="65509"/>
                      <a:pt x="305" y="61697"/>
                      <a:pt x="305" y="56756"/>
                    </a:cubicBezTo>
                    <a:cubicBezTo>
                      <a:pt x="305" y="54609"/>
                      <a:pt x="574" y="52514"/>
                      <a:pt x="1057" y="504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1" name="Freihandform: Form 470">
                <a:extLst>
                  <a:ext uri="{FF2B5EF4-FFF2-40B4-BE49-F238E27FC236}">
                    <a16:creationId xmlns:a16="http://schemas.microsoft.com/office/drawing/2014/main" id="{FDC1EF85-1B8D-FFE0-E471-DE53A4C6E51F}"/>
                  </a:ext>
                </a:extLst>
              </p:cNvPr>
              <p:cNvSpPr/>
              <p:nvPr/>
            </p:nvSpPr>
            <p:spPr>
              <a:xfrm>
                <a:off x="7997173" y="3428414"/>
                <a:ext cx="47899" cy="72332"/>
              </a:xfrm>
              <a:custGeom>
                <a:avLst/>
                <a:gdLst>
                  <a:gd name="connsiteX0" fmla="*/ 309 w 47899"/>
                  <a:gd name="connsiteY0" fmla="*/ 55145 h 72332"/>
                  <a:gd name="connsiteX1" fmla="*/ 8525 w 47899"/>
                  <a:gd name="connsiteY1" fmla="*/ 54286 h 72332"/>
                  <a:gd name="connsiteX2" fmla="*/ 11908 w 47899"/>
                  <a:gd name="connsiteY2" fmla="*/ 62771 h 72332"/>
                  <a:gd name="connsiteX3" fmla="*/ 18030 w 47899"/>
                  <a:gd name="connsiteY3" fmla="*/ 65295 h 72332"/>
                  <a:gd name="connsiteX4" fmla="*/ 27320 w 47899"/>
                  <a:gd name="connsiteY4" fmla="*/ 60945 h 72332"/>
                  <a:gd name="connsiteX5" fmla="*/ 36663 w 47899"/>
                  <a:gd name="connsiteY5" fmla="*/ 42580 h 72332"/>
                  <a:gd name="connsiteX6" fmla="*/ 28877 w 47899"/>
                  <a:gd name="connsiteY6" fmla="*/ 47305 h 72332"/>
                  <a:gd name="connsiteX7" fmla="*/ 21896 w 47899"/>
                  <a:gd name="connsiteY7" fmla="*/ 48702 h 72332"/>
                  <a:gd name="connsiteX8" fmla="*/ 10297 w 47899"/>
                  <a:gd name="connsiteY8" fmla="*/ 44352 h 72332"/>
                  <a:gd name="connsiteX9" fmla="*/ 3531 w 47899"/>
                  <a:gd name="connsiteY9" fmla="*/ 28135 h 72332"/>
                  <a:gd name="connsiteX10" fmla="*/ 11317 w 47899"/>
                  <a:gd name="connsiteY10" fmla="*/ 7568 h 72332"/>
                  <a:gd name="connsiteX11" fmla="*/ 27803 w 47899"/>
                  <a:gd name="connsiteY11" fmla="*/ 211 h 72332"/>
                  <a:gd name="connsiteX12" fmla="*/ 42409 w 47899"/>
                  <a:gd name="connsiteY12" fmla="*/ 6709 h 72332"/>
                  <a:gd name="connsiteX13" fmla="*/ 48209 w 47899"/>
                  <a:gd name="connsiteY13" fmla="*/ 25128 h 72332"/>
                  <a:gd name="connsiteX14" fmla="*/ 44342 w 47899"/>
                  <a:gd name="connsiteY14" fmla="*/ 47950 h 72332"/>
                  <a:gd name="connsiteX15" fmla="*/ 31938 w 47899"/>
                  <a:gd name="connsiteY15" fmla="*/ 67443 h 72332"/>
                  <a:gd name="connsiteX16" fmla="*/ 17546 w 47899"/>
                  <a:gd name="connsiteY16" fmla="*/ 72544 h 72332"/>
                  <a:gd name="connsiteX17" fmla="*/ 5571 w 47899"/>
                  <a:gd name="connsiteY17" fmla="*/ 67980 h 72332"/>
                  <a:gd name="connsiteX18" fmla="*/ 309 w 47899"/>
                  <a:gd name="connsiteY18" fmla="*/ 55145 h 72332"/>
                  <a:gd name="connsiteX19" fmla="*/ 11962 w 47899"/>
                  <a:gd name="connsiteY19" fmla="*/ 27114 h 72332"/>
                  <a:gd name="connsiteX20" fmla="*/ 15506 w 47899"/>
                  <a:gd name="connsiteY20" fmla="*/ 37747 h 72332"/>
                  <a:gd name="connsiteX21" fmla="*/ 23937 w 47899"/>
                  <a:gd name="connsiteY21" fmla="*/ 41667 h 72332"/>
                  <a:gd name="connsiteX22" fmla="*/ 31132 w 47899"/>
                  <a:gd name="connsiteY22" fmla="*/ 39250 h 72332"/>
                  <a:gd name="connsiteX23" fmla="*/ 37308 w 47899"/>
                  <a:gd name="connsiteY23" fmla="*/ 31840 h 72332"/>
                  <a:gd name="connsiteX24" fmla="*/ 39832 w 47899"/>
                  <a:gd name="connsiteY24" fmla="*/ 21798 h 72332"/>
                  <a:gd name="connsiteX25" fmla="*/ 38167 w 47899"/>
                  <a:gd name="connsiteY25" fmla="*/ 14227 h 72332"/>
                  <a:gd name="connsiteX26" fmla="*/ 33549 w 47899"/>
                  <a:gd name="connsiteY26" fmla="*/ 9018 h 72332"/>
                  <a:gd name="connsiteX27" fmla="*/ 27642 w 47899"/>
                  <a:gd name="connsiteY27" fmla="*/ 7246 h 72332"/>
                  <a:gd name="connsiteX28" fmla="*/ 21896 w 47899"/>
                  <a:gd name="connsiteY28" fmla="*/ 8803 h 72332"/>
                  <a:gd name="connsiteX29" fmla="*/ 16741 w 47899"/>
                  <a:gd name="connsiteY29" fmla="*/ 13314 h 72332"/>
                  <a:gd name="connsiteX30" fmla="*/ 13143 w 47899"/>
                  <a:gd name="connsiteY30" fmla="*/ 20187 h 72332"/>
                  <a:gd name="connsiteX31" fmla="*/ 11962 w 47899"/>
                  <a:gd name="connsiteY31" fmla="*/ 27114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09" y="55145"/>
                    </a:moveTo>
                    <a:lnTo>
                      <a:pt x="8525" y="54286"/>
                    </a:lnTo>
                    <a:cubicBezTo>
                      <a:pt x="9062" y="58260"/>
                      <a:pt x="10190" y="61106"/>
                      <a:pt x="11908" y="62771"/>
                    </a:cubicBezTo>
                    <a:cubicBezTo>
                      <a:pt x="13626" y="64435"/>
                      <a:pt x="15667" y="65295"/>
                      <a:pt x="18030" y="65295"/>
                    </a:cubicBezTo>
                    <a:cubicBezTo>
                      <a:pt x="21359" y="65295"/>
                      <a:pt x="24474" y="63845"/>
                      <a:pt x="27320" y="60945"/>
                    </a:cubicBezTo>
                    <a:cubicBezTo>
                      <a:pt x="31562" y="56649"/>
                      <a:pt x="34677" y="50581"/>
                      <a:pt x="36663" y="42580"/>
                    </a:cubicBezTo>
                    <a:cubicBezTo>
                      <a:pt x="33710" y="44782"/>
                      <a:pt x="31132" y="46339"/>
                      <a:pt x="28877" y="47305"/>
                    </a:cubicBezTo>
                    <a:cubicBezTo>
                      <a:pt x="26568" y="48218"/>
                      <a:pt x="24259" y="48702"/>
                      <a:pt x="21896" y="48702"/>
                    </a:cubicBezTo>
                    <a:cubicBezTo>
                      <a:pt x="17546" y="48702"/>
                      <a:pt x="13680" y="47252"/>
                      <a:pt x="10297" y="44352"/>
                    </a:cubicBezTo>
                    <a:cubicBezTo>
                      <a:pt x="5786" y="40593"/>
                      <a:pt x="3531" y="35169"/>
                      <a:pt x="3531" y="28135"/>
                    </a:cubicBezTo>
                    <a:cubicBezTo>
                      <a:pt x="3531" y="20134"/>
                      <a:pt x="6108" y="13260"/>
                      <a:pt x="11317" y="7568"/>
                    </a:cubicBezTo>
                    <a:cubicBezTo>
                      <a:pt x="15828" y="2681"/>
                      <a:pt x="21305" y="211"/>
                      <a:pt x="27803" y="211"/>
                    </a:cubicBezTo>
                    <a:cubicBezTo>
                      <a:pt x="33656" y="211"/>
                      <a:pt x="38543" y="2413"/>
                      <a:pt x="42409" y="6709"/>
                    </a:cubicBezTo>
                    <a:cubicBezTo>
                      <a:pt x="46275" y="11058"/>
                      <a:pt x="48209" y="17180"/>
                      <a:pt x="48209" y="25128"/>
                    </a:cubicBezTo>
                    <a:cubicBezTo>
                      <a:pt x="48209" y="32807"/>
                      <a:pt x="46920" y="40432"/>
                      <a:pt x="44342" y="47950"/>
                    </a:cubicBezTo>
                    <a:cubicBezTo>
                      <a:pt x="41281" y="56756"/>
                      <a:pt x="37147" y="63254"/>
                      <a:pt x="31938" y="67443"/>
                    </a:cubicBezTo>
                    <a:cubicBezTo>
                      <a:pt x="27696" y="70879"/>
                      <a:pt x="22863" y="72544"/>
                      <a:pt x="17546" y="72544"/>
                    </a:cubicBezTo>
                    <a:cubicBezTo>
                      <a:pt x="12660" y="72544"/>
                      <a:pt x="8686" y="71040"/>
                      <a:pt x="5571" y="67980"/>
                    </a:cubicBezTo>
                    <a:cubicBezTo>
                      <a:pt x="2457" y="64972"/>
                      <a:pt x="685" y="60677"/>
                      <a:pt x="309" y="55145"/>
                    </a:cubicBezTo>
                    <a:moveTo>
                      <a:pt x="11962" y="27114"/>
                    </a:moveTo>
                    <a:cubicBezTo>
                      <a:pt x="11962" y="31518"/>
                      <a:pt x="13143" y="35062"/>
                      <a:pt x="15506" y="37747"/>
                    </a:cubicBezTo>
                    <a:cubicBezTo>
                      <a:pt x="17869" y="40378"/>
                      <a:pt x="20715" y="41667"/>
                      <a:pt x="23937" y="41667"/>
                    </a:cubicBezTo>
                    <a:cubicBezTo>
                      <a:pt x="26353" y="41667"/>
                      <a:pt x="28770" y="40861"/>
                      <a:pt x="31132" y="39250"/>
                    </a:cubicBezTo>
                    <a:cubicBezTo>
                      <a:pt x="33549" y="37586"/>
                      <a:pt x="35589" y="35116"/>
                      <a:pt x="37308" y="31840"/>
                    </a:cubicBezTo>
                    <a:cubicBezTo>
                      <a:pt x="38972" y="28564"/>
                      <a:pt x="39832" y="25235"/>
                      <a:pt x="39832" y="21798"/>
                    </a:cubicBezTo>
                    <a:cubicBezTo>
                      <a:pt x="39832" y="19060"/>
                      <a:pt x="39295" y="16536"/>
                      <a:pt x="38167" y="14227"/>
                    </a:cubicBezTo>
                    <a:cubicBezTo>
                      <a:pt x="37039" y="11918"/>
                      <a:pt x="35482" y="10146"/>
                      <a:pt x="33549" y="9018"/>
                    </a:cubicBezTo>
                    <a:cubicBezTo>
                      <a:pt x="31616" y="7836"/>
                      <a:pt x="29629" y="7246"/>
                      <a:pt x="27642" y="7246"/>
                    </a:cubicBezTo>
                    <a:cubicBezTo>
                      <a:pt x="25709" y="7246"/>
                      <a:pt x="23776" y="7729"/>
                      <a:pt x="21896" y="8803"/>
                    </a:cubicBezTo>
                    <a:cubicBezTo>
                      <a:pt x="20070" y="9823"/>
                      <a:pt x="18298" y="11327"/>
                      <a:pt x="16741" y="13314"/>
                    </a:cubicBezTo>
                    <a:cubicBezTo>
                      <a:pt x="15130" y="15301"/>
                      <a:pt x="13948" y="17610"/>
                      <a:pt x="13143" y="20187"/>
                    </a:cubicBezTo>
                    <a:cubicBezTo>
                      <a:pt x="12338" y="22819"/>
                      <a:pt x="11962" y="25074"/>
                      <a:pt x="11962" y="2711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2" name="Freihandform: Form 471">
                <a:extLst>
                  <a:ext uri="{FF2B5EF4-FFF2-40B4-BE49-F238E27FC236}">
                    <a16:creationId xmlns:a16="http://schemas.microsoft.com/office/drawing/2014/main" id="{20C2246A-C526-1639-203B-FE80E93B35CA}"/>
                  </a:ext>
                </a:extLst>
              </p:cNvPr>
              <p:cNvSpPr/>
              <p:nvPr/>
            </p:nvSpPr>
            <p:spPr>
              <a:xfrm>
                <a:off x="8052430" y="3429703"/>
                <a:ext cx="49779" cy="71044"/>
              </a:xfrm>
              <a:custGeom>
                <a:avLst/>
                <a:gdLst>
                  <a:gd name="connsiteX0" fmla="*/ 367 w 49779"/>
                  <a:gd name="connsiteY0" fmla="*/ 49829 h 71044"/>
                  <a:gd name="connsiteX1" fmla="*/ 9227 w 49779"/>
                  <a:gd name="connsiteY1" fmla="*/ 48970 h 71044"/>
                  <a:gd name="connsiteX2" fmla="*/ 9120 w 49779"/>
                  <a:gd name="connsiteY2" fmla="*/ 51226 h 71044"/>
                  <a:gd name="connsiteX3" fmla="*/ 10784 w 49779"/>
                  <a:gd name="connsiteY3" fmla="*/ 57669 h 71044"/>
                  <a:gd name="connsiteX4" fmla="*/ 15188 w 49779"/>
                  <a:gd name="connsiteY4" fmla="*/ 62610 h 71044"/>
                  <a:gd name="connsiteX5" fmla="*/ 21041 w 49779"/>
                  <a:gd name="connsiteY5" fmla="*/ 64328 h 71044"/>
                  <a:gd name="connsiteX6" fmla="*/ 29311 w 49779"/>
                  <a:gd name="connsiteY6" fmla="*/ 61536 h 71044"/>
                  <a:gd name="connsiteX7" fmla="*/ 36130 w 49779"/>
                  <a:gd name="connsiteY7" fmla="*/ 53373 h 71044"/>
                  <a:gd name="connsiteX8" fmla="*/ 38708 w 49779"/>
                  <a:gd name="connsiteY8" fmla="*/ 42741 h 71044"/>
                  <a:gd name="connsiteX9" fmla="*/ 35217 w 49779"/>
                  <a:gd name="connsiteY9" fmla="*/ 33183 h 71044"/>
                  <a:gd name="connsiteX10" fmla="*/ 26035 w 49779"/>
                  <a:gd name="connsiteY10" fmla="*/ 29638 h 71044"/>
                  <a:gd name="connsiteX11" fmla="*/ 18785 w 49779"/>
                  <a:gd name="connsiteY11" fmla="*/ 31464 h 71044"/>
                  <a:gd name="connsiteX12" fmla="*/ 12449 w 49779"/>
                  <a:gd name="connsiteY12" fmla="*/ 36995 h 71044"/>
                  <a:gd name="connsiteX13" fmla="*/ 4770 w 49779"/>
                  <a:gd name="connsiteY13" fmla="*/ 36458 h 71044"/>
                  <a:gd name="connsiteX14" fmla="*/ 15456 w 49779"/>
                  <a:gd name="connsiteY14" fmla="*/ 211 h 71044"/>
                  <a:gd name="connsiteX15" fmla="*/ 50092 w 49779"/>
                  <a:gd name="connsiteY15" fmla="*/ 211 h 71044"/>
                  <a:gd name="connsiteX16" fmla="*/ 48374 w 49779"/>
                  <a:gd name="connsiteY16" fmla="*/ 8212 h 71044"/>
                  <a:gd name="connsiteX17" fmla="*/ 21470 w 49779"/>
                  <a:gd name="connsiteY17" fmla="*/ 8212 h 71044"/>
                  <a:gd name="connsiteX18" fmla="*/ 16154 w 49779"/>
                  <a:gd name="connsiteY18" fmla="*/ 26255 h 71044"/>
                  <a:gd name="connsiteX19" fmla="*/ 22330 w 49779"/>
                  <a:gd name="connsiteY19" fmla="*/ 22980 h 71044"/>
                  <a:gd name="connsiteX20" fmla="*/ 28827 w 49779"/>
                  <a:gd name="connsiteY20" fmla="*/ 21906 h 71044"/>
                  <a:gd name="connsiteX21" fmla="*/ 42145 w 49779"/>
                  <a:gd name="connsiteY21" fmla="*/ 27276 h 71044"/>
                  <a:gd name="connsiteX22" fmla="*/ 47354 w 49779"/>
                  <a:gd name="connsiteY22" fmla="*/ 41935 h 71044"/>
                  <a:gd name="connsiteX23" fmla="*/ 43809 w 49779"/>
                  <a:gd name="connsiteY23" fmla="*/ 57025 h 71044"/>
                  <a:gd name="connsiteX24" fmla="*/ 33982 w 49779"/>
                  <a:gd name="connsiteY24" fmla="*/ 67604 h 71044"/>
                  <a:gd name="connsiteX25" fmla="*/ 20450 w 49779"/>
                  <a:gd name="connsiteY25" fmla="*/ 71255 h 71044"/>
                  <a:gd name="connsiteX26" fmla="*/ 9657 w 49779"/>
                  <a:gd name="connsiteY26" fmla="*/ 68517 h 71044"/>
                  <a:gd name="connsiteX27" fmla="*/ 2622 w 49779"/>
                  <a:gd name="connsiteY27" fmla="*/ 60945 h 71044"/>
                  <a:gd name="connsiteX28" fmla="*/ 313 w 49779"/>
                  <a:gd name="connsiteY28" fmla="*/ 51279 h 71044"/>
                  <a:gd name="connsiteX29" fmla="*/ 367 w 49779"/>
                  <a:gd name="connsiteY29" fmla="*/ 49829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67" y="49829"/>
                    </a:moveTo>
                    <a:lnTo>
                      <a:pt x="9227" y="48970"/>
                    </a:lnTo>
                    <a:cubicBezTo>
                      <a:pt x="9173" y="50205"/>
                      <a:pt x="9120" y="50957"/>
                      <a:pt x="9120" y="51226"/>
                    </a:cubicBezTo>
                    <a:cubicBezTo>
                      <a:pt x="9120" y="53373"/>
                      <a:pt x="9710" y="55521"/>
                      <a:pt x="10784" y="57669"/>
                    </a:cubicBezTo>
                    <a:cubicBezTo>
                      <a:pt x="11858" y="59817"/>
                      <a:pt x="13308" y="61482"/>
                      <a:pt x="15188" y="62610"/>
                    </a:cubicBezTo>
                    <a:cubicBezTo>
                      <a:pt x="17013" y="63737"/>
                      <a:pt x="18947" y="64328"/>
                      <a:pt x="21041" y="64328"/>
                    </a:cubicBezTo>
                    <a:cubicBezTo>
                      <a:pt x="23726" y="64328"/>
                      <a:pt x="26518" y="63415"/>
                      <a:pt x="29311" y="61536"/>
                    </a:cubicBezTo>
                    <a:cubicBezTo>
                      <a:pt x="32103" y="59656"/>
                      <a:pt x="34358" y="56918"/>
                      <a:pt x="36130" y="53373"/>
                    </a:cubicBezTo>
                    <a:cubicBezTo>
                      <a:pt x="37849" y="49776"/>
                      <a:pt x="38708" y="46231"/>
                      <a:pt x="38708" y="42741"/>
                    </a:cubicBezTo>
                    <a:cubicBezTo>
                      <a:pt x="38708" y="38767"/>
                      <a:pt x="37580" y="35599"/>
                      <a:pt x="35217" y="33183"/>
                    </a:cubicBezTo>
                    <a:cubicBezTo>
                      <a:pt x="32908" y="30820"/>
                      <a:pt x="29794" y="29638"/>
                      <a:pt x="26035" y="29638"/>
                    </a:cubicBezTo>
                    <a:cubicBezTo>
                      <a:pt x="23457" y="29638"/>
                      <a:pt x="21041" y="30229"/>
                      <a:pt x="18785" y="31464"/>
                    </a:cubicBezTo>
                    <a:cubicBezTo>
                      <a:pt x="16530" y="32699"/>
                      <a:pt x="14382" y="34525"/>
                      <a:pt x="12449" y="36995"/>
                    </a:cubicBezTo>
                    <a:lnTo>
                      <a:pt x="4770" y="36458"/>
                    </a:lnTo>
                    <a:lnTo>
                      <a:pt x="15456" y="211"/>
                    </a:lnTo>
                    <a:lnTo>
                      <a:pt x="50092" y="211"/>
                    </a:lnTo>
                    <a:lnTo>
                      <a:pt x="48374" y="8212"/>
                    </a:lnTo>
                    <a:lnTo>
                      <a:pt x="21470" y="8212"/>
                    </a:lnTo>
                    <a:lnTo>
                      <a:pt x="16154" y="26255"/>
                    </a:lnTo>
                    <a:cubicBezTo>
                      <a:pt x="18141" y="24805"/>
                      <a:pt x="20182" y="23678"/>
                      <a:pt x="22330" y="22980"/>
                    </a:cubicBezTo>
                    <a:cubicBezTo>
                      <a:pt x="24424" y="22228"/>
                      <a:pt x="26572" y="21906"/>
                      <a:pt x="28827" y="21906"/>
                    </a:cubicBezTo>
                    <a:cubicBezTo>
                      <a:pt x="34251" y="21906"/>
                      <a:pt x="38654" y="23678"/>
                      <a:pt x="42145" y="27276"/>
                    </a:cubicBezTo>
                    <a:cubicBezTo>
                      <a:pt x="45635" y="30820"/>
                      <a:pt x="47354" y="35706"/>
                      <a:pt x="47354" y="41935"/>
                    </a:cubicBezTo>
                    <a:cubicBezTo>
                      <a:pt x="47354" y="47413"/>
                      <a:pt x="46172" y="52407"/>
                      <a:pt x="43809" y="57025"/>
                    </a:cubicBezTo>
                    <a:cubicBezTo>
                      <a:pt x="41393" y="61589"/>
                      <a:pt x="38117" y="65134"/>
                      <a:pt x="33982" y="67604"/>
                    </a:cubicBezTo>
                    <a:cubicBezTo>
                      <a:pt x="29794" y="70074"/>
                      <a:pt x="25283" y="71255"/>
                      <a:pt x="20450" y="71255"/>
                    </a:cubicBezTo>
                    <a:cubicBezTo>
                      <a:pt x="16369" y="71255"/>
                      <a:pt x="12825" y="70342"/>
                      <a:pt x="9657" y="68517"/>
                    </a:cubicBezTo>
                    <a:cubicBezTo>
                      <a:pt x="6542" y="66691"/>
                      <a:pt x="4233" y="64167"/>
                      <a:pt x="2622" y="60945"/>
                    </a:cubicBezTo>
                    <a:cubicBezTo>
                      <a:pt x="1065" y="57723"/>
                      <a:pt x="313" y="54501"/>
                      <a:pt x="313" y="51279"/>
                    </a:cubicBezTo>
                    <a:cubicBezTo>
                      <a:pt x="313" y="50957"/>
                      <a:pt x="313" y="50474"/>
                      <a:pt x="367" y="498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3" name="Freihandform: Form 472">
                <a:extLst>
                  <a:ext uri="{FF2B5EF4-FFF2-40B4-BE49-F238E27FC236}">
                    <a16:creationId xmlns:a16="http://schemas.microsoft.com/office/drawing/2014/main" id="{D09C054D-AE62-C5D6-DF55-51907D81BD37}"/>
                  </a:ext>
                </a:extLst>
              </p:cNvPr>
              <p:cNvSpPr/>
              <p:nvPr/>
            </p:nvSpPr>
            <p:spPr>
              <a:xfrm>
                <a:off x="8107581" y="3428414"/>
                <a:ext cx="48973" cy="72332"/>
              </a:xfrm>
              <a:custGeom>
                <a:avLst/>
                <a:gdLst>
                  <a:gd name="connsiteX0" fmla="*/ 317 w 48973"/>
                  <a:gd name="connsiteY0" fmla="*/ 48111 h 72332"/>
                  <a:gd name="connsiteX1" fmla="*/ 3002 w 48973"/>
                  <a:gd name="connsiteY1" fmla="*/ 29853 h 72332"/>
                  <a:gd name="connsiteX2" fmla="*/ 9016 w 48973"/>
                  <a:gd name="connsiteY2" fmla="*/ 15032 h 72332"/>
                  <a:gd name="connsiteX3" fmla="*/ 15782 w 48973"/>
                  <a:gd name="connsiteY3" fmla="*/ 6333 h 72332"/>
                  <a:gd name="connsiteX4" fmla="*/ 22763 w 48973"/>
                  <a:gd name="connsiteY4" fmla="*/ 1715 h 72332"/>
                  <a:gd name="connsiteX5" fmla="*/ 30281 w 48973"/>
                  <a:gd name="connsiteY5" fmla="*/ 211 h 72332"/>
                  <a:gd name="connsiteX6" fmla="*/ 43867 w 48973"/>
                  <a:gd name="connsiteY6" fmla="*/ 6279 h 72332"/>
                  <a:gd name="connsiteX7" fmla="*/ 49291 w 48973"/>
                  <a:gd name="connsiteY7" fmla="*/ 23731 h 72332"/>
                  <a:gd name="connsiteX8" fmla="*/ 45532 w 48973"/>
                  <a:gd name="connsiteY8" fmla="*/ 46983 h 72332"/>
                  <a:gd name="connsiteX9" fmla="*/ 33181 w 48973"/>
                  <a:gd name="connsiteY9" fmla="*/ 67389 h 72332"/>
                  <a:gd name="connsiteX10" fmla="*/ 19273 w 48973"/>
                  <a:gd name="connsiteY10" fmla="*/ 72544 h 72332"/>
                  <a:gd name="connsiteX11" fmla="*/ 5848 w 48973"/>
                  <a:gd name="connsiteY11" fmla="*/ 66315 h 72332"/>
                  <a:gd name="connsiteX12" fmla="*/ 317 w 48973"/>
                  <a:gd name="connsiteY12" fmla="*/ 48111 h 72332"/>
                  <a:gd name="connsiteX13" fmla="*/ 8801 w 48973"/>
                  <a:gd name="connsiteY13" fmla="*/ 50366 h 72332"/>
                  <a:gd name="connsiteX14" fmla="*/ 10949 w 48973"/>
                  <a:gd name="connsiteY14" fmla="*/ 60515 h 72332"/>
                  <a:gd name="connsiteX15" fmla="*/ 19702 w 48973"/>
                  <a:gd name="connsiteY15" fmla="*/ 65617 h 72332"/>
                  <a:gd name="connsiteX16" fmla="*/ 28939 w 48973"/>
                  <a:gd name="connsiteY16" fmla="*/ 60999 h 72332"/>
                  <a:gd name="connsiteX17" fmla="*/ 37960 w 48973"/>
                  <a:gd name="connsiteY17" fmla="*/ 42043 h 72332"/>
                  <a:gd name="connsiteX18" fmla="*/ 40967 w 48973"/>
                  <a:gd name="connsiteY18" fmla="*/ 21637 h 72332"/>
                  <a:gd name="connsiteX19" fmla="*/ 38068 w 48973"/>
                  <a:gd name="connsiteY19" fmla="*/ 10629 h 72332"/>
                  <a:gd name="connsiteX20" fmla="*/ 30335 w 48973"/>
                  <a:gd name="connsiteY20" fmla="*/ 7246 h 72332"/>
                  <a:gd name="connsiteX21" fmla="*/ 23837 w 48973"/>
                  <a:gd name="connsiteY21" fmla="*/ 9018 h 72332"/>
                  <a:gd name="connsiteX22" fmla="*/ 18091 w 48973"/>
                  <a:gd name="connsiteY22" fmla="*/ 15140 h 72332"/>
                  <a:gd name="connsiteX23" fmla="*/ 11272 w 48973"/>
                  <a:gd name="connsiteY23" fmla="*/ 33505 h 72332"/>
                  <a:gd name="connsiteX24" fmla="*/ 8801 w 48973"/>
                  <a:gd name="connsiteY24" fmla="*/ 50366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17" y="48111"/>
                    </a:moveTo>
                    <a:cubicBezTo>
                      <a:pt x="317" y="42150"/>
                      <a:pt x="1230" y="36029"/>
                      <a:pt x="3002" y="29853"/>
                    </a:cubicBezTo>
                    <a:cubicBezTo>
                      <a:pt x="4828" y="23678"/>
                      <a:pt x="6815" y="18737"/>
                      <a:pt x="9016" y="15032"/>
                    </a:cubicBezTo>
                    <a:cubicBezTo>
                      <a:pt x="11164" y="11327"/>
                      <a:pt x="13473" y="8427"/>
                      <a:pt x="15782" y="6333"/>
                    </a:cubicBezTo>
                    <a:cubicBezTo>
                      <a:pt x="18145" y="4239"/>
                      <a:pt x="20454" y="2681"/>
                      <a:pt x="22763" y="1715"/>
                    </a:cubicBezTo>
                    <a:cubicBezTo>
                      <a:pt x="25019" y="694"/>
                      <a:pt x="27542" y="211"/>
                      <a:pt x="30281" y="211"/>
                    </a:cubicBezTo>
                    <a:cubicBezTo>
                      <a:pt x="35705" y="211"/>
                      <a:pt x="40216" y="2252"/>
                      <a:pt x="43867" y="6279"/>
                    </a:cubicBezTo>
                    <a:cubicBezTo>
                      <a:pt x="47465" y="10307"/>
                      <a:pt x="49291" y="16106"/>
                      <a:pt x="49291" y="23731"/>
                    </a:cubicBezTo>
                    <a:cubicBezTo>
                      <a:pt x="49291" y="31518"/>
                      <a:pt x="48056" y="39304"/>
                      <a:pt x="45532" y="46983"/>
                    </a:cubicBezTo>
                    <a:cubicBezTo>
                      <a:pt x="42578" y="56058"/>
                      <a:pt x="38443" y="62878"/>
                      <a:pt x="33181" y="67389"/>
                    </a:cubicBezTo>
                    <a:cubicBezTo>
                      <a:pt x="29100" y="70826"/>
                      <a:pt x="24482" y="72544"/>
                      <a:pt x="19273" y="72544"/>
                    </a:cubicBezTo>
                    <a:cubicBezTo>
                      <a:pt x="13957" y="72544"/>
                      <a:pt x="9499" y="70503"/>
                      <a:pt x="5848" y="66315"/>
                    </a:cubicBezTo>
                    <a:cubicBezTo>
                      <a:pt x="2196" y="62126"/>
                      <a:pt x="317" y="56058"/>
                      <a:pt x="317" y="48111"/>
                    </a:cubicBezTo>
                    <a:moveTo>
                      <a:pt x="8801" y="50366"/>
                    </a:moveTo>
                    <a:cubicBezTo>
                      <a:pt x="8801" y="54716"/>
                      <a:pt x="9499" y="58099"/>
                      <a:pt x="10949" y="60515"/>
                    </a:cubicBezTo>
                    <a:cubicBezTo>
                      <a:pt x="12936" y="63898"/>
                      <a:pt x="15836" y="65617"/>
                      <a:pt x="19702" y="65617"/>
                    </a:cubicBezTo>
                    <a:cubicBezTo>
                      <a:pt x="23085" y="65617"/>
                      <a:pt x="26200" y="64060"/>
                      <a:pt x="28939" y="60999"/>
                    </a:cubicBezTo>
                    <a:cubicBezTo>
                      <a:pt x="32966" y="56703"/>
                      <a:pt x="35973" y="50366"/>
                      <a:pt x="37960" y="42043"/>
                    </a:cubicBezTo>
                    <a:cubicBezTo>
                      <a:pt x="40001" y="33720"/>
                      <a:pt x="40967" y="26900"/>
                      <a:pt x="40967" y="21637"/>
                    </a:cubicBezTo>
                    <a:cubicBezTo>
                      <a:pt x="40967" y="16536"/>
                      <a:pt x="40001" y="12884"/>
                      <a:pt x="38068" y="10629"/>
                    </a:cubicBezTo>
                    <a:cubicBezTo>
                      <a:pt x="36134" y="8373"/>
                      <a:pt x="33557" y="7246"/>
                      <a:pt x="30335" y="7246"/>
                    </a:cubicBezTo>
                    <a:cubicBezTo>
                      <a:pt x="28026" y="7246"/>
                      <a:pt x="25878" y="7836"/>
                      <a:pt x="23837" y="9018"/>
                    </a:cubicBezTo>
                    <a:cubicBezTo>
                      <a:pt x="21850" y="10199"/>
                      <a:pt x="19917" y="12240"/>
                      <a:pt x="18091" y="15140"/>
                    </a:cubicBezTo>
                    <a:cubicBezTo>
                      <a:pt x="15460" y="19274"/>
                      <a:pt x="13205" y="25396"/>
                      <a:pt x="11272" y="33505"/>
                    </a:cubicBezTo>
                    <a:cubicBezTo>
                      <a:pt x="9607" y="40486"/>
                      <a:pt x="8801" y="46070"/>
                      <a:pt x="8801" y="503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4" name="Freihandform: Form 473">
                <a:extLst>
                  <a:ext uri="{FF2B5EF4-FFF2-40B4-BE49-F238E27FC236}">
                    <a16:creationId xmlns:a16="http://schemas.microsoft.com/office/drawing/2014/main" id="{B1520AE1-AF2C-8705-79A7-856ED9CDD953}"/>
                  </a:ext>
                </a:extLst>
              </p:cNvPr>
              <p:cNvSpPr/>
              <p:nvPr/>
            </p:nvSpPr>
            <p:spPr>
              <a:xfrm>
                <a:off x="8163927" y="3428414"/>
                <a:ext cx="47953" cy="72332"/>
              </a:xfrm>
              <a:custGeom>
                <a:avLst/>
                <a:gdLst>
                  <a:gd name="connsiteX0" fmla="*/ 11974 w 47953"/>
                  <a:gd name="connsiteY0" fmla="*/ 30283 h 72332"/>
                  <a:gd name="connsiteX1" fmla="*/ 19277 w 47953"/>
                  <a:gd name="connsiteY1" fmla="*/ 25718 h 72332"/>
                  <a:gd name="connsiteX2" fmla="*/ 26526 w 47953"/>
                  <a:gd name="connsiteY2" fmla="*/ 24215 h 72332"/>
                  <a:gd name="connsiteX3" fmla="*/ 39844 w 47953"/>
                  <a:gd name="connsiteY3" fmla="*/ 29692 h 72332"/>
                  <a:gd name="connsiteX4" fmla="*/ 45106 w 47953"/>
                  <a:gd name="connsiteY4" fmla="*/ 44567 h 72332"/>
                  <a:gd name="connsiteX5" fmla="*/ 37266 w 47953"/>
                  <a:gd name="connsiteY5" fmla="*/ 65187 h 72332"/>
                  <a:gd name="connsiteX6" fmla="*/ 20834 w 47953"/>
                  <a:gd name="connsiteY6" fmla="*/ 72544 h 72332"/>
                  <a:gd name="connsiteX7" fmla="*/ 6174 w 47953"/>
                  <a:gd name="connsiteY7" fmla="*/ 66100 h 72332"/>
                  <a:gd name="connsiteX8" fmla="*/ 321 w 47953"/>
                  <a:gd name="connsiteY8" fmla="*/ 47735 h 72332"/>
                  <a:gd name="connsiteX9" fmla="*/ 4080 w 47953"/>
                  <a:gd name="connsiteY9" fmla="*/ 25665 h 72332"/>
                  <a:gd name="connsiteX10" fmla="*/ 11276 w 47953"/>
                  <a:gd name="connsiteY10" fmla="*/ 11219 h 72332"/>
                  <a:gd name="connsiteX11" fmla="*/ 20351 w 47953"/>
                  <a:gd name="connsiteY11" fmla="*/ 2896 h 72332"/>
                  <a:gd name="connsiteX12" fmla="*/ 31198 w 47953"/>
                  <a:gd name="connsiteY12" fmla="*/ 211 h 72332"/>
                  <a:gd name="connsiteX13" fmla="*/ 43012 w 47953"/>
                  <a:gd name="connsiteY13" fmla="*/ 4722 h 72332"/>
                  <a:gd name="connsiteX14" fmla="*/ 48274 w 47953"/>
                  <a:gd name="connsiteY14" fmla="*/ 17663 h 72332"/>
                  <a:gd name="connsiteX15" fmla="*/ 40112 w 47953"/>
                  <a:gd name="connsiteY15" fmla="*/ 18469 h 72332"/>
                  <a:gd name="connsiteX16" fmla="*/ 36890 w 47953"/>
                  <a:gd name="connsiteY16" fmla="*/ 10146 h 72332"/>
                  <a:gd name="connsiteX17" fmla="*/ 30554 w 47953"/>
                  <a:gd name="connsiteY17" fmla="*/ 7568 h 72332"/>
                  <a:gd name="connsiteX18" fmla="*/ 22714 w 47953"/>
                  <a:gd name="connsiteY18" fmla="*/ 10629 h 72332"/>
                  <a:gd name="connsiteX19" fmla="*/ 15894 w 47953"/>
                  <a:gd name="connsiteY19" fmla="*/ 19650 h 72332"/>
                  <a:gd name="connsiteX20" fmla="*/ 11974 w 47953"/>
                  <a:gd name="connsiteY20" fmla="*/ 30283 h 72332"/>
                  <a:gd name="connsiteX21" fmla="*/ 8913 w 47953"/>
                  <a:gd name="connsiteY21" fmla="*/ 51440 h 72332"/>
                  <a:gd name="connsiteX22" fmla="*/ 12618 w 47953"/>
                  <a:gd name="connsiteY22" fmla="*/ 61536 h 72332"/>
                  <a:gd name="connsiteX23" fmla="*/ 21049 w 47953"/>
                  <a:gd name="connsiteY23" fmla="*/ 65617 h 72332"/>
                  <a:gd name="connsiteX24" fmla="*/ 28030 w 47953"/>
                  <a:gd name="connsiteY24" fmla="*/ 63147 h 72332"/>
                  <a:gd name="connsiteX25" fmla="*/ 34259 w 47953"/>
                  <a:gd name="connsiteY25" fmla="*/ 55575 h 72332"/>
                  <a:gd name="connsiteX26" fmla="*/ 36783 w 47953"/>
                  <a:gd name="connsiteY26" fmla="*/ 45480 h 72332"/>
                  <a:gd name="connsiteX27" fmla="*/ 33239 w 47953"/>
                  <a:gd name="connsiteY27" fmla="*/ 35116 h 72332"/>
                  <a:gd name="connsiteX28" fmla="*/ 24647 w 47953"/>
                  <a:gd name="connsiteY28" fmla="*/ 31196 h 72332"/>
                  <a:gd name="connsiteX29" fmla="*/ 13907 w 47953"/>
                  <a:gd name="connsiteY29" fmla="*/ 36888 h 72332"/>
                  <a:gd name="connsiteX30" fmla="*/ 8913 w 47953"/>
                  <a:gd name="connsiteY30" fmla="*/ 51440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74" y="30283"/>
                    </a:moveTo>
                    <a:cubicBezTo>
                      <a:pt x="14390" y="28242"/>
                      <a:pt x="16860" y="26739"/>
                      <a:pt x="19277" y="25718"/>
                    </a:cubicBezTo>
                    <a:cubicBezTo>
                      <a:pt x="21693" y="24698"/>
                      <a:pt x="24110" y="24215"/>
                      <a:pt x="26526" y="24215"/>
                    </a:cubicBezTo>
                    <a:cubicBezTo>
                      <a:pt x="31896" y="24215"/>
                      <a:pt x="36353" y="26040"/>
                      <a:pt x="39844" y="29692"/>
                    </a:cubicBezTo>
                    <a:cubicBezTo>
                      <a:pt x="43334" y="33397"/>
                      <a:pt x="45106" y="38338"/>
                      <a:pt x="45106" y="44567"/>
                    </a:cubicBezTo>
                    <a:cubicBezTo>
                      <a:pt x="45106" y="52568"/>
                      <a:pt x="42529" y="59441"/>
                      <a:pt x="37266" y="65187"/>
                    </a:cubicBezTo>
                    <a:cubicBezTo>
                      <a:pt x="32755" y="70128"/>
                      <a:pt x="27278" y="72544"/>
                      <a:pt x="20834" y="72544"/>
                    </a:cubicBezTo>
                    <a:cubicBezTo>
                      <a:pt x="14981" y="72544"/>
                      <a:pt x="10094" y="70396"/>
                      <a:pt x="6174" y="66100"/>
                    </a:cubicBezTo>
                    <a:cubicBezTo>
                      <a:pt x="2254" y="61804"/>
                      <a:pt x="321" y="55683"/>
                      <a:pt x="321" y="47735"/>
                    </a:cubicBezTo>
                    <a:cubicBezTo>
                      <a:pt x="321" y="40593"/>
                      <a:pt x="1556" y="33236"/>
                      <a:pt x="4080" y="25665"/>
                    </a:cubicBezTo>
                    <a:cubicBezTo>
                      <a:pt x="6013" y="19811"/>
                      <a:pt x="8430" y="14978"/>
                      <a:pt x="11276" y="11219"/>
                    </a:cubicBezTo>
                    <a:cubicBezTo>
                      <a:pt x="14122" y="7407"/>
                      <a:pt x="17129" y="4668"/>
                      <a:pt x="20351" y="2896"/>
                    </a:cubicBezTo>
                    <a:cubicBezTo>
                      <a:pt x="23573" y="1124"/>
                      <a:pt x="27171" y="211"/>
                      <a:pt x="31198" y="211"/>
                    </a:cubicBezTo>
                    <a:cubicBezTo>
                      <a:pt x="36031" y="211"/>
                      <a:pt x="39951" y="1715"/>
                      <a:pt x="43012" y="4722"/>
                    </a:cubicBezTo>
                    <a:cubicBezTo>
                      <a:pt x="46073" y="7729"/>
                      <a:pt x="47845" y="12079"/>
                      <a:pt x="48274" y="17663"/>
                    </a:cubicBezTo>
                    <a:lnTo>
                      <a:pt x="40112" y="18469"/>
                    </a:lnTo>
                    <a:cubicBezTo>
                      <a:pt x="39682" y="14602"/>
                      <a:pt x="38609" y="11864"/>
                      <a:pt x="36890" y="10146"/>
                    </a:cubicBezTo>
                    <a:cubicBezTo>
                      <a:pt x="35172" y="8427"/>
                      <a:pt x="33024" y="7568"/>
                      <a:pt x="30554" y="7568"/>
                    </a:cubicBezTo>
                    <a:cubicBezTo>
                      <a:pt x="27976" y="7568"/>
                      <a:pt x="25345" y="8588"/>
                      <a:pt x="22714" y="10629"/>
                    </a:cubicBezTo>
                    <a:cubicBezTo>
                      <a:pt x="20029" y="12616"/>
                      <a:pt x="17773" y="15623"/>
                      <a:pt x="15894" y="19650"/>
                    </a:cubicBezTo>
                    <a:cubicBezTo>
                      <a:pt x="13961" y="23624"/>
                      <a:pt x="12672" y="27168"/>
                      <a:pt x="11974" y="30283"/>
                    </a:cubicBezTo>
                    <a:moveTo>
                      <a:pt x="8913" y="51440"/>
                    </a:moveTo>
                    <a:cubicBezTo>
                      <a:pt x="8913" y="55468"/>
                      <a:pt x="10148" y="58797"/>
                      <a:pt x="12618" y="61536"/>
                    </a:cubicBezTo>
                    <a:cubicBezTo>
                      <a:pt x="15142" y="64274"/>
                      <a:pt x="17934" y="65617"/>
                      <a:pt x="21049" y="65617"/>
                    </a:cubicBezTo>
                    <a:cubicBezTo>
                      <a:pt x="23251" y="65617"/>
                      <a:pt x="25560" y="64758"/>
                      <a:pt x="28030" y="63147"/>
                    </a:cubicBezTo>
                    <a:cubicBezTo>
                      <a:pt x="30446" y="61482"/>
                      <a:pt x="32540" y="58958"/>
                      <a:pt x="34259" y="55575"/>
                    </a:cubicBezTo>
                    <a:cubicBezTo>
                      <a:pt x="35924" y="52192"/>
                      <a:pt x="36783" y="48809"/>
                      <a:pt x="36783" y="45480"/>
                    </a:cubicBezTo>
                    <a:cubicBezTo>
                      <a:pt x="36783" y="41130"/>
                      <a:pt x="35601" y="37693"/>
                      <a:pt x="33239" y="35116"/>
                    </a:cubicBezTo>
                    <a:cubicBezTo>
                      <a:pt x="30876" y="32484"/>
                      <a:pt x="28030" y="31196"/>
                      <a:pt x="24647" y="31196"/>
                    </a:cubicBezTo>
                    <a:cubicBezTo>
                      <a:pt x="20834" y="31196"/>
                      <a:pt x="17236" y="33075"/>
                      <a:pt x="13907" y="36888"/>
                    </a:cubicBezTo>
                    <a:cubicBezTo>
                      <a:pt x="10578" y="40647"/>
                      <a:pt x="8913" y="45533"/>
                      <a:pt x="8913" y="514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5" name="Freihandform: Form 474">
                <a:extLst>
                  <a:ext uri="{FF2B5EF4-FFF2-40B4-BE49-F238E27FC236}">
                    <a16:creationId xmlns:a16="http://schemas.microsoft.com/office/drawing/2014/main" id="{E1246014-7783-6EE0-CC64-651E0BA9968C}"/>
                  </a:ext>
                </a:extLst>
              </p:cNvPr>
              <p:cNvSpPr/>
              <p:nvPr/>
            </p:nvSpPr>
            <p:spPr>
              <a:xfrm>
                <a:off x="8218970" y="3428414"/>
                <a:ext cx="47953" cy="72332"/>
              </a:xfrm>
              <a:custGeom>
                <a:avLst/>
                <a:gdLst>
                  <a:gd name="connsiteX0" fmla="*/ 11978 w 47953"/>
                  <a:gd name="connsiteY0" fmla="*/ 30283 h 72332"/>
                  <a:gd name="connsiteX1" fmla="*/ 19281 w 47953"/>
                  <a:gd name="connsiteY1" fmla="*/ 25718 h 72332"/>
                  <a:gd name="connsiteX2" fmla="*/ 26530 w 47953"/>
                  <a:gd name="connsiteY2" fmla="*/ 24215 h 72332"/>
                  <a:gd name="connsiteX3" fmla="*/ 39848 w 47953"/>
                  <a:gd name="connsiteY3" fmla="*/ 29692 h 72332"/>
                  <a:gd name="connsiteX4" fmla="*/ 45110 w 47953"/>
                  <a:gd name="connsiteY4" fmla="*/ 44567 h 72332"/>
                  <a:gd name="connsiteX5" fmla="*/ 37270 w 47953"/>
                  <a:gd name="connsiteY5" fmla="*/ 65187 h 72332"/>
                  <a:gd name="connsiteX6" fmla="*/ 20838 w 47953"/>
                  <a:gd name="connsiteY6" fmla="*/ 72544 h 72332"/>
                  <a:gd name="connsiteX7" fmla="*/ 6178 w 47953"/>
                  <a:gd name="connsiteY7" fmla="*/ 66100 h 72332"/>
                  <a:gd name="connsiteX8" fmla="*/ 325 w 47953"/>
                  <a:gd name="connsiteY8" fmla="*/ 47735 h 72332"/>
                  <a:gd name="connsiteX9" fmla="*/ 4084 w 47953"/>
                  <a:gd name="connsiteY9" fmla="*/ 25665 h 72332"/>
                  <a:gd name="connsiteX10" fmla="*/ 11280 w 47953"/>
                  <a:gd name="connsiteY10" fmla="*/ 11219 h 72332"/>
                  <a:gd name="connsiteX11" fmla="*/ 20355 w 47953"/>
                  <a:gd name="connsiteY11" fmla="*/ 2896 h 72332"/>
                  <a:gd name="connsiteX12" fmla="*/ 31202 w 47953"/>
                  <a:gd name="connsiteY12" fmla="*/ 211 h 72332"/>
                  <a:gd name="connsiteX13" fmla="*/ 43016 w 47953"/>
                  <a:gd name="connsiteY13" fmla="*/ 4722 h 72332"/>
                  <a:gd name="connsiteX14" fmla="*/ 48278 w 47953"/>
                  <a:gd name="connsiteY14" fmla="*/ 17663 h 72332"/>
                  <a:gd name="connsiteX15" fmla="*/ 40116 w 47953"/>
                  <a:gd name="connsiteY15" fmla="*/ 18469 h 72332"/>
                  <a:gd name="connsiteX16" fmla="*/ 36894 w 47953"/>
                  <a:gd name="connsiteY16" fmla="*/ 10146 h 72332"/>
                  <a:gd name="connsiteX17" fmla="*/ 30558 w 47953"/>
                  <a:gd name="connsiteY17" fmla="*/ 7568 h 72332"/>
                  <a:gd name="connsiteX18" fmla="*/ 22718 w 47953"/>
                  <a:gd name="connsiteY18" fmla="*/ 10629 h 72332"/>
                  <a:gd name="connsiteX19" fmla="*/ 15898 w 47953"/>
                  <a:gd name="connsiteY19" fmla="*/ 19650 h 72332"/>
                  <a:gd name="connsiteX20" fmla="*/ 11978 w 47953"/>
                  <a:gd name="connsiteY20" fmla="*/ 30283 h 72332"/>
                  <a:gd name="connsiteX21" fmla="*/ 8917 w 47953"/>
                  <a:gd name="connsiteY21" fmla="*/ 51440 h 72332"/>
                  <a:gd name="connsiteX22" fmla="*/ 12622 w 47953"/>
                  <a:gd name="connsiteY22" fmla="*/ 61536 h 72332"/>
                  <a:gd name="connsiteX23" fmla="*/ 21053 w 47953"/>
                  <a:gd name="connsiteY23" fmla="*/ 65617 h 72332"/>
                  <a:gd name="connsiteX24" fmla="*/ 28034 w 47953"/>
                  <a:gd name="connsiteY24" fmla="*/ 63147 h 72332"/>
                  <a:gd name="connsiteX25" fmla="*/ 34263 w 47953"/>
                  <a:gd name="connsiteY25" fmla="*/ 55575 h 72332"/>
                  <a:gd name="connsiteX26" fmla="*/ 36787 w 47953"/>
                  <a:gd name="connsiteY26" fmla="*/ 45480 h 72332"/>
                  <a:gd name="connsiteX27" fmla="*/ 33243 w 47953"/>
                  <a:gd name="connsiteY27" fmla="*/ 35116 h 72332"/>
                  <a:gd name="connsiteX28" fmla="*/ 24651 w 47953"/>
                  <a:gd name="connsiteY28" fmla="*/ 31196 h 72332"/>
                  <a:gd name="connsiteX29" fmla="*/ 13911 w 47953"/>
                  <a:gd name="connsiteY29" fmla="*/ 36888 h 72332"/>
                  <a:gd name="connsiteX30" fmla="*/ 8917 w 47953"/>
                  <a:gd name="connsiteY30" fmla="*/ 51440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1978" y="30283"/>
                    </a:moveTo>
                    <a:cubicBezTo>
                      <a:pt x="14394" y="28242"/>
                      <a:pt x="16864" y="26739"/>
                      <a:pt x="19281" y="25718"/>
                    </a:cubicBezTo>
                    <a:cubicBezTo>
                      <a:pt x="21697" y="24698"/>
                      <a:pt x="24114" y="24215"/>
                      <a:pt x="26530" y="24215"/>
                    </a:cubicBezTo>
                    <a:cubicBezTo>
                      <a:pt x="31900" y="24215"/>
                      <a:pt x="36357" y="26040"/>
                      <a:pt x="39848" y="29692"/>
                    </a:cubicBezTo>
                    <a:cubicBezTo>
                      <a:pt x="43338" y="33397"/>
                      <a:pt x="45110" y="38338"/>
                      <a:pt x="45110" y="44567"/>
                    </a:cubicBezTo>
                    <a:cubicBezTo>
                      <a:pt x="45110" y="52568"/>
                      <a:pt x="42533" y="59441"/>
                      <a:pt x="37270" y="65187"/>
                    </a:cubicBezTo>
                    <a:cubicBezTo>
                      <a:pt x="32759" y="70128"/>
                      <a:pt x="27282" y="72544"/>
                      <a:pt x="20838" y="72544"/>
                    </a:cubicBezTo>
                    <a:cubicBezTo>
                      <a:pt x="14985" y="72544"/>
                      <a:pt x="10098" y="70396"/>
                      <a:pt x="6178" y="66100"/>
                    </a:cubicBezTo>
                    <a:cubicBezTo>
                      <a:pt x="2258" y="61804"/>
                      <a:pt x="325" y="55683"/>
                      <a:pt x="325" y="47735"/>
                    </a:cubicBezTo>
                    <a:cubicBezTo>
                      <a:pt x="325" y="40593"/>
                      <a:pt x="1560" y="33236"/>
                      <a:pt x="4084" y="25665"/>
                    </a:cubicBezTo>
                    <a:cubicBezTo>
                      <a:pt x="6017" y="19811"/>
                      <a:pt x="8434" y="14978"/>
                      <a:pt x="11280" y="11219"/>
                    </a:cubicBezTo>
                    <a:cubicBezTo>
                      <a:pt x="14126" y="7407"/>
                      <a:pt x="17133" y="4668"/>
                      <a:pt x="20355" y="2896"/>
                    </a:cubicBezTo>
                    <a:cubicBezTo>
                      <a:pt x="23577" y="1124"/>
                      <a:pt x="27175" y="211"/>
                      <a:pt x="31202" y="211"/>
                    </a:cubicBezTo>
                    <a:cubicBezTo>
                      <a:pt x="36035" y="211"/>
                      <a:pt x="39955" y="1715"/>
                      <a:pt x="43016" y="4722"/>
                    </a:cubicBezTo>
                    <a:cubicBezTo>
                      <a:pt x="46077" y="7729"/>
                      <a:pt x="47849" y="12079"/>
                      <a:pt x="48278" y="17663"/>
                    </a:cubicBezTo>
                    <a:lnTo>
                      <a:pt x="40116" y="18469"/>
                    </a:lnTo>
                    <a:cubicBezTo>
                      <a:pt x="39686" y="14602"/>
                      <a:pt x="38613" y="11864"/>
                      <a:pt x="36894" y="10146"/>
                    </a:cubicBezTo>
                    <a:cubicBezTo>
                      <a:pt x="35176" y="8427"/>
                      <a:pt x="33028" y="7568"/>
                      <a:pt x="30558" y="7568"/>
                    </a:cubicBezTo>
                    <a:cubicBezTo>
                      <a:pt x="27980" y="7568"/>
                      <a:pt x="25349" y="8588"/>
                      <a:pt x="22718" y="10629"/>
                    </a:cubicBezTo>
                    <a:cubicBezTo>
                      <a:pt x="20033" y="12616"/>
                      <a:pt x="17777" y="15623"/>
                      <a:pt x="15898" y="19650"/>
                    </a:cubicBezTo>
                    <a:cubicBezTo>
                      <a:pt x="13965" y="23624"/>
                      <a:pt x="12676" y="27168"/>
                      <a:pt x="11978" y="30283"/>
                    </a:cubicBezTo>
                    <a:moveTo>
                      <a:pt x="8917" y="51440"/>
                    </a:moveTo>
                    <a:cubicBezTo>
                      <a:pt x="8917" y="55468"/>
                      <a:pt x="10152" y="58797"/>
                      <a:pt x="12622" y="61536"/>
                    </a:cubicBezTo>
                    <a:cubicBezTo>
                      <a:pt x="15146" y="64274"/>
                      <a:pt x="17938" y="65617"/>
                      <a:pt x="21053" y="65617"/>
                    </a:cubicBezTo>
                    <a:cubicBezTo>
                      <a:pt x="23255" y="65617"/>
                      <a:pt x="25564" y="64758"/>
                      <a:pt x="28034" y="63147"/>
                    </a:cubicBezTo>
                    <a:cubicBezTo>
                      <a:pt x="30450" y="61482"/>
                      <a:pt x="32544" y="58958"/>
                      <a:pt x="34263" y="55575"/>
                    </a:cubicBezTo>
                    <a:cubicBezTo>
                      <a:pt x="35928" y="52192"/>
                      <a:pt x="36787" y="48809"/>
                      <a:pt x="36787" y="45480"/>
                    </a:cubicBezTo>
                    <a:cubicBezTo>
                      <a:pt x="36787" y="41130"/>
                      <a:pt x="35605" y="37693"/>
                      <a:pt x="33243" y="35116"/>
                    </a:cubicBezTo>
                    <a:cubicBezTo>
                      <a:pt x="30880" y="32484"/>
                      <a:pt x="28034" y="31196"/>
                      <a:pt x="24651" y="31196"/>
                    </a:cubicBezTo>
                    <a:cubicBezTo>
                      <a:pt x="20838" y="31196"/>
                      <a:pt x="17240" y="33075"/>
                      <a:pt x="13911" y="36888"/>
                    </a:cubicBezTo>
                    <a:cubicBezTo>
                      <a:pt x="10582" y="40647"/>
                      <a:pt x="8917" y="45533"/>
                      <a:pt x="8917" y="5144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6" name="Freihandform: Form 475">
                <a:extLst>
                  <a:ext uri="{FF2B5EF4-FFF2-40B4-BE49-F238E27FC236}">
                    <a16:creationId xmlns:a16="http://schemas.microsoft.com/office/drawing/2014/main" id="{6C7E4999-379C-279C-D07D-A0E4905AE07D}"/>
                  </a:ext>
                </a:extLst>
              </p:cNvPr>
              <p:cNvSpPr/>
              <p:nvPr/>
            </p:nvSpPr>
            <p:spPr>
              <a:xfrm>
                <a:off x="8280403" y="3428414"/>
                <a:ext cx="32810" cy="71151"/>
              </a:xfrm>
              <a:custGeom>
                <a:avLst/>
                <a:gdLst>
                  <a:gd name="connsiteX0" fmla="*/ 9512 w 32810"/>
                  <a:gd name="connsiteY0" fmla="*/ 71363 h 71151"/>
                  <a:gd name="connsiteX1" fmla="*/ 20681 w 32810"/>
                  <a:gd name="connsiteY1" fmla="*/ 17878 h 71151"/>
                  <a:gd name="connsiteX2" fmla="*/ 329 w 32810"/>
                  <a:gd name="connsiteY2" fmla="*/ 27007 h 71151"/>
                  <a:gd name="connsiteX3" fmla="*/ 1940 w 32810"/>
                  <a:gd name="connsiteY3" fmla="*/ 19060 h 71151"/>
                  <a:gd name="connsiteX4" fmla="*/ 14828 w 32810"/>
                  <a:gd name="connsiteY4" fmla="*/ 12240 h 71151"/>
                  <a:gd name="connsiteX5" fmla="*/ 24386 w 32810"/>
                  <a:gd name="connsiteY5" fmla="*/ 4937 h 71151"/>
                  <a:gd name="connsiteX6" fmla="*/ 28038 w 32810"/>
                  <a:gd name="connsiteY6" fmla="*/ 211 h 71151"/>
                  <a:gd name="connsiteX7" fmla="*/ 33139 w 32810"/>
                  <a:gd name="connsiteY7" fmla="*/ 211 h 71151"/>
                  <a:gd name="connsiteX8" fmla="*/ 18264 w 32810"/>
                  <a:gd name="connsiteY8" fmla="*/ 71363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12" y="71363"/>
                    </a:moveTo>
                    <a:lnTo>
                      <a:pt x="20681" y="17878"/>
                    </a:lnTo>
                    <a:cubicBezTo>
                      <a:pt x="15848" y="21691"/>
                      <a:pt x="9082" y="24698"/>
                      <a:pt x="329" y="27007"/>
                    </a:cubicBezTo>
                    <a:lnTo>
                      <a:pt x="1940" y="19060"/>
                    </a:lnTo>
                    <a:cubicBezTo>
                      <a:pt x="6290" y="17341"/>
                      <a:pt x="10585" y="15086"/>
                      <a:pt x="14828" y="12240"/>
                    </a:cubicBezTo>
                    <a:cubicBezTo>
                      <a:pt x="19070" y="9447"/>
                      <a:pt x="22238" y="7031"/>
                      <a:pt x="24386" y="4937"/>
                    </a:cubicBezTo>
                    <a:cubicBezTo>
                      <a:pt x="25675" y="3648"/>
                      <a:pt x="26910" y="2037"/>
                      <a:pt x="28038" y="211"/>
                    </a:cubicBezTo>
                    <a:lnTo>
                      <a:pt x="33139" y="211"/>
                    </a:lnTo>
                    <a:lnTo>
                      <a:pt x="18264" y="7136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7" name="Freihandform: Form 476">
                <a:extLst>
                  <a:ext uri="{FF2B5EF4-FFF2-40B4-BE49-F238E27FC236}">
                    <a16:creationId xmlns:a16="http://schemas.microsoft.com/office/drawing/2014/main" id="{A139426A-B1A6-B4F0-7956-3F05A0E19CF0}"/>
                  </a:ext>
                </a:extLst>
              </p:cNvPr>
              <p:cNvSpPr/>
              <p:nvPr/>
            </p:nvSpPr>
            <p:spPr>
              <a:xfrm>
                <a:off x="8327673" y="3429703"/>
                <a:ext cx="49779" cy="71044"/>
              </a:xfrm>
              <a:custGeom>
                <a:avLst/>
                <a:gdLst>
                  <a:gd name="connsiteX0" fmla="*/ 387 w 49779"/>
                  <a:gd name="connsiteY0" fmla="*/ 49829 h 71044"/>
                  <a:gd name="connsiteX1" fmla="*/ 9247 w 49779"/>
                  <a:gd name="connsiteY1" fmla="*/ 48970 h 71044"/>
                  <a:gd name="connsiteX2" fmla="*/ 9140 w 49779"/>
                  <a:gd name="connsiteY2" fmla="*/ 51226 h 71044"/>
                  <a:gd name="connsiteX3" fmla="*/ 10804 w 49779"/>
                  <a:gd name="connsiteY3" fmla="*/ 57669 h 71044"/>
                  <a:gd name="connsiteX4" fmla="*/ 15208 w 49779"/>
                  <a:gd name="connsiteY4" fmla="*/ 62610 h 71044"/>
                  <a:gd name="connsiteX5" fmla="*/ 21061 w 49779"/>
                  <a:gd name="connsiteY5" fmla="*/ 64328 h 71044"/>
                  <a:gd name="connsiteX6" fmla="*/ 29331 w 49779"/>
                  <a:gd name="connsiteY6" fmla="*/ 61536 h 71044"/>
                  <a:gd name="connsiteX7" fmla="*/ 36150 w 49779"/>
                  <a:gd name="connsiteY7" fmla="*/ 53373 h 71044"/>
                  <a:gd name="connsiteX8" fmla="*/ 38728 w 49779"/>
                  <a:gd name="connsiteY8" fmla="*/ 42741 h 71044"/>
                  <a:gd name="connsiteX9" fmla="*/ 35237 w 49779"/>
                  <a:gd name="connsiteY9" fmla="*/ 33183 h 71044"/>
                  <a:gd name="connsiteX10" fmla="*/ 26055 w 49779"/>
                  <a:gd name="connsiteY10" fmla="*/ 29638 h 71044"/>
                  <a:gd name="connsiteX11" fmla="*/ 18805 w 49779"/>
                  <a:gd name="connsiteY11" fmla="*/ 31464 h 71044"/>
                  <a:gd name="connsiteX12" fmla="*/ 12469 w 49779"/>
                  <a:gd name="connsiteY12" fmla="*/ 36995 h 71044"/>
                  <a:gd name="connsiteX13" fmla="*/ 4790 w 49779"/>
                  <a:gd name="connsiteY13" fmla="*/ 36458 h 71044"/>
                  <a:gd name="connsiteX14" fmla="*/ 15476 w 49779"/>
                  <a:gd name="connsiteY14" fmla="*/ 211 h 71044"/>
                  <a:gd name="connsiteX15" fmla="*/ 50112 w 49779"/>
                  <a:gd name="connsiteY15" fmla="*/ 211 h 71044"/>
                  <a:gd name="connsiteX16" fmla="*/ 48394 w 49779"/>
                  <a:gd name="connsiteY16" fmla="*/ 8212 h 71044"/>
                  <a:gd name="connsiteX17" fmla="*/ 21490 w 49779"/>
                  <a:gd name="connsiteY17" fmla="*/ 8212 h 71044"/>
                  <a:gd name="connsiteX18" fmla="*/ 16174 w 49779"/>
                  <a:gd name="connsiteY18" fmla="*/ 26255 h 71044"/>
                  <a:gd name="connsiteX19" fmla="*/ 22350 w 49779"/>
                  <a:gd name="connsiteY19" fmla="*/ 22980 h 71044"/>
                  <a:gd name="connsiteX20" fmla="*/ 28847 w 49779"/>
                  <a:gd name="connsiteY20" fmla="*/ 21906 h 71044"/>
                  <a:gd name="connsiteX21" fmla="*/ 42165 w 49779"/>
                  <a:gd name="connsiteY21" fmla="*/ 27276 h 71044"/>
                  <a:gd name="connsiteX22" fmla="*/ 47374 w 49779"/>
                  <a:gd name="connsiteY22" fmla="*/ 41935 h 71044"/>
                  <a:gd name="connsiteX23" fmla="*/ 43829 w 49779"/>
                  <a:gd name="connsiteY23" fmla="*/ 57025 h 71044"/>
                  <a:gd name="connsiteX24" fmla="*/ 34002 w 49779"/>
                  <a:gd name="connsiteY24" fmla="*/ 67604 h 71044"/>
                  <a:gd name="connsiteX25" fmla="*/ 20470 w 49779"/>
                  <a:gd name="connsiteY25" fmla="*/ 71255 h 71044"/>
                  <a:gd name="connsiteX26" fmla="*/ 9677 w 49779"/>
                  <a:gd name="connsiteY26" fmla="*/ 68517 h 71044"/>
                  <a:gd name="connsiteX27" fmla="*/ 2642 w 49779"/>
                  <a:gd name="connsiteY27" fmla="*/ 60945 h 71044"/>
                  <a:gd name="connsiteX28" fmla="*/ 333 w 49779"/>
                  <a:gd name="connsiteY28" fmla="*/ 51279 h 71044"/>
                  <a:gd name="connsiteX29" fmla="*/ 387 w 49779"/>
                  <a:gd name="connsiteY29" fmla="*/ 49829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87" y="49829"/>
                    </a:moveTo>
                    <a:lnTo>
                      <a:pt x="9247" y="48970"/>
                    </a:lnTo>
                    <a:cubicBezTo>
                      <a:pt x="9193" y="50205"/>
                      <a:pt x="9140" y="50957"/>
                      <a:pt x="9140" y="51226"/>
                    </a:cubicBezTo>
                    <a:cubicBezTo>
                      <a:pt x="9140" y="53373"/>
                      <a:pt x="9730" y="55521"/>
                      <a:pt x="10804" y="57669"/>
                    </a:cubicBezTo>
                    <a:cubicBezTo>
                      <a:pt x="11878" y="59817"/>
                      <a:pt x="13328" y="61482"/>
                      <a:pt x="15208" y="62610"/>
                    </a:cubicBezTo>
                    <a:cubicBezTo>
                      <a:pt x="17033" y="63737"/>
                      <a:pt x="18967" y="64328"/>
                      <a:pt x="21061" y="64328"/>
                    </a:cubicBezTo>
                    <a:cubicBezTo>
                      <a:pt x="23746" y="64328"/>
                      <a:pt x="26538" y="63415"/>
                      <a:pt x="29331" y="61536"/>
                    </a:cubicBezTo>
                    <a:cubicBezTo>
                      <a:pt x="32123" y="59656"/>
                      <a:pt x="34378" y="56918"/>
                      <a:pt x="36150" y="53373"/>
                    </a:cubicBezTo>
                    <a:cubicBezTo>
                      <a:pt x="37869" y="49776"/>
                      <a:pt x="38728" y="46231"/>
                      <a:pt x="38728" y="42741"/>
                    </a:cubicBezTo>
                    <a:cubicBezTo>
                      <a:pt x="38728" y="38767"/>
                      <a:pt x="37600" y="35599"/>
                      <a:pt x="35237" y="33183"/>
                    </a:cubicBezTo>
                    <a:cubicBezTo>
                      <a:pt x="32928" y="30820"/>
                      <a:pt x="29814" y="29638"/>
                      <a:pt x="26055" y="29638"/>
                    </a:cubicBezTo>
                    <a:cubicBezTo>
                      <a:pt x="23477" y="29638"/>
                      <a:pt x="21061" y="30229"/>
                      <a:pt x="18805" y="31464"/>
                    </a:cubicBezTo>
                    <a:cubicBezTo>
                      <a:pt x="16550" y="32699"/>
                      <a:pt x="14402" y="34525"/>
                      <a:pt x="12469" y="36995"/>
                    </a:cubicBezTo>
                    <a:lnTo>
                      <a:pt x="4790" y="36458"/>
                    </a:lnTo>
                    <a:lnTo>
                      <a:pt x="15476" y="211"/>
                    </a:lnTo>
                    <a:lnTo>
                      <a:pt x="50112" y="211"/>
                    </a:lnTo>
                    <a:lnTo>
                      <a:pt x="48394" y="8212"/>
                    </a:lnTo>
                    <a:lnTo>
                      <a:pt x="21490" y="8212"/>
                    </a:lnTo>
                    <a:lnTo>
                      <a:pt x="16174" y="26255"/>
                    </a:lnTo>
                    <a:cubicBezTo>
                      <a:pt x="18161" y="24805"/>
                      <a:pt x="20202" y="23678"/>
                      <a:pt x="22350" y="22980"/>
                    </a:cubicBezTo>
                    <a:cubicBezTo>
                      <a:pt x="24444" y="22228"/>
                      <a:pt x="26592" y="21906"/>
                      <a:pt x="28847" y="21906"/>
                    </a:cubicBezTo>
                    <a:cubicBezTo>
                      <a:pt x="34271" y="21906"/>
                      <a:pt x="38674" y="23678"/>
                      <a:pt x="42165" y="27276"/>
                    </a:cubicBezTo>
                    <a:cubicBezTo>
                      <a:pt x="45655" y="30820"/>
                      <a:pt x="47374" y="35706"/>
                      <a:pt x="47374" y="41935"/>
                    </a:cubicBezTo>
                    <a:cubicBezTo>
                      <a:pt x="47374" y="47413"/>
                      <a:pt x="46192" y="52407"/>
                      <a:pt x="43829" y="57025"/>
                    </a:cubicBezTo>
                    <a:cubicBezTo>
                      <a:pt x="41413" y="61589"/>
                      <a:pt x="38137" y="65134"/>
                      <a:pt x="34002" y="67604"/>
                    </a:cubicBezTo>
                    <a:cubicBezTo>
                      <a:pt x="29814" y="70074"/>
                      <a:pt x="25303" y="71255"/>
                      <a:pt x="20470" y="71255"/>
                    </a:cubicBezTo>
                    <a:cubicBezTo>
                      <a:pt x="16389" y="71255"/>
                      <a:pt x="12845" y="70342"/>
                      <a:pt x="9677" y="68517"/>
                    </a:cubicBezTo>
                    <a:cubicBezTo>
                      <a:pt x="6562" y="66691"/>
                      <a:pt x="4253" y="64167"/>
                      <a:pt x="2642" y="60945"/>
                    </a:cubicBezTo>
                    <a:cubicBezTo>
                      <a:pt x="1085" y="57723"/>
                      <a:pt x="333" y="54501"/>
                      <a:pt x="333" y="51279"/>
                    </a:cubicBezTo>
                    <a:cubicBezTo>
                      <a:pt x="333" y="50957"/>
                      <a:pt x="333" y="50474"/>
                      <a:pt x="387" y="498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8" name="Freihandform: Form 477">
                <a:extLst>
                  <a:ext uri="{FF2B5EF4-FFF2-40B4-BE49-F238E27FC236}">
                    <a16:creationId xmlns:a16="http://schemas.microsoft.com/office/drawing/2014/main" id="{9CC6D49E-6E29-395C-22A1-5ED22A851B52}"/>
                  </a:ext>
                </a:extLst>
              </p:cNvPr>
              <p:cNvSpPr/>
              <p:nvPr/>
            </p:nvSpPr>
            <p:spPr>
              <a:xfrm>
                <a:off x="8381535" y="3489685"/>
                <a:ext cx="11974" cy="9880"/>
              </a:xfrm>
              <a:custGeom>
                <a:avLst/>
                <a:gdLst>
                  <a:gd name="connsiteX0" fmla="*/ 337 w 11974"/>
                  <a:gd name="connsiteY0" fmla="*/ 10092 h 9880"/>
                  <a:gd name="connsiteX1" fmla="*/ 2431 w 11974"/>
                  <a:gd name="connsiteY1" fmla="*/ 211 h 9880"/>
                  <a:gd name="connsiteX2" fmla="*/ 12312 w 11974"/>
                  <a:gd name="connsiteY2" fmla="*/ 211 h 9880"/>
                  <a:gd name="connsiteX3" fmla="*/ 10218 w 11974"/>
                  <a:gd name="connsiteY3" fmla="*/ 10092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37" y="10092"/>
                    </a:moveTo>
                    <a:lnTo>
                      <a:pt x="2431" y="211"/>
                    </a:lnTo>
                    <a:lnTo>
                      <a:pt x="12312" y="211"/>
                    </a:lnTo>
                    <a:lnTo>
                      <a:pt x="10218" y="1009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79" name="Freihandform: Form 478">
                <a:extLst>
                  <a:ext uri="{FF2B5EF4-FFF2-40B4-BE49-F238E27FC236}">
                    <a16:creationId xmlns:a16="http://schemas.microsoft.com/office/drawing/2014/main" id="{B78B002A-CAB5-3F4F-8C94-A876B930600A}"/>
                  </a:ext>
                </a:extLst>
              </p:cNvPr>
              <p:cNvSpPr/>
              <p:nvPr/>
            </p:nvSpPr>
            <p:spPr>
              <a:xfrm>
                <a:off x="8417997" y="3428414"/>
                <a:ext cx="32810" cy="71151"/>
              </a:xfrm>
              <a:custGeom>
                <a:avLst/>
                <a:gdLst>
                  <a:gd name="connsiteX0" fmla="*/ 9522 w 32810"/>
                  <a:gd name="connsiteY0" fmla="*/ 71363 h 71151"/>
                  <a:gd name="connsiteX1" fmla="*/ 20691 w 32810"/>
                  <a:gd name="connsiteY1" fmla="*/ 17878 h 71151"/>
                  <a:gd name="connsiteX2" fmla="*/ 339 w 32810"/>
                  <a:gd name="connsiteY2" fmla="*/ 27007 h 71151"/>
                  <a:gd name="connsiteX3" fmla="*/ 1950 w 32810"/>
                  <a:gd name="connsiteY3" fmla="*/ 19060 h 71151"/>
                  <a:gd name="connsiteX4" fmla="*/ 14838 w 32810"/>
                  <a:gd name="connsiteY4" fmla="*/ 12240 h 71151"/>
                  <a:gd name="connsiteX5" fmla="*/ 24396 w 32810"/>
                  <a:gd name="connsiteY5" fmla="*/ 4937 h 71151"/>
                  <a:gd name="connsiteX6" fmla="*/ 28048 w 32810"/>
                  <a:gd name="connsiteY6" fmla="*/ 211 h 71151"/>
                  <a:gd name="connsiteX7" fmla="*/ 33149 w 32810"/>
                  <a:gd name="connsiteY7" fmla="*/ 211 h 71151"/>
                  <a:gd name="connsiteX8" fmla="*/ 18274 w 32810"/>
                  <a:gd name="connsiteY8" fmla="*/ 71363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22" y="71363"/>
                    </a:moveTo>
                    <a:lnTo>
                      <a:pt x="20691" y="17878"/>
                    </a:lnTo>
                    <a:cubicBezTo>
                      <a:pt x="15858" y="21691"/>
                      <a:pt x="9092" y="24698"/>
                      <a:pt x="339" y="27007"/>
                    </a:cubicBezTo>
                    <a:lnTo>
                      <a:pt x="1950" y="19060"/>
                    </a:lnTo>
                    <a:cubicBezTo>
                      <a:pt x="6300" y="17341"/>
                      <a:pt x="10595" y="15086"/>
                      <a:pt x="14838" y="12240"/>
                    </a:cubicBezTo>
                    <a:cubicBezTo>
                      <a:pt x="19080" y="9447"/>
                      <a:pt x="22248" y="7031"/>
                      <a:pt x="24396" y="4937"/>
                    </a:cubicBezTo>
                    <a:cubicBezTo>
                      <a:pt x="25685" y="3648"/>
                      <a:pt x="26920" y="2037"/>
                      <a:pt x="28048" y="211"/>
                    </a:cubicBezTo>
                    <a:lnTo>
                      <a:pt x="33149" y="211"/>
                    </a:lnTo>
                    <a:lnTo>
                      <a:pt x="18274" y="7136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80" name="Grafik 4">
              <a:extLst>
                <a:ext uri="{FF2B5EF4-FFF2-40B4-BE49-F238E27FC236}">
                  <a16:creationId xmlns:a16="http://schemas.microsoft.com/office/drawing/2014/main" id="{272DFA74-2D2A-C0F0-DEBE-A525316E0E60}"/>
                </a:ext>
              </a:extLst>
            </p:cNvPr>
            <p:cNvGrpSpPr/>
            <p:nvPr/>
          </p:nvGrpSpPr>
          <p:grpSpPr>
            <a:xfrm>
              <a:off x="8175005" y="3175812"/>
              <a:ext cx="596162" cy="72386"/>
              <a:chOff x="8175005" y="3175812"/>
              <a:chExt cx="596162" cy="72386"/>
            </a:xfrm>
            <a:solidFill>
              <a:srgbClr val="000000"/>
            </a:solidFill>
          </p:grpSpPr>
          <p:sp>
            <p:nvSpPr>
              <p:cNvPr id="481" name="Freihandform: Form 480">
                <a:extLst>
                  <a:ext uri="{FF2B5EF4-FFF2-40B4-BE49-F238E27FC236}">
                    <a16:creationId xmlns:a16="http://schemas.microsoft.com/office/drawing/2014/main" id="{72C2AE6F-C645-3D50-27B3-A75C8E59EEA1}"/>
                  </a:ext>
                </a:extLst>
              </p:cNvPr>
              <p:cNvSpPr/>
              <p:nvPr/>
            </p:nvSpPr>
            <p:spPr>
              <a:xfrm>
                <a:off x="8175005" y="3176135"/>
                <a:ext cx="92738" cy="70829"/>
              </a:xfrm>
              <a:custGeom>
                <a:avLst/>
                <a:gdLst>
                  <a:gd name="connsiteX0" fmla="*/ 4671 w 92738"/>
                  <a:gd name="connsiteY0" fmla="*/ 71022 h 70829"/>
                  <a:gd name="connsiteX1" fmla="*/ 321 w 92738"/>
                  <a:gd name="connsiteY1" fmla="*/ 193 h 70829"/>
                  <a:gd name="connsiteX2" fmla="*/ 9934 w 92738"/>
                  <a:gd name="connsiteY2" fmla="*/ 193 h 70829"/>
                  <a:gd name="connsiteX3" fmla="*/ 11598 w 92738"/>
                  <a:gd name="connsiteY3" fmla="*/ 35205 h 70829"/>
                  <a:gd name="connsiteX4" fmla="*/ 12082 w 92738"/>
                  <a:gd name="connsiteY4" fmla="*/ 48844 h 70829"/>
                  <a:gd name="connsiteX5" fmla="*/ 12189 w 92738"/>
                  <a:gd name="connsiteY5" fmla="*/ 53194 h 70829"/>
                  <a:gd name="connsiteX6" fmla="*/ 12135 w 92738"/>
                  <a:gd name="connsiteY6" fmla="*/ 57973 h 70829"/>
                  <a:gd name="connsiteX7" fmla="*/ 20620 w 92738"/>
                  <a:gd name="connsiteY7" fmla="*/ 40950 h 70829"/>
                  <a:gd name="connsiteX8" fmla="*/ 42207 w 92738"/>
                  <a:gd name="connsiteY8" fmla="*/ 193 h 70829"/>
                  <a:gd name="connsiteX9" fmla="*/ 51980 w 92738"/>
                  <a:gd name="connsiteY9" fmla="*/ 193 h 70829"/>
                  <a:gd name="connsiteX10" fmla="*/ 54343 w 92738"/>
                  <a:gd name="connsiteY10" fmla="*/ 41595 h 70829"/>
                  <a:gd name="connsiteX11" fmla="*/ 54880 w 92738"/>
                  <a:gd name="connsiteY11" fmla="*/ 58725 h 70829"/>
                  <a:gd name="connsiteX12" fmla="*/ 57941 w 92738"/>
                  <a:gd name="connsiteY12" fmla="*/ 51368 h 70829"/>
                  <a:gd name="connsiteX13" fmla="*/ 63150 w 92738"/>
                  <a:gd name="connsiteY13" fmla="*/ 40091 h 70829"/>
                  <a:gd name="connsiteX14" fmla="*/ 83394 w 92738"/>
                  <a:gd name="connsiteY14" fmla="*/ 193 h 70829"/>
                  <a:gd name="connsiteX15" fmla="*/ 93060 w 92738"/>
                  <a:gd name="connsiteY15" fmla="*/ 193 h 70829"/>
                  <a:gd name="connsiteX16" fmla="*/ 56974 w 92738"/>
                  <a:gd name="connsiteY16" fmla="*/ 71022 h 70829"/>
                  <a:gd name="connsiteX17" fmla="*/ 46825 w 92738"/>
                  <a:gd name="connsiteY17" fmla="*/ 71022 h 70829"/>
                  <a:gd name="connsiteX18" fmla="*/ 44462 w 92738"/>
                  <a:gd name="connsiteY18" fmla="*/ 28116 h 70829"/>
                  <a:gd name="connsiteX19" fmla="*/ 43925 w 92738"/>
                  <a:gd name="connsiteY19" fmla="*/ 14584 h 70829"/>
                  <a:gd name="connsiteX20" fmla="*/ 38985 w 92738"/>
                  <a:gd name="connsiteY20" fmla="*/ 25002 h 70829"/>
                  <a:gd name="connsiteX21" fmla="*/ 14444 w 92738"/>
                  <a:gd name="connsiteY21" fmla="*/ 71022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738" h="70829">
                    <a:moveTo>
                      <a:pt x="4671" y="71022"/>
                    </a:moveTo>
                    <a:lnTo>
                      <a:pt x="321" y="193"/>
                    </a:lnTo>
                    <a:lnTo>
                      <a:pt x="9934" y="193"/>
                    </a:lnTo>
                    <a:lnTo>
                      <a:pt x="11598" y="35205"/>
                    </a:lnTo>
                    <a:cubicBezTo>
                      <a:pt x="11706" y="36869"/>
                      <a:pt x="11867" y="41434"/>
                      <a:pt x="12082" y="48844"/>
                    </a:cubicBezTo>
                    <a:cubicBezTo>
                      <a:pt x="12135" y="50885"/>
                      <a:pt x="12189" y="52335"/>
                      <a:pt x="12189" y="53194"/>
                    </a:cubicBezTo>
                    <a:cubicBezTo>
                      <a:pt x="12189" y="53731"/>
                      <a:pt x="12189" y="55342"/>
                      <a:pt x="12135" y="57973"/>
                    </a:cubicBezTo>
                    <a:cubicBezTo>
                      <a:pt x="16055" y="49918"/>
                      <a:pt x="18901" y="44226"/>
                      <a:pt x="20620" y="40950"/>
                    </a:cubicBezTo>
                    <a:lnTo>
                      <a:pt x="42207" y="193"/>
                    </a:lnTo>
                    <a:lnTo>
                      <a:pt x="51980" y="193"/>
                    </a:lnTo>
                    <a:lnTo>
                      <a:pt x="54343" y="41595"/>
                    </a:lnTo>
                    <a:cubicBezTo>
                      <a:pt x="54558" y="46320"/>
                      <a:pt x="54773" y="52013"/>
                      <a:pt x="54880" y="58725"/>
                    </a:cubicBezTo>
                    <a:cubicBezTo>
                      <a:pt x="55417" y="57060"/>
                      <a:pt x="56491" y="54590"/>
                      <a:pt x="57941" y="51368"/>
                    </a:cubicBezTo>
                    <a:cubicBezTo>
                      <a:pt x="60304" y="46106"/>
                      <a:pt x="62022" y="42347"/>
                      <a:pt x="63150" y="40091"/>
                    </a:cubicBezTo>
                    <a:lnTo>
                      <a:pt x="83394" y="193"/>
                    </a:lnTo>
                    <a:lnTo>
                      <a:pt x="93060" y="193"/>
                    </a:lnTo>
                    <a:lnTo>
                      <a:pt x="56974" y="71022"/>
                    </a:lnTo>
                    <a:lnTo>
                      <a:pt x="46825" y="71022"/>
                    </a:lnTo>
                    <a:lnTo>
                      <a:pt x="44462" y="28116"/>
                    </a:lnTo>
                    <a:cubicBezTo>
                      <a:pt x="44247" y="24411"/>
                      <a:pt x="44086" y="19900"/>
                      <a:pt x="43925" y="14584"/>
                    </a:cubicBezTo>
                    <a:cubicBezTo>
                      <a:pt x="41992" y="19041"/>
                      <a:pt x="40327" y="22532"/>
                      <a:pt x="38985" y="25002"/>
                    </a:cubicBezTo>
                    <a:lnTo>
                      <a:pt x="14444" y="7102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82" name="Freihandform: Form 481">
                <a:extLst>
                  <a:ext uri="{FF2B5EF4-FFF2-40B4-BE49-F238E27FC236}">
                    <a16:creationId xmlns:a16="http://schemas.microsoft.com/office/drawing/2014/main" id="{B3337970-6799-B83B-961E-76ED4C22C715}"/>
                  </a:ext>
                </a:extLst>
              </p:cNvPr>
              <p:cNvSpPr/>
              <p:nvPr/>
            </p:nvSpPr>
            <p:spPr>
              <a:xfrm>
                <a:off x="8260683" y="3176135"/>
                <a:ext cx="67607" cy="70829"/>
              </a:xfrm>
              <a:custGeom>
                <a:avLst/>
                <a:gdLst>
                  <a:gd name="connsiteX0" fmla="*/ 328 w 67607"/>
                  <a:gd name="connsiteY0" fmla="*/ 71022 h 70829"/>
                  <a:gd name="connsiteX1" fmla="*/ 15203 w 67607"/>
                  <a:gd name="connsiteY1" fmla="*/ 193 h 70829"/>
                  <a:gd name="connsiteX2" fmla="*/ 44899 w 67607"/>
                  <a:gd name="connsiteY2" fmla="*/ 193 h 70829"/>
                  <a:gd name="connsiteX3" fmla="*/ 58270 w 67607"/>
                  <a:gd name="connsiteY3" fmla="*/ 1643 h 70829"/>
                  <a:gd name="connsiteX4" fmla="*/ 65358 w 67607"/>
                  <a:gd name="connsiteY4" fmla="*/ 7174 h 70829"/>
                  <a:gd name="connsiteX5" fmla="*/ 67936 w 67607"/>
                  <a:gd name="connsiteY5" fmla="*/ 17430 h 70829"/>
                  <a:gd name="connsiteX6" fmla="*/ 62297 w 67607"/>
                  <a:gd name="connsiteY6" fmla="*/ 31768 h 70829"/>
                  <a:gd name="connsiteX7" fmla="*/ 44039 w 67607"/>
                  <a:gd name="connsiteY7" fmla="*/ 39178 h 70829"/>
                  <a:gd name="connsiteX8" fmla="*/ 49893 w 67607"/>
                  <a:gd name="connsiteY8" fmla="*/ 44763 h 70829"/>
                  <a:gd name="connsiteX9" fmla="*/ 57035 w 67607"/>
                  <a:gd name="connsiteY9" fmla="*/ 57705 h 70829"/>
                  <a:gd name="connsiteX10" fmla="*/ 62458 w 67607"/>
                  <a:gd name="connsiteY10" fmla="*/ 71022 h 70829"/>
                  <a:gd name="connsiteX11" fmla="*/ 51880 w 67607"/>
                  <a:gd name="connsiteY11" fmla="*/ 71022 h 70829"/>
                  <a:gd name="connsiteX12" fmla="*/ 46778 w 67607"/>
                  <a:gd name="connsiteY12" fmla="*/ 57812 h 70829"/>
                  <a:gd name="connsiteX13" fmla="*/ 40495 w 67607"/>
                  <a:gd name="connsiteY13" fmla="*/ 45461 h 70829"/>
                  <a:gd name="connsiteX14" fmla="*/ 35555 w 67607"/>
                  <a:gd name="connsiteY14" fmla="*/ 40682 h 70829"/>
                  <a:gd name="connsiteX15" fmla="*/ 27393 w 67607"/>
                  <a:gd name="connsiteY15" fmla="*/ 39554 h 70829"/>
                  <a:gd name="connsiteX16" fmla="*/ 16384 w 67607"/>
                  <a:gd name="connsiteY16" fmla="*/ 39554 h 70829"/>
                  <a:gd name="connsiteX17" fmla="*/ 9833 w 67607"/>
                  <a:gd name="connsiteY17" fmla="*/ 71022 h 70829"/>
                  <a:gd name="connsiteX18" fmla="*/ 328 w 67607"/>
                  <a:gd name="connsiteY18" fmla="*/ 71022 h 70829"/>
                  <a:gd name="connsiteX19" fmla="*/ 17995 w 67607"/>
                  <a:gd name="connsiteY19" fmla="*/ 31875 h 70829"/>
                  <a:gd name="connsiteX20" fmla="*/ 31098 w 67607"/>
                  <a:gd name="connsiteY20" fmla="*/ 31875 h 70829"/>
                  <a:gd name="connsiteX21" fmla="*/ 42912 w 67607"/>
                  <a:gd name="connsiteY21" fmla="*/ 31661 h 70829"/>
                  <a:gd name="connsiteX22" fmla="*/ 51718 w 67607"/>
                  <a:gd name="connsiteY22" fmla="*/ 29244 h 70829"/>
                  <a:gd name="connsiteX23" fmla="*/ 57035 w 67607"/>
                  <a:gd name="connsiteY23" fmla="*/ 24143 h 70829"/>
                  <a:gd name="connsiteX24" fmla="*/ 58914 w 67607"/>
                  <a:gd name="connsiteY24" fmla="*/ 17269 h 70829"/>
                  <a:gd name="connsiteX25" fmla="*/ 57518 w 67607"/>
                  <a:gd name="connsiteY25" fmla="*/ 11899 h 70829"/>
                  <a:gd name="connsiteX26" fmla="*/ 53866 w 67607"/>
                  <a:gd name="connsiteY26" fmla="*/ 8785 h 70829"/>
                  <a:gd name="connsiteX27" fmla="*/ 46134 w 67607"/>
                  <a:gd name="connsiteY27" fmla="*/ 7979 h 70829"/>
                  <a:gd name="connsiteX28" fmla="*/ 22989 w 67607"/>
                  <a:gd name="connsiteY28" fmla="*/ 7979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7607" h="70829">
                    <a:moveTo>
                      <a:pt x="328" y="71022"/>
                    </a:moveTo>
                    <a:lnTo>
                      <a:pt x="15203" y="193"/>
                    </a:lnTo>
                    <a:lnTo>
                      <a:pt x="44899" y="193"/>
                    </a:lnTo>
                    <a:cubicBezTo>
                      <a:pt x="50752" y="193"/>
                      <a:pt x="55209" y="676"/>
                      <a:pt x="58270" y="1643"/>
                    </a:cubicBezTo>
                    <a:cubicBezTo>
                      <a:pt x="61277" y="2609"/>
                      <a:pt x="63640" y="4489"/>
                      <a:pt x="65358" y="7174"/>
                    </a:cubicBezTo>
                    <a:cubicBezTo>
                      <a:pt x="67076" y="9912"/>
                      <a:pt x="67936" y="13295"/>
                      <a:pt x="67936" y="17430"/>
                    </a:cubicBezTo>
                    <a:cubicBezTo>
                      <a:pt x="67936" y="23176"/>
                      <a:pt x="66056" y="27955"/>
                      <a:pt x="62297" y="31768"/>
                    </a:cubicBezTo>
                    <a:cubicBezTo>
                      <a:pt x="58538" y="35581"/>
                      <a:pt x="52470" y="38051"/>
                      <a:pt x="44039" y="39178"/>
                    </a:cubicBezTo>
                    <a:cubicBezTo>
                      <a:pt x="46617" y="41058"/>
                      <a:pt x="48550" y="42937"/>
                      <a:pt x="49893" y="44763"/>
                    </a:cubicBezTo>
                    <a:cubicBezTo>
                      <a:pt x="52846" y="48952"/>
                      <a:pt x="55209" y="53248"/>
                      <a:pt x="57035" y="57705"/>
                    </a:cubicBezTo>
                    <a:lnTo>
                      <a:pt x="62458" y="71022"/>
                    </a:lnTo>
                    <a:lnTo>
                      <a:pt x="51880" y="71022"/>
                    </a:lnTo>
                    <a:lnTo>
                      <a:pt x="46778" y="57812"/>
                    </a:lnTo>
                    <a:cubicBezTo>
                      <a:pt x="44952" y="53086"/>
                      <a:pt x="42858" y="48952"/>
                      <a:pt x="40495" y="45461"/>
                    </a:cubicBezTo>
                    <a:cubicBezTo>
                      <a:pt x="38884" y="43045"/>
                      <a:pt x="37273" y="41434"/>
                      <a:pt x="35555" y="40682"/>
                    </a:cubicBezTo>
                    <a:cubicBezTo>
                      <a:pt x="33890" y="39930"/>
                      <a:pt x="31205" y="39554"/>
                      <a:pt x="27393" y="39554"/>
                    </a:cubicBezTo>
                    <a:lnTo>
                      <a:pt x="16384" y="39554"/>
                    </a:lnTo>
                    <a:lnTo>
                      <a:pt x="9833" y="71022"/>
                    </a:lnTo>
                    <a:lnTo>
                      <a:pt x="328" y="71022"/>
                    </a:lnTo>
                    <a:moveTo>
                      <a:pt x="17995" y="31875"/>
                    </a:moveTo>
                    <a:lnTo>
                      <a:pt x="31098" y="31875"/>
                    </a:lnTo>
                    <a:cubicBezTo>
                      <a:pt x="37166" y="31875"/>
                      <a:pt x="41086" y="31822"/>
                      <a:pt x="42912" y="31661"/>
                    </a:cubicBezTo>
                    <a:cubicBezTo>
                      <a:pt x="46510" y="31285"/>
                      <a:pt x="49409" y="30479"/>
                      <a:pt x="51718" y="29244"/>
                    </a:cubicBezTo>
                    <a:cubicBezTo>
                      <a:pt x="54028" y="27955"/>
                      <a:pt x="55800" y="26291"/>
                      <a:pt x="57035" y="24143"/>
                    </a:cubicBezTo>
                    <a:cubicBezTo>
                      <a:pt x="58270" y="21995"/>
                      <a:pt x="58914" y="19739"/>
                      <a:pt x="58914" y="17269"/>
                    </a:cubicBezTo>
                    <a:cubicBezTo>
                      <a:pt x="58914" y="15229"/>
                      <a:pt x="58431" y="13403"/>
                      <a:pt x="57518" y="11899"/>
                    </a:cubicBezTo>
                    <a:cubicBezTo>
                      <a:pt x="56605" y="10342"/>
                      <a:pt x="55370" y="9322"/>
                      <a:pt x="53866" y="8785"/>
                    </a:cubicBezTo>
                    <a:cubicBezTo>
                      <a:pt x="52309" y="8248"/>
                      <a:pt x="49732" y="7979"/>
                      <a:pt x="46134" y="7979"/>
                    </a:cubicBezTo>
                    <a:lnTo>
                      <a:pt x="22989" y="797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83" name="Freihandform: Form 482">
                <a:extLst>
                  <a:ext uri="{FF2B5EF4-FFF2-40B4-BE49-F238E27FC236}">
                    <a16:creationId xmlns:a16="http://schemas.microsoft.com/office/drawing/2014/main" id="{8384CF01-A7A7-B07A-8F06-611F60BF964E}"/>
                  </a:ext>
                </a:extLst>
              </p:cNvPr>
              <p:cNvSpPr/>
              <p:nvPr/>
            </p:nvSpPr>
            <p:spPr>
              <a:xfrm>
                <a:off x="8339900" y="3176135"/>
                <a:ext cx="92738" cy="70829"/>
              </a:xfrm>
              <a:custGeom>
                <a:avLst/>
                <a:gdLst>
                  <a:gd name="connsiteX0" fmla="*/ 4683 w 92738"/>
                  <a:gd name="connsiteY0" fmla="*/ 71022 h 70829"/>
                  <a:gd name="connsiteX1" fmla="*/ 333 w 92738"/>
                  <a:gd name="connsiteY1" fmla="*/ 193 h 70829"/>
                  <a:gd name="connsiteX2" fmla="*/ 9946 w 92738"/>
                  <a:gd name="connsiteY2" fmla="*/ 193 h 70829"/>
                  <a:gd name="connsiteX3" fmla="*/ 11610 w 92738"/>
                  <a:gd name="connsiteY3" fmla="*/ 35205 h 70829"/>
                  <a:gd name="connsiteX4" fmla="*/ 12094 w 92738"/>
                  <a:gd name="connsiteY4" fmla="*/ 48844 h 70829"/>
                  <a:gd name="connsiteX5" fmla="*/ 12201 w 92738"/>
                  <a:gd name="connsiteY5" fmla="*/ 53194 h 70829"/>
                  <a:gd name="connsiteX6" fmla="*/ 12147 w 92738"/>
                  <a:gd name="connsiteY6" fmla="*/ 57973 h 70829"/>
                  <a:gd name="connsiteX7" fmla="*/ 20632 w 92738"/>
                  <a:gd name="connsiteY7" fmla="*/ 40950 h 70829"/>
                  <a:gd name="connsiteX8" fmla="*/ 42219 w 92738"/>
                  <a:gd name="connsiteY8" fmla="*/ 193 h 70829"/>
                  <a:gd name="connsiteX9" fmla="*/ 51992 w 92738"/>
                  <a:gd name="connsiteY9" fmla="*/ 193 h 70829"/>
                  <a:gd name="connsiteX10" fmla="*/ 54355 w 92738"/>
                  <a:gd name="connsiteY10" fmla="*/ 41595 h 70829"/>
                  <a:gd name="connsiteX11" fmla="*/ 54892 w 92738"/>
                  <a:gd name="connsiteY11" fmla="*/ 58725 h 70829"/>
                  <a:gd name="connsiteX12" fmla="*/ 57953 w 92738"/>
                  <a:gd name="connsiteY12" fmla="*/ 51368 h 70829"/>
                  <a:gd name="connsiteX13" fmla="*/ 63162 w 92738"/>
                  <a:gd name="connsiteY13" fmla="*/ 40091 h 70829"/>
                  <a:gd name="connsiteX14" fmla="*/ 83406 w 92738"/>
                  <a:gd name="connsiteY14" fmla="*/ 193 h 70829"/>
                  <a:gd name="connsiteX15" fmla="*/ 93072 w 92738"/>
                  <a:gd name="connsiteY15" fmla="*/ 193 h 70829"/>
                  <a:gd name="connsiteX16" fmla="*/ 56986 w 92738"/>
                  <a:gd name="connsiteY16" fmla="*/ 71022 h 70829"/>
                  <a:gd name="connsiteX17" fmla="*/ 46837 w 92738"/>
                  <a:gd name="connsiteY17" fmla="*/ 71022 h 70829"/>
                  <a:gd name="connsiteX18" fmla="*/ 44474 w 92738"/>
                  <a:gd name="connsiteY18" fmla="*/ 28116 h 70829"/>
                  <a:gd name="connsiteX19" fmla="*/ 43937 w 92738"/>
                  <a:gd name="connsiteY19" fmla="*/ 14584 h 70829"/>
                  <a:gd name="connsiteX20" fmla="*/ 38997 w 92738"/>
                  <a:gd name="connsiteY20" fmla="*/ 25002 h 70829"/>
                  <a:gd name="connsiteX21" fmla="*/ 14456 w 92738"/>
                  <a:gd name="connsiteY21" fmla="*/ 71022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738" h="70829">
                    <a:moveTo>
                      <a:pt x="4683" y="71022"/>
                    </a:moveTo>
                    <a:lnTo>
                      <a:pt x="333" y="193"/>
                    </a:lnTo>
                    <a:lnTo>
                      <a:pt x="9946" y="193"/>
                    </a:lnTo>
                    <a:lnTo>
                      <a:pt x="11610" y="35205"/>
                    </a:lnTo>
                    <a:cubicBezTo>
                      <a:pt x="11718" y="36869"/>
                      <a:pt x="11879" y="41434"/>
                      <a:pt x="12094" y="48844"/>
                    </a:cubicBezTo>
                    <a:cubicBezTo>
                      <a:pt x="12147" y="50885"/>
                      <a:pt x="12201" y="52335"/>
                      <a:pt x="12201" y="53194"/>
                    </a:cubicBezTo>
                    <a:cubicBezTo>
                      <a:pt x="12201" y="53731"/>
                      <a:pt x="12201" y="55342"/>
                      <a:pt x="12147" y="57973"/>
                    </a:cubicBezTo>
                    <a:cubicBezTo>
                      <a:pt x="16067" y="49918"/>
                      <a:pt x="18913" y="44226"/>
                      <a:pt x="20632" y="40950"/>
                    </a:cubicBezTo>
                    <a:lnTo>
                      <a:pt x="42219" y="193"/>
                    </a:lnTo>
                    <a:lnTo>
                      <a:pt x="51992" y="193"/>
                    </a:lnTo>
                    <a:lnTo>
                      <a:pt x="54355" y="41595"/>
                    </a:lnTo>
                    <a:cubicBezTo>
                      <a:pt x="54570" y="46320"/>
                      <a:pt x="54785" y="52013"/>
                      <a:pt x="54892" y="58725"/>
                    </a:cubicBezTo>
                    <a:cubicBezTo>
                      <a:pt x="55429" y="57060"/>
                      <a:pt x="56503" y="54590"/>
                      <a:pt x="57953" y="51368"/>
                    </a:cubicBezTo>
                    <a:cubicBezTo>
                      <a:pt x="60316" y="46106"/>
                      <a:pt x="62034" y="42347"/>
                      <a:pt x="63162" y="40091"/>
                    </a:cubicBezTo>
                    <a:lnTo>
                      <a:pt x="83406" y="193"/>
                    </a:lnTo>
                    <a:lnTo>
                      <a:pt x="93072" y="193"/>
                    </a:lnTo>
                    <a:lnTo>
                      <a:pt x="56986" y="71022"/>
                    </a:lnTo>
                    <a:lnTo>
                      <a:pt x="46837" y="71022"/>
                    </a:lnTo>
                    <a:lnTo>
                      <a:pt x="44474" y="28116"/>
                    </a:lnTo>
                    <a:cubicBezTo>
                      <a:pt x="44259" y="24411"/>
                      <a:pt x="44098" y="19900"/>
                      <a:pt x="43937" y="14584"/>
                    </a:cubicBezTo>
                    <a:cubicBezTo>
                      <a:pt x="42004" y="19041"/>
                      <a:pt x="40339" y="22532"/>
                      <a:pt x="38997" y="25002"/>
                    </a:cubicBezTo>
                    <a:lnTo>
                      <a:pt x="14456" y="71022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84" name="Freihandform: Form 483">
                <a:extLst>
                  <a:ext uri="{FF2B5EF4-FFF2-40B4-BE49-F238E27FC236}">
                    <a16:creationId xmlns:a16="http://schemas.microsoft.com/office/drawing/2014/main" id="{233E15E4-ECC8-009A-FE00-33C5D8A265F0}"/>
                  </a:ext>
                </a:extLst>
              </p:cNvPr>
              <p:cNvSpPr/>
              <p:nvPr/>
            </p:nvSpPr>
            <p:spPr>
              <a:xfrm>
                <a:off x="8426774" y="3175812"/>
                <a:ext cx="49833" cy="71151"/>
              </a:xfrm>
              <a:custGeom>
                <a:avLst/>
                <a:gdLst>
                  <a:gd name="connsiteX0" fmla="*/ 340 w 49833"/>
                  <a:gd name="connsiteY0" fmla="*/ 71344 h 71151"/>
                  <a:gd name="connsiteX1" fmla="*/ 4099 w 49833"/>
                  <a:gd name="connsiteY1" fmla="*/ 60712 h 71151"/>
                  <a:gd name="connsiteX2" fmla="*/ 10436 w 49833"/>
                  <a:gd name="connsiteY2" fmla="*/ 52603 h 71151"/>
                  <a:gd name="connsiteX3" fmla="*/ 25686 w 49833"/>
                  <a:gd name="connsiteY3" fmla="*/ 39715 h 71151"/>
                  <a:gd name="connsiteX4" fmla="*/ 35084 w 49833"/>
                  <a:gd name="connsiteY4" fmla="*/ 31661 h 71151"/>
                  <a:gd name="connsiteX5" fmla="*/ 40346 w 49833"/>
                  <a:gd name="connsiteY5" fmla="*/ 24250 h 71151"/>
                  <a:gd name="connsiteX6" fmla="*/ 41474 w 49833"/>
                  <a:gd name="connsiteY6" fmla="*/ 18934 h 71151"/>
                  <a:gd name="connsiteX7" fmla="*/ 38037 w 49833"/>
                  <a:gd name="connsiteY7" fmla="*/ 10610 h 71151"/>
                  <a:gd name="connsiteX8" fmla="*/ 29553 w 49833"/>
                  <a:gd name="connsiteY8" fmla="*/ 7227 h 71151"/>
                  <a:gd name="connsiteX9" fmla="*/ 20853 w 49833"/>
                  <a:gd name="connsiteY9" fmla="*/ 10664 h 71151"/>
                  <a:gd name="connsiteX10" fmla="*/ 15537 w 49833"/>
                  <a:gd name="connsiteY10" fmla="*/ 21780 h 71151"/>
                  <a:gd name="connsiteX11" fmla="*/ 6945 w 49833"/>
                  <a:gd name="connsiteY11" fmla="*/ 20491 h 71151"/>
                  <a:gd name="connsiteX12" fmla="*/ 14302 w 49833"/>
                  <a:gd name="connsiteY12" fmla="*/ 5616 h 71151"/>
                  <a:gd name="connsiteX13" fmla="*/ 29392 w 49833"/>
                  <a:gd name="connsiteY13" fmla="*/ 193 h 71151"/>
                  <a:gd name="connsiteX14" fmla="*/ 40346 w 49833"/>
                  <a:gd name="connsiteY14" fmla="*/ 2717 h 71151"/>
                  <a:gd name="connsiteX15" fmla="*/ 47703 w 49833"/>
                  <a:gd name="connsiteY15" fmla="*/ 9751 h 71151"/>
                  <a:gd name="connsiteX16" fmla="*/ 50173 w 49833"/>
                  <a:gd name="connsiteY16" fmla="*/ 19149 h 71151"/>
                  <a:gd name="connsiteX17" fmla="*/ 45125 w 49833"/>
                  <a:gd name="connsiteY17" fmla="*/ 32735 h 71151"/>
                  <a:gd name="connsiteX18" fmla="*/ 26975 w 49833"/>
                  <a:gd name="connsiteY18" fmla="*/ 48737 h 71151"/>
                  <a:gd name="connsiteX19" fmla="*/ 17309 w 49833"/>
                  <a:gd name="connsiteY19" fmla="*/ 57114 h 71151"/>
                  <a:gd name="connsiteX20" fmla="*/ 12584 w 49833"/>
                  <a:gd name="connsiteY20" fmla="*/ 63343 h 71151"/>
                  <a:gd name="connsiteX21" fmla="*/ 44266 w 49833"/>
                  <a:gd name="connsiteY21" fmla="*/ 63343 h 71151"/>
                  <a:gd name="connsiteX22" fmla="*/ 42602 w 49833"/>
                  <a:gd name="connsiteY22" fmla="*/ 71344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9833" h="71151">
                    <a:moveTo>
                      <a:pt x="340" y="71344"/>
                    </a:moveTo>
                    <a:cubicBezTo>
                      <a:pt x="1253" y="67102"/>
                      <a:pt x="2488" y="63612"/>
                      <a:pt x="4099" y="60712"/>
                    </a:cubicBezTo>
                    <a:cubicBezTo>
                      <a:pt x="5656" y="57866"/>
                      <a:pt x="7804" y="55181"/>
                      <a:pt x="10436" y="52603"/>
                    </a:cubicBezTo>
                    <a:cubicBezTo>
                      <a:pt x="13067" y="50079"/>
                      <a:pt x="18168" y="45783"/>
                      <a:pt x="25686" y="39715"/>
                    </a:cubicBezTo>
                    <a:cubicBezTo>
                      <a:pt x="30304" y="36118"/>
                      <a:pt x="33419" y="33433"/>
                      <a:pt x="35084" y="31661"/>
                    </a:cubicBezTo>
                    <a:cubicBezTo>
                      <a:pt x="37500" y="29137"/>
                      <a:pt x="39272" y="26667"/>
                      <a:pt x="40346" y="24250"/>
                    </a:cubicBezTo>
                    <a:cubicBezTo>
                      <a:pt x="41098" y="22639"/>
                      <a:pt x="41474" y="20867"/>
                      <a:pt x="41474" y="18934"/>
                    </a:cubicBezTo>
                    <a:cubicBezTo>
                      <a:pt x="41474" y="15658"/>
                      <a:pt x="40292" y="12866"/>
                      <a:pt x="38037" y="10610"/>
                    </a:cubicBezTo>
                    <a:cubicBezTo>
                      <a:pt x="35728" y="8355"/>
                      <a:pt x="32882" y="7227"/>
                      <a:pt x="29553" y="7227"/>
                    </a:cubicBezTo>
                    <a:cubicBezTo>
                      <a:pt x="26223" y="7227"/>
                      <a:pt x="23324" y="8355"/>
                      <a:pt x="20853" y="10664"/>
                    </a:cubicBezTo>
                    <a:cubicBezTo>
                      <a:pt x="18330" y="12973"/>
                      <a:pt x="16557" y="16678"/>
                      <a:pt x="15537" y="21780"/>
                    </a:cubicBezTo>
                    <a:lnTo>
                      <a:pt x="6945" y="20491"/>
                    </a:lnTo>
                    <a:cubicBezTo>
                      <a:pt x="7804" y="14208"/>
                      <a:pt x="10221" y="9268"/>
                      <a:pt x="14302" y="5616"/>
                    </a:cubicBezTo>
                    <a:cubicBezTo>
                      <a:pt x="18330" y="2019"/>
                      <a:pt x="23377" y="193"/>
                      <a:pt x="29392" y="193"/>
                    </a:cubicBezTo>
                    <a:cubicBezTo>
                      <a:pt x="33419" y="193"/>
                      <a:pt x="37071" y="1052"/>
                      <a:pt x="40346" y="2717"/>
                    </a:cubicBezTo>
                    <a:cubicBezTo>
                      <a:pt x="43622" y="4381"/>
                      <a:pt x="46038" y="6744"/>
                      <a:pt x="47703" y="9751"/>
                    </a:cubicBezTo>
                    <a:cubicBezTo>
                      <a:pt x="49368" y="12812"/>
                      <a:pt x="50173" y="15927"/>
                      <a:pt x="50173" y="19149"/>
                    </a:cubicBezTo>
                    <a:cubicBezTo>
                      <a:pt x="50173" y="23874"/>
                      <a:pt x="48508" y="28385"/>
                      <a:pt x="45125" y="32735"/>
                    </a:cubicBezTo>
                    <a:cubicBezTo>
                      <a:pt x="43085" y="35420"/>
                      <a:pt x="37017" y="40789"/>
                      <a:pt x="26975" y="48737"/>
                    </a:cubicBezTo>
                    <a:cubicBezTo>
                      <a:pt x="22625" y="52120"/>
                      <a:pt x="19457" y="54966"/>
                      <a:pt x="17309" y="57114"/>
                    </a:cubicBezTo>
                    <a:cubicBezTo>
                      <a:pt x="15215" y="59316"/>
                      <a:pt x="13604" y="61410"/>
                      <a:pt x="12584" y="63343"/>
                    </a:cubicBezTo>
                    <a:lnTo>
                      <a:pt x="44266" y="63343"/>
                    </a:lnTo>
                    <a:lnTo>
                      <a:pt x="42602" y="7134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85" name="Freihandform: Form 484">
                <a:extLst>
                  <a:ext uri="{FF2B5EF4-FFF2-40B4-BE49-F238E27FC236}">
                    <a16:creationId xmlns:a16="http://schemas.microsoft.com/office/drawing/2014/main" id="{EF634B12-37AC-2521-30F4-91AA2F267EA0}"/>
                  </a:ext>
                </a:extLst>
              </p:cNvPr>
              <p:cNvSpPr/>
              <p:nvPr/>
            </p:nvSpPr>
            <p:spPr>
              <a:xfrm>
                <a:off x="8480528" y="3176135"/>
                <a:ext cx="49188" cy="70829"/>
              </a:xfrm>
              <a:custGeom>
                <a:avLst/>
                <a:gdLst>
                  <a:gd name="connsiteX0" fmla="*/ 25422 w 49188"/>
                  <a:gd name="connsiteY0" fmla="*/ 71022 h 70829"/>
                  <a:gd name="connsiteX1" fmla="*/ 29234 w 49188"/>
                  <a:gd name="connsiteY1" fmla="*/ 52925 h 70829"/>
                  <a:gd name="connsiteX2" fmla="*/ 344 w 49188"/>
                  <a:gd name="connsiteY2" fmla="*/ 52925 h 70829"/>
                  <a:gd name="connsiteX3" fmla="*/ 2170 w 49188"/>
                  <a:gd name="connsiteY3" fmla="*/ 44280 h 70829"/>
                  <a:gd name="connsiteX4" fmla="*/ 41854 w 49188"/>
                  <a:gd name="connsiteY4" fmla="*/ 193 h 70829"/>
                  <a:gd name="connsiteX5" fmla="*/ 48996 w 49188"/>
                  <a:gd name="connsiteY5" fmla="*/ 193 h 70829"/>
                  <a:gd name="connsiteX6" fmla="*/ 39545 w 49188"/>
                  <a:gd name="connsiteY6" fmla="*/ 45193 h 70829"/>
                  <a:gd name="connsiteX7" fmla="*/ 49533 w 49188"/>
                  <a:gd name="connsiteY7" fmla="*/ 45193 h 70829"/>
                  <a:gd name="connsiteX8" fmla="*/ 47922 w 49188"/>
                  <a:gd name="connsiteY8" fmla="*/ 52925 h 70829"/>
                  <a:gd name="connsiteX9" fmla="*/ 37987 w 49188"/>
                  <a:gd name="connsiteY9" fmla="*/ 52925 h 70829"/>
                  <a:gd name="connsiteX10" fmla="*/ 34175 w 49188"/>
                  <a:gd name="connsiteY10" fmla="*/ 71022 h 70829"/>
                  <a:gd name="connsiteX11" fmla="*/ 25422 w 49188"/>
                  <a:gd name="connsiteY11" fmla="*/ 71022 h 70829"/>
                  <a:gd name="connsiteX12" fmla="*/ 30845 w 49188"/>
                  <a:gd name="connsiteY12" fmla="*/ 45193 h 70829"/>
                  <a:gd name="connsiteX13" fmla="*/ 37021 w 49188"/>
                  <a:gd name="connsiteY13" fmla="*/ 15658 h 70829"/>
                  <a:gd name="connsiteX14" fmla="*/ 10601 w 49188"/>
                  <a:gd name="connsiteY14" fmla="*/ 4519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22" y="71022"/>
                    </a:moveTo>
                    <a:lnTo>
                      <a:pt x="29234" y="52925"/>
                    </a:lnTo>
                    <a:lnTo>
                      <a:pt x="344" y="52925"/>
                    </a:lnTo>
                    <a:lnTo>
                      <a:pt x="2170" y="44280"/>
                    </a:lnTo>
                    <a:lnTo>
                      <a:pt x="41854" y="193"/>
                    </a:lnTo>
                    <a:lnTo>
                      <a:pt x="48996" y="193"/>
                    </a:lnTo>
                    <a:lnTo>
                      <a:pt x="39545" y="45193"/>
                    </a:lnTo>
                    <a:lnTo>
                      <a:pt x="49533" y="45193"/>
                    </a:lnTo>
                    <a:lnTo>
                      <a:pt x="47922" y="52925"/>
                    </a:lnTo>
                    <a:lnTo>
                      <a:pt x="37987" y="52925"/>
                    </a:lnTo>
                    <a:lnTo>
                      <a:pt x="34175" y="71022"/>
                    </a:lnTo>
                    <a:lnTo>
                      <a:pt x="25422" y="71022"/>
                    </a:lnTo>
                    <a:moveTo>
                      <a:pt x="30845" y="45193"/>
                    </a:moveTo>
                    <a:lnTo>
                      <a:pt x="37021" y="15658"/>
                    </a:lnTo>
                    <a:lnTo>
                      <a:pt x="10601" y="4519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86" name="Freihandform: Form 485">
                <a:extLst>
                  <a:ext uri="{FF2B5EF4-FFF2-40B4-BE49-F238E27FC236}">
                    <a16:creationId xmlns:a16="http://schemas.microsoft.com/office/drawing/2014/main" id="{FF8C8CB3-C3B2-E14A-D1D0-774AC4CFFBA2}"/>
                  </a:ext>
                </a:extLst>
              </p:cNvPr>
              <p:cNvSpPr/>
              <p:nvPr/>
            </p:nvSpPr>
            <p:spPr>
              <a:xfrm>
                <a:off x="8538471" y="3175812"/>
                <a:ext cx="48436" cy="72386"/>
              </a:xfrm>
              <a:custGeom>
                <a:avLst/>
                <a:gdLst>
                  <a:gd name="connsiteX0" fmla="*/ 15277 w 48436"/>
                  <a:gd name="connsiteY0" fmla="*/ 32412 h 72386"/>
                  <a:gd name="connsiteX1" fmla="*/ 9316 w 48436"/>
                  <a:gd name="connsiteY1" fmla="*/ 26828 h 72386"/>
                  <a:gd name="connsiteX2" fmla="*/ 7329 w 48436"/>
                  <a:gd name="connsiteY2" fmla="*/ 19471 h 72386"/>
                  <a:gd name="connsiteX3" fmla="*/ 12001 w 48436"/>
                  <a:gd name="connsiteY3" fmla="*/ 7603 h 72386"/>
                  <a:gd name="connsiteX4" fmla="*/ 28755 w 48436"/>
                  <a:gd name="connsiteY4" fmla="*/ 193 h 72386"/>
                  <a:gd name="connsiteX5" fmla="*/ 43415 w 48436"/>
                  <a:gd name="connsiteY5" fmla="*/ 5187 h 72386"/>
                  <a:gd name="connsiteX6" fmla="*/ 48785 w 48436"/>
                  <a:gd name="connsiteY6" fmla="*/ 17484 h 72386"/>
                  <a:gd name="connsiteX7" fmla="*/ 45885 w 48436"/>
                  <a:gd name="connsiteY7" fmla="*/ 26774 h 72386"/>
                  <a:gd name="connsiteX8" fmla="*/ 36810 w 48436"/>
                  <a:gd name="connsiteY8" fmla="*/ 33433 h 72386"/>
                  <a:gd name="connsiteX9" fmla="*/ 42932 w 48436"/>
                  <a:gd name="connsiteY9" fmla="*/ 39071 h 72386"/>
                  <a:gd name="connsiteX10" fmla="*/ 45294 w 48436"/>
                  <a:gd name="connsiteY10" fmla="*/ 48200 h 72386"/>
                  <a:gd name="connsiteX11" fmla="*/ 38528 w 48436"/>
                  <a:gd name="connsiteY11" fmla="*/ 65169 h 72386"/>
                  <a:gd name="connsiteX12" fmla="*/ 20593 w 48436"/>
                  <a:gd name="connsiteY12" fmla="*/ 72579 h 72386"/>
                  <a:gd name="connsiteX13" fmla="*/ 5987 w 48436"/>
                  <a:gd name="connsiteY13" fmla="*/ 67102 h 72386"/>
                  <a:gd name="connsiteX14" fmla="*/ 348 w 48436"/>
                  <a:gd name="connsiteY14" fmla="*/ 53301 h 72386"/>
                  <a:gd name="connsiteX15" fmla="*/ 4322 w 48436"/>
                  <a:gd name="connsiteY15" fmla="*/ 39930 h 72386"/>
                  <a:gd name="connsiteX16" fmla="*/ 15277 w 48436"/>
                  <a:gd name="connsiteY16" fmla="*/ 32412 h 72386"/>
                  <a:gd name="connsiteX17" fmla="*/ 15921 w 48436"/>
                  <a:gd name="connsiteY17" fmla="*/ 19900 h 72386"/>
                  <a:gd name="connsiteX18" fmla="*/ 18875 w 48436"/>
                  <a:gd name="connsiteY18" fmla="*/ 27203 h 72386"/>
                  <a:gd name="connsiteX19" fmla="*/ 26929 w 48436"/>
                  <a:gd name="connsiteY19" fmla="*/ 29996 h 72386"/>
                  <a:gd name="connsiteX20" fmla="*/ 36649 w 48436"/>
                  <a:gd name="connsiteY20" fmla="*/ 26344 h 72386"/>
                  <a:gd name="connsiteX21" fmla="*/ 40408 w 48436"/>
                  <a:gd name="connsiteY21" fmla="*/ 17377 h 72386"/>
                  <a:gd name="connsiteX22" fmla="*/ 37454 w 48436"/>
                  <a:gd name="connsiteY22" fmla="*/ 10020 h 72386"/>
                  <a:gd name="connsiteX23" fmla="*/ 29400 w 48436"/>
                  <a:gd name="connsiteY23" fmla="*/ 7227 h 72386"/>
                  <a:gd name="connsiteX24" fmla="*/ 22311 w 48436"/>
                  <a:gd name="connsiteY24" fmla="*/ 8999 h 72386"/>
                  <a:gd name="connsiteX25" fmla="*/ 17532 w 48436"/>
                  <a:gd name="connsiteY25" fmla="*/ 13832 h 72386"/>
                  <a:gd name="connsiteX26" fmla="*/ 15921 w 48436"/>
                  <a:gd name="connsiteY26" fmla="*/ 19900 h 72386"/>
                  <a:gd name="connsiteX27" fmla="*/ 9101 w 48436"/>
                  <a:gd name="connsiteY27" fmla="*/ 54053 h 72386"/>
                  <a:gd name="connsiteX28" fmla="*/ 10551 w 48436"/>
                  <a:gd name="connsiteY28" fmla="*/ 59692 h 72386"/>
                  <a:gd name="connsiteX29" fmla="*/ 14901 w 48436"/>
                  <a:gd name="connsiteY29" fmla="*/ 63988 h 72386"/>
                  <a:gd name="connsiteX30" fmla="*/ 21506 w 48436"/>
                  <a:gd name="connsiteY30" fmla="*/ 65598 h 72386"/>
                  <a:gd name="connsiteX31" fmla="*/ 32997 w 48436"/>
                  <a:gd name="connsiteY31" fmla="*/ 58940 h 72386"/>
                  <a:gd name="connsiteX32" fmla="*/ 36488 w 48436"/>
                  <a:gd name="connsiteY32" fmla="*/ 47663 h 72386"/>
                  <a:gd name="connsiteX33" fmla="*/ 33266 w 48436"/>
                  <a:gd name="connsiteY33" fmla="*/ 39608 h 72386"/>
                  <a:gd name="connsiteX34" fmla="*/ 24835 w 48436"/>
                  <a:gd name="connsiteY34" fmla="*/ 36440 h 72386"/>
                  <a:gd name="connsiteX35" fmla="*/ 13719 w 48436"/>
                  <a:gd name="connsiteY35" fmla="*/ 41326 h 72386"/>
                  <a:gd name="connsiteX36" fmla="*/ 9101 w 48436"/>
                  <a:gd name="connsiteY36" fmla="*/ 54053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77" y="32412"/>
                    </a:moveTo>
                    <a:cubicBezTo>
                      <a:pt x="12645" y="30962"/>
                      <a:pt x="10658" y="29083"/>
                      <a:pt x="9316" y="26828"/>
                    </a:cubicBezTo>
                    <a:cubicBezTo>
                      <a:pt x="7974" y="24519"/>
                      <a:pt x="7329" y="22102"/>
                      <a:pt x="7329" y="19471"/>
                    </a:cubicBezTo>
                    <a:cubicBezTo>
                      <a:pt x="7329" y="15229"/>
                      <a:pt x="8886" y="11255"/>
                      <a:pt x="12001" y="7603"/>
                    </a:cubicBezTo>
                    <a:cubicBezTo>
                      <a:pt x="16082" y="2663"/>
                      <a:pt x="21721" y="193"/>
                      <a:pt x="28755" y="193"/>
                    </a:cubicBezTo>
                    <a:cubicBezTo>
                      <a:pt x="34984" y="193"/>
                      <a:pt x="39871" y="1857"/>
                      <a:pt x="43415" y="5187"/>
                    </a:cubicBezTo>
                    <a:cubicBezTo>
                      <a:pt x="47013" y="8516"/>
                      <a:pt x="48785" y="12597"/>
                      <a:pt x="48785" y="17484"/>
                    </a:cubicBezTo>
                    <a:cubicBezTo>
                      <a:pt x="48785" y="20921"/>
                      <a:pt x="47818" y="24035"/>
                      <a:pt x="45885" y="26774"/>
                    </a:cubicBezTo>
                    <a:cubicBezTo>
                      <a:pt x="43952" y="29566"/>
                      <a:pt x="40945" y="31768"/>
                      <a:pt x="36810" y="33433"/>
                    </a:cubicBezTo>
                    <a:cubicBezTo>
                      <a:pt x="39656" y="35205"/>
                      <a:pt x="41697" y="37084"/>
                      <a:pt x="42932" y="39071"/>
                    </a:cubicBezTo>
                    <a:cubicBezTo>
                      <a:pt x="44489" y="41649"/>
                      <a:pt x="45294" y="44709"/>
                      <a:pt x="45294" y="48200"/>
                    </a:cubicBezTo>
                    <a:cubicBezTo>
                      <a:pt x="45294" y="54536"/>
                      <a:pt x="43039" y="60175"/>
                      <a:pt x="38528" y="65169"/>
                    </a:cubicBezTo>
                    <a:cubicBezTo>
                      <a:pt x="34018" y="70109"/>
                      <a:pt x="28057" y="72579"/>
                      <a:pt x="20593" y="72579"/>
                    </a:cubicBezTo>
                    <a:cubicBezTo>
                      <a:pt x="14632" y="72579"/>
                      <a:pt x="9746" y="70754"/>
                      <a:pt x="5987" y="67102"/>
                    </a:cubicBezTo>
                    <a:cubicBezTo>
                      <a:pt x="2228" y="63397"/>
                      <a:pt x="348" y="58832"/>
                      <a:pt x="348" y="53301"/>
                    </a:cubicBezTo>
                    <a:cubicBezTo>
                      <a:pt x="348" y="48146"/>
                      <a:pt x="1691" y="43689"/>
                      <a:pt x="4322" y="39930"/>
                    </a:cubicBezTo>
                    <a:cubicBezTo>
                      <a:pt x="7007" y="36225"/>
                      <a:pt x="10658" y="33701"/>
                      <a:pt x="15277" y="32412"/>
                    </a:cubicBezTo>
                    <a:moveTo>
                      <a:pt x="15921" y="19900"/>
                    </a:moveTo>
                    <a:cubicBezTo>
                      <a:pt x="15921" y="22908"/>
                      <a:pt x="16941" y="25324"/>
                      <a:pt x="18875" y="27203"/>
                    </a:cubicBezTo>
                    <a:cubicBezTo>
                      <a:pt x="20808" y="29029"/>
                      <a:pt x="23493" y="29996"/>
                      <a:pt x="26929" y="29996"/>
                    </a:cubicBezTo>
                    <a:cubicBezTo>
                      <a:pt x="30903" y="29996"/>
                      <a:pt x="34179" y="28761"/>
                      <a:pt x="36649" y="26344"/>
                    </a:cubicBezTo>
                    <a:cubicBezTo>
                      <a:pt x="39173" y="23874"/>
                      <a:pt x="40408" y="20921"/>
                      <a:pt x="40408" y="17377"/>
                    </a:cubicBezTo>
                    <a:cubicBezTo>
                      <a:pt x="40408" y="14369"/>
                      <a:pt x="39441" y="11899"/>
                      <a:pt x="37454" y="10020"/>
                    </a:cubicBezTo>
                    <a:cubicBezTo>
                      <a:pt x="35521" y="8140"/>
                      <a:pt x="32836" y="7227"/>
                      <a:pt x="29400" y="7227"/>
                    </a:cubicBezTo>
                    <a:cubicBezTo>
                      <a:pt x="26822" y="7227"/>
                      <a:pt x="24459" y="7818"/>
                      <a:pt x="22311" y="8999"/>
                    </a:cubicBezTo>
                    <a:cubicBezTo>
                      <a:pt x="20163" y="10181"/>
                      <a:pt x="18552" y="11792"/>
                      <a:pt x="17532" y="13832"/>
                    </a:cubicBezTo>
                    <a:cubicBezTo>
                      <a:pt x="16458" y="15927"/>
                      <a:pt x="15921" y="17914"/>
                      <a:pt x="15921" y="19900"/>
                    </a:cubicBezTo>
                    <a:moveTo>
                      <a:pt x="9101" y="54053"/>
                    </a:moveTo>
                    <a:cubicBezTo>
                      <a:pt x="9101" y="55986"/>
                      <a:pt x="9585" y="57919"/>
                      <a:pt x="10551" y="59692"/>
                    </a:cubicBezTo>
                    <a:cubicBezTo>
                      <a:pt x="11518" y="61517"/>
                      <a:pt x="12968" y="62914"/>
                      <a:pt x="14901" y="63988"/>
                    </a:cubicBezTo>
                    <a:cubicBezTo>
                      <a:pt x="16834" y="65061"/>
                      <a:pt x="19036" y="65598"/>
                      <a:pt x="21506" y="65598"/>
                    </a:cubicBezTo>
                    <a:cubicBezTo>
                      <a:pt x="26231" y="65598"/>
                      <a:pt x="30044" y="63397"/>
                      <a:pt x="32997" y="58940"/>
                    </a:cubicBezTo>
                    <a:cubicBezTo>
                      <a:pt x="35306" y="55449"/>
                      <a:pt x="36488" y="51690"/>
                      <a:pt x="36488" y="47663"/>
                    </a:cubicBezTo>
                    <a:cubicBezTo>
                      <a:pt x="36488" y="44387"/>
                      <a:pt x="35414" y="41702"/>
                      <a:pt x="33266" y="39608"/>
                    </a:cubicBezTo>
                    <a:cubicBezTo>
                      <a:pt x="31118" y="37514"/>
                      <a:pt x="28326" y="36440"/>
                      <a:pt x="24835" y="36440"/>
                    </a:cubicBezTo>
                    <a:cubicBezTo>
                      <a:pt x="20432" y="36440"/>
                      <a:pt x="16727" y="38104"/>
                      <a:pt x="13719" y="41326"/>
                    </a:cubicBezTo>
                    <a:cubicBezTo>
                      <a:pt x="10658" y="44602"/>
                      <a:pt x="9101" y="48844"/>
                      <a:pt x="9101" y="540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87" name="Freihandform: Form 486">
                <a:extLst>
                  <a:ext uri="{FF2B5EF4-FFF2-40B4-BE49-F238E27FC236}">
                    <a16:creationId xmlns:a16="http://schemas.microsoft.com/office/drawing/2014/main" id="{9267E1F3-83DD-2DBC-B1BE-61ACCF4D68E7}"/>
                  </a:ext>
                </a:extLst>
              </p:cNvPr>
              <p:cNvSpPr/>
              <p:nvPr/>
            </p:nvSpPr>
            <p:spPr>
              <a:xfrm>
                <a:off x="8590628" y="3176135"/>
                <a:ext cx="49188" cy="70829"/>
              </a:xfrm>
              <a:custGeom>
                <a:avLst/>
                <a:gdLst>
                  <a:gd name="connsiteX0" fmla="*/ 25430 w 49188"/>
                  <a:gd name="connsiteY0" fmla="*/ 71022 h 70829"/>
                  <a:gd name="connsiteX1" fmla="*/ 29242 w 49188"/>
                  <a:gd name="connsiteY1" fmla="*/ 52925 h 70829"/>
                  <a:gd name="connsiteX2" fmla="*/ 352 w 49188"/>
                  <a:gd name="connsiteY2" fmla="*/ 52925 h 70829"/>
                  <a:gd name="connsiteX3" fmla="*/ 2178 w 49188"/>
                  <a:gd name="connsiteY3" fmla="*/ 44280 h 70829"/>
                  <a:gd name="connsiteX4" fmla="*/ 41862 w 49188"/>
                  <a:gd name="connsiteY4" fmla="*/ 193 h 70829"/>
                  <a:gd name="connsiteX5" fmla="*/ 49004 w 49188"/>
                  <a:gd name="connsiteY5" fmla="*/ 193 h 70829"/>
                  <a:gd name="connsiteX6" fmla="*/ 39553 w 49188"/>
                  <a:gd name="connsiteY6" fmla="*/ 45193 h 70829"/>
                  <a:gd name="connsiteX7" fmla="*/ 49541 w 49188"/>
                  <a:gd name="connsiteY7" fmla="*/ 45193 h 70829"/>
                  <a:gd name="connsiteX8" fmla="*/ 47930 w 49188"/>
                  <a:gd name="connsiteY8" fmla="*/ 52925 h 70829"/>
                  <a:gd name="connsiteX9" fmla="*/ 37995 w 49188"/>
                  <a:gd name="connsiteY9" fmla="*/ 52925 h 70829"/>
                  <a:gd name="connsiteX10" fmla="*/ 34183 w 49188"/>
                  <a:gd name="connsiteY10" fmla="*/ 71022 h 70829"/>
                  <a:gd name="connsiteX11" fmla="*/ 25430 w 49188"/>
                  <a:gd name="connsiteY11" fmla="*/ 71022 h 70829"/>
                  <a:gd name="connsiteX12" fmla="*/ 30854 w 49188"/>
                  <a:gd name="connsiteY12" fmla="*/ 45193 h 70829"/>
                  <a:gd name="connsiteX13" fmla="*/ 37029 w 49188"/>
                  <a:gd name="connsiteY13" fmla="*/ 15658 h 70829"/>
                  <a:gd name="connsiteX14" fmla="*/ 10609 w 49188"/>
                  <a:gd name="connsiteY14" fmla="*/ 4519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30" y="71022"/>
                    </a:moveTo>
                    <a:lnTo>
                      <a:pt x="29242" y="52925"/>
                    </a:lnTo>
                    <a:lnTo>
                      <a:pt x="352" y="52925"/>
                    </a:lnTo>
                    <a:lnTo>
                      <a:pt x="2178" y="44280"/>
                    </a:lnTo>
                    <a:lnTo>
                      <a:pt x="41862" y="193"/>
                    </a:lnTo>
                    <a:lnTo>
                      <a:pt x="49004" y="193"/>
                    </a:lnTo>
                    <a:lnTo>
                      <a:pt x="39553" y="45193"/>
                    </a:lnTo>
                    <a:lnTo>
                      <a:pt x="49541" y="45193"/>
                    </a:lnTo>
                    <a:lnTo>
                      <a:pt x="47930" y="52925"/>
                    </a:lnTo>
                    <a:lnTo>
                      <a:pt x="37995" y="52925"/>
                    </a:lnTo>
                    <a:lnTo>
                      <a:pt x="34183" y="71022"/>
                    </a:lnTo>
                    <a:lnTo>
                      <a:pt x="25430" y="71022"/>
                    </a:lnTo>
                    <a:moveTo>
                      <a:pt x="30854" y="45193"/>
                    </a:moveTo>
                    <a:lnTo>
                      <a:pt x="37029" y="15658"/>
                    </a:lnTo>
                    <a:lnTo>
                      <a:pt x="10609" y="4519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88" name="Freihandform: Form 487">
                <a:extLst>
                  <a:ext uri="{FF2B5EF4-FFF2-40B4-BE49-F238E27FC236}">
                    <a16:creationId xmlns:a16="http://schemas.microsoft.com/office/drawing/2014/main" id="{503A3D68-49C6-863A-9920-5D98E92D321D}"/>
                  </a:ext>
                </a:extLst>
              </p:cNvPr>
              <p:cNvSpPr/>
              <p:nvPr/>
            </p:nvSpPr>
            <p:spPr>
              <a:xfrm>
                <a:off x="8646584" y="3175812"/>
                <a:ext cx="49725" cy="72332"/>
              </a:xfrm>
              <a:custGeom>
                <a:avLst/>
                <a:gdLst>
                  <a:gd name="connsiteX0" fmla="*/ 356 w 49725"/>
                  <a:gd name="connsiteY0" fmla="*/ 52764 h 72332"/>
                  <a:gd name="connsiteX1" fmla="*/ 8841 w 49725"/>
                  <a:gd name="connsiteY1" fmla="*/ 51744 h 72332"/>
                  <a:gd name="connsiteX2" fmla="*/ 13137 w 49725"/>
                  <a:gd name="connsiteY2" fmla="*/ 62377 h 72332"/>
                  <a:gd name="connsiteX3" fmla="*/ 21782 w 49725"/>
                  <a:gd name="connsiteY3" fmla="*/ 65598 h 72332"/>
                  <a:gd name="connsiteX4" fmla="*/ 33005 w 49725"/>
                  <a:gd name="connsiteY4" fmla="*/ 60980 h 72332"/>
                  <a:gd name="connsiteX5" fmla="*/ 37677 w 49725"/>
                  <a:gd name="connsiteY5" fmla="*/ 50348 h 72332"/>
                  <a:gd name="connsiteX6" fmla="*/ 34187 w 49725"/>
                  <a:gd name="connsiteY6" fmla="*/ 41702 h 72332"/>
                  <a:gd name="connsiteX7" fmla="*/ 24682 w 49725"/>
                  <a:gd name="connsiteY7" fmla="*/ 38266 h 72332"/>
                  <a:gd name="connsiteX8" fmla="*/ 21890 w 49725"/>
                  <a:gd name="connsiteY8" fmla="*/ 38480 h 72332"/>
                  <a:gd name="connsiteX9" fmla="*/ 23393 w 49725"/>
                  <a:gd name="connsiteY9" fmla="*/ 31177 h 72332"/>
                  <a:gd name="connsiteX10" fmla="*/ 25810 w 49725"/>
                  <a:gd name="connsiteY10" fmla="*/ 31392 h 72332"/>
                  <a:gd name="connsiteX11" fmla="*/ 37355 w 49725"/>
                  <a:gd name="connsiteY11" fmla="*/ 27740 h 72332"/>
                  <a:gd name="connsiteX12" fmla="*/ 41383 w 49725"/>
                  <a:gd name="connsiteY12" fmla="*/ 18773 h 72332"/>
                  <a:gd name="connsiteX13" fmla="*/ 38053 w 49725"/>
                  <a:gd name="connsiteY13" fmla="*/ 10557 h 72332"/>
                  <a:gd name="connsiteX14" fmla="*/ 29945 w 49725"/>
                  <a:gd name="connsiteY14" fmla="*/ 7227 h 72332"/>
                  <a:gd name="connsiteX15" fmla="*/ 21514 w 49725"/>
                  <a:gd name="connsiteY15" fmla="*/ 10610 h 72332"/>
                  <a:gd name="connsiteX16" fmla="*/ 16735 w 49725"/>
                  <a:gd name="connsiteY16" fmla="*/ 20276 h 72332"/>
                  <a:gd name="connsiteX17" fmla="*/ 8143 w 49725"/>
                  <a:gd name="connsiteY17" fmla="*/ 18504 h 72332"/>
                  <a:gd name="connsiteX18" fmla="*/ 16305 w 49725"/>
                  <a:gd name="connsiteY18" fmla="*/ 4972 h 72332"/>
                  <a:gd name="connsiteX19" fmla="*/ 30589 w 49725"/>
                  <a:gd name="connsiteY19" fmla="*/ 193 h 72332"/>
                  <a:gd name="connsiteX20" fmla="*/ 44712 w 49725"/>
                  <a:gd name="connsiteY20" fmla="*/ 5455 h 72332"/>
                  <a:gd name="connsiteX21" fmla="*/ 50082 w 49725"/>
                  <a:gd name="connsiteY21" fmla="*/ 18450 h 72332"/>
                  <a:gd name="connsiteX22" fmla="*/ 47128 w 49725"/>
                  <a:gd name="connsiteY22" fmla="*/ 28224 h 72332"/>
                  <a:gd name="connsiteX23" fmla="*/ 38375 w 49725"/>
                  <a:gd name="connsiteY23" fmla="*/ 35151 h 72332"/>
                  <a:gd name="connsiteX24" fmla="*/ 44604 w 49725"/>
                  <a:gd name="connsiteY24" fmla="*/ 41112 h 72332"/>
                  <a:gd name="connsiteX25" fmla="*/ 46645 w 49725"/>
                  <a:gd name="connsiteY25" fmla="*/ 49059 h 72332"/>
                  <a:gd name="connsiteX26" fmla="*/ 39503 w 49725"/>
                  <a:gd name="connsiteY26" fmla="*/ 65545 h 72332"/>
                  <a:gd name="connsiteX27" fmla="*/ 22480 w 49725"/>
                  <a:gd name="connsiteY27" fmla="*/ 72526 h 72332"/>
                  <a:gd name="connsiteX28" fmla="*/ 6961 w 49725"/>
                  <a:gd name="connsiteY28" fmla="*/ 67156 h 72332"/>
                  <a:gd name="connsiteX29" fmla="*/ 356 w 49725"/>
                  <a:gd name="connsiteY29" fmla="*/ 52764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56" y="52764"/>
                    </a:moveTo>
                    <a:lnTo>
                      <a:pt x="8841" y="51744"/>
                    </a:lnTo>
                    <a:cubicBezTo>
                      <a:pt x="9485" y="56684"/>
                      <a:pt x="10935" y="60229"/>
                      <a:pt x="13137" y="62377"/>
                    </a:cubicBezTo>
                    <a:cubicBezTo>
                      <a:pt x="15338" y="64524"/>
                      <a:pt x="18238" y="65598"/>
                      <a:pt x="21782" y="65598"/>
                    </a:cubicBezTo>
                    <a:cubicBezTo>
                      <a:pt x="26132" y="65598"/>
                      <a:pt x="29837" y="64041"/>
                      <a:pt x="33005" y="60980"/>
                    </a:cubicBezTo>
                    <a:cubicBezTo>
                      <a:pt x="36120" y="57866"/>
                      <a:pt x="37677" y="54322"/>
                      <a:pt x="37677" y="50348"/>
                    </a:cubicBezTo>
                    <a:cubicBezTo>
                      <a:pt x="37677" y="46857"/>
                      <a:pt x="36550" y="43958"/>
                      <a:pt x="34187" y="41702"/>
                    </a:cubicBezTo>
                    <a:cubicBezTo>
                      <a:pt x="31824" y="39447"/>
                      <a:pt x="28656" y="38266"/>
                      <a:pt x="24682" y="38266"/>
                    </a:cubicBezTo>
                    <a:cubicBezTo>
                      <a:pt x="24252" y="38266"/>
                      <a:pt x="23340" y="38373"/>
                      <a:pt x="21890" y="38480"/>
                    </a:cubicBezTo>
                    <a:lnTo>
                      <a:pt x="23393" y="31177"/>
                    </a:lnTo>
                    <a:cubicBezTo>
                      <a:pt x="24252" y="31338"/>
                      <a:pt x="25058" y="31392"/>
                      <a:pt x="25810" y="31392"/>
                    </a:cubicBezTo>
                    <a:cubicBezTo>
                      <a:pt x="30804" y="31392"/>
                      <a:pt x="34670" y="30157"/>
                      <a:pt x="37355" y="27740"/>
                    </a:cubicBezTo>
                    <a:cubicBezTo>
                      <a:pt x="40040" y="25270"/>
                      <a:pt x="41383" y="22317"/>
                      <a:pt x="41383" y="18773"/>
                    </a:cubicBezTo>
                    <a:cubicBezTo>
                      <a:pt x="41383" y="15497"/>
                      <a:pt x="40255" y="12758"/>
                      <a:pt x="38053" y="10557"/>
                    </a:cubicBezTo>
                    <a:cubicBezTo>
                      <a:pt x="35851" y="8301"/>
                      <a:pt x="33167" y="7227"/>
                      <a:pt x="29945" y="7227"/>
                    </a:cubicBezTo>
                    <a:cubicBezTo>
                      <a:pt x="26830" y="7227"/>
                      <a:pt x="24038" y="8355"/>
                      <a:pt x="21514" y="10610"/>
                    </a:cubicBezTo>
                    <a:cubicBezTo>
                      <a:pt x="19044" y="12866"/>
                      <a:pt x="17433" y="16088"/>
                      <a:pt x="16735" y="20276"/>
                    </a:cubicBezTo>
                    <a:lnTo>
                      <a:pt x="8143" y="18504"/>
                    </a:lnTo>
                    <a:cubicBezTo>
                      <a:pt x="9539" y="12705"/>
                      <a:pt x="12278" y="8194"/>
                      <a:pt x="16305" y="4972"/>
                    </a:cubicBezTo>
                    <a:cubicBezTo>
                      <a:pt x="20332" y="1804"/>
                      <a:pt x="25112" y="193"/>
                      <a:pt x="30589" y="193"/>
                    </a:cubicBezTo>
                    <a:cubicBezTo>
                      <a:pt x="36388" y="193"/>
                      <a:pt x="41114" y="1965"/>
                      <a:pt x="44712" y="5455"/>
                    </a:cubicBezTo>
                    <a:cubicBezTo>
                      <a:pt x="48256" y="8999"/>
                      <a:pt x="50082" y="13295"/>
                      <a:pt x="50082" y="18450"/>
                    </a:cubicBezTo>
                    <a:cubicBezTo>
                      <a:pt x="50082" y="22156"/>
                      <a:pt x="49115" y="25431"/>
                      <a:pt x="47128" y="28224"/>
                    </a:cubicBezTo>
                    <a:cubicBezTo>
                      <a:pt x="45195" y="31016"/>
                      <a:pt x="42295" y="33325"/>
                      <a:pt x="38375" y="35151"/>
                    </a:cubicBezTo>
                    <a:cubicBezTo>
                      <a:pt x="41168" y="36816"/>
                      <a:pt x="43208" y="38749"/>
                      <a:pt x="44604" y="41112"/>
                    </a:cubicBezTo>
                    <a:cubicBezTo>
                      <a:pt x="45947" y="43421"/>
                      <a:pt x="46645" y="46052"/>
                      <a:pt x="46645" y="49059"/>
                    </a:cubicBezTo>
                    <a:cubicBezTo>
                      <a:pt x="46645" y="55396"/>
                      <a:pt x="44282" y="60927"/>
                      <a:pt x="39503" y="65545"/>
                    </a:cubicBezTo>
                    <a:cubicBezTo>
                      <a:pt x="34778" y="70217"/>
                      <a:pt x="29085" y="72526"/>
                      <a:pt x="22480" y="72526"/>
                    </a:cubicBezTo>
                    <a:cubicBezTo>
                      <a:pt x="16090" y="72526"/>
                      <a:pt x="10881" y="70754"/>
                      <a:pt x="6961" y="67156"/>
                    </a:cubicBezTo>
                    <a:cubicBezTo>
                      <a:pt x="2988" y="63558"/>
                      <a:pt x="786" y="58779"/>
                      <a:pt x="356" y="527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89" name="Freihandform: Form 488">
                <a:extLst>
                  <a:ext uri="{FF2B5EF4-FFF2-40B4-BE49-F238E27FC236}">
                    <a16:creationId xmlns:a16="http://schemas.microsoft.com/office/drawing/2014/main" id="{8112730F-4697-AF9E-95C8-30C9D3A718B2}"/>
                  </a:ext>
                </a:extLst>
              </p:cNvPr>
              <p:cNvSpPr/>
              <p:nvPr/>
            </p:nvSpPr>
            <p:spPr>
              <a:xfrm>
                <a:off x="8701895" y="3237083"/>
                <a:ext cx="11974" cy="9880"/>
              </a:xfrm>
              <a:custGeom>
                <a:avLst/>
                <a:gdLst>
                  <a:gd name="connsiteX0" fmla="*/ 360 w 11974"/>
                  <a:gd name="connsiteY0" fmla="*/ 10073 h 9880"/>
                  <a:gd name="connsiteX1" fmla="*/ 2455 w 11974"/>
                  <a:gd name="connsiteY1" fmla="*/ 193 h 9880"/>
                  <a:gd name="connsiteX2" fmla="*/ 12335 w 11974"/>
                  <a:gd name="connsiteY2" fmla="*/ 193 h 9880"/>
                  <a:gd name="connsiteX3" fmla="*/ 10241 w 11974"/>
                  <a:gd name="connsiteY3" fmla="*/ 10073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60" y="10073"/>
                    </a:moveTo>
                    <a:lnTo>
                      <a:pt x="2455" y="193"/>
                    </a:lnTo>
                    <a:lnTo>
                      <a:pt x="12335" y="193"/>
                    </a:lnTo>
                    <a:lnTo>
                      <a:pt x="10241" y="1007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90" name="Freihandform: Form 489">
                <a:extLst>
                  <a:ext uri="{FF2B5EF4-FFF2-40B4-BE49-F238E27FC236}">
                    <a16:creationId xmlns:a16="http://schemas.microsoft.com/office/drawing/2014/main" id="{7731C1F4-57FD-F669-758E-FD44B82190B3}"/>
                  </a:ext>
                </a:extLst>
              </p:cNvPr>
              <p:cNvSpPr/>
              <p:nvPr/>
            </p:nvSpPr>
            <p:spPr>
              <a:xfrm>
                <a:off x="8738357" y="3175812"/>
                <a:ext cx="32810" cy="71151"/>
              </a:xfrm>
              <a:custGeom>
                <a:avLst/>
                <a:gdLst>
                  <a:gd name="connsiteX0" fmla="*/ 9545 w 32810"/>
                  <a:gd name="connsiteY0" fmla="*/ 71344 h 71151"/>
                  <a:gd name="connsiteX1" fmla="*/ 20714 w 32810"/>
                  <a:gd name="connsiteY1" fmla="*/ 17860 h 71151"/>
                  <a:gd name="connsiteX2" fmla="*/ 362 w 32810"/>
                  <a:gd name="connsiteY2" fmla="*/ 26989 h 71151"/>
                  <a:gd name="connsiteX3" fmla="*/ 1973 w 32810"/>
                  <a:gd name="connsiteY3" fmla="*/ 19041 h 71151"/>
                  <a:gd name="connsiteX4" fmla="*/ 14861 w 32810"/>
                  <a:gd name="connsiteY4" fmla="*/ 12221 h 71151"/>
                  <a:gd name="connsiteX5" fmla="*/ 24420 w 32810"/>
                  <a:gd name="connsiteY5" fmla="*/ 4918 h 71151"/>
                  <a:gd name="connsiteX6" fmla="*/ 28071 w 32810"/>
                  <a:gd name="connsiteY6" fmla="*/ 193 h 71151"/>
                  <a:gd name="connsiteX7" fmla="*/ 33172 w 32810"/>
                  <a:gd name="connsiteY7" fmla="*/ 193 h 71151"/>
                  <a:gd name="connsiteX8" fmla="*/ 18298 w 32810"/>
                  <a:gd name="connsiteY8" fmla="*/ 71344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45" y="71344"/>
                    </a:moveTo>
                    <a:lnTo>
                      <a:pt x="20714" y="17860"/>
                    </a:lnTo>
                    <a:cubicBezTo>
                      <a:pt x="15881" y="21672"/>
                      <a:pt x="9115" y="24680"/>
                      <a:pt x="362" y="26989"/>
                    </a:cubicBezTo>
                    <a:lnTo>
                      <a:pt x="1973" y="19041"/>
                    </a:lnTo>
                    <a:cubicBezTo>
                      <a:pt x="6323" y="17323"/>
                      <a:pt x="10619" y="15067"/>
                      <a:pt x="14861" y="12221"/>
                    </a:cubicBezTo>
                    <a:cubicBezTo>
                      <a:pt x="19103" y="9429"/>
                      <a:pt x="22272" y="7013"/>
                      <a:pt x="24420" y="4918"/>
                    </a:cubicBezTo>
                    <a:cubicBezTo>
                      <a:pt x="25708" y="3630"/>
                      <a:pt x="26943" y="2019"/>
                      <a:pt x="28071" y="193"/>
                    </a:cubicBezTo>
                    <a:lnTo>
                      <a:pt x="33172" y="193"/>
                    </a:lnTo>
                    <a:lnTo>
                      <a:pt x="18298" y="7134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491" name="Grafik 4">
              <a:extLst>
                <a:ext uri="{FF2B5EF4-FFF2-40B4-BE49-F238E27FC236}">
                  <a16:creationId xmlns:a16="http://schemas.microsoft.com/office/drawing/2014/main" id="{BB09E534-9D6F-FD7A-DBDD-D15595950E38}"/>
                </a:ext>
              </a:extLst>
            </p:cNvPr>
            <p:cNvGrpSpPr/>
            <p:nvPr/>
          </p:nvGrpSpPr>
          <p:grpSpPr>
            <a:xfrm>
              <a:off x="8185203" y="3049519"/>
              <a:ext cx="648389" cy="72386"/>
              <a:chOff x="8185203" y="3049519"/>
              <a:chExt cx="648389" cy="72386"/>
            </a:xfrm>
            <a:solidFill>
              <a:srgbClr val="000000"/>
            </a:solidFill>
          </p:grpSpPr>
          <p:sp>
            <p:nvSpPr>
              <p:cNvPr id="492" name="Freihandform: Form 491">
                <a:extLst>
                  <a:ext uri="{FF2B5EF4-FFF2-40B4-BE49-F238E27FC236}">
                    <a16:creationId xmlns:a16="http://schemas.microsoft.com/office/drawing/2014/main" id="{2B2CB8B0-7906-04BD-0F52-E6FBF0DE5C7D}"/>
                  </a:ext>
                </a:extLst>
              </p:cNvPr>
              <p:cNvSpPr/>
              <p:nvPr/>
            </p:nvSpPr>
            <p:spPr>
              <a:xfrm>
                <a:off x="8185203" y="3049841"/>
                <a:ext cx="68949" cy="70829"/>
              </a:xfrm>
              <a:custGeom>
                <a:avLst/>
                <a:gdLst>
                  <a:gd name="connsiteX0" fmla="*/ 323 w 68949"/>
                  <a:gd name="connsiteY0" fmla="*/ 71013 h 70829"/>
                  <a:gd name="connsiteX1" fmla="*/ 15090 w 68949"/>
                  <a:gd name="connsiteY1" fmla="*/ 184 h 70829"/>
                  <a:gd name="connsiteX2" fmla="*/ 24595 w 68949"/>
                  <a:gd name="connsiteY2" fmla="*/ 184 h 70829"/>
                  <a:gd name="connsiteX3" fmla="*/ 17453 w 68949"/>
                  <a:gd name="connsiteY3" fmla="*/ 34283 h 70829"/>
                  <a:gd name="connsiteX4" fmla="*/ 55955 w 68949"/>
                  <a:gd name="connsiteY4" fmla="*/ 184 h 70829"/>
                  <a:gd name="connsiteX5" fmla="*/ 69273 w 68949"/>
                  <a:gd name="connsiteY5" fmla="*/ 184 h 70829"/>
                  <a:gd name="connsiteX6" fmla="*/ 36355 w 68949"/>
                  <a:gd name="connsiteY6" fmla="*/ 29020 h 70829"/>
                  <a:gd name="connsiteX7" fmla="*/ 60466 w 68949"/>
                  <a:gd name="connsiteY7" fmla="*/ 71013 h 70829"/>
                  <a:gd name="connsiteX8" fmla="*/ 49887 w 68949"/>
                  <a:gd name="connsiteY8" fmla="*/ 71013 h 70829"/>
                  <a:gd name="connsiteX9" fmla="*/ 29482 w 68949"/>
                  <a:gd name="connsiteY9" fmla="*/ 35088 h 70829"/>
                  <a:gd name="connsiteX10" fmla="*/ 14607 w 68949"/>
                  <a:gd name="connsiteY10" fmla="*/ 48030 h 70829"/>
                  <a:gd name="connsiteX11" fmla="*/ 9774 w 68949"/>
                  <a:gd name="connsiteY11" fmla="*/ 7101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949" h="70829">
                    <a:moveTo>
                      <a:pt x="323" y="71013"/>
                    </a:moveTo>
                    <a:lnTo>
                      <a:pt x="15090" y="184"/>
                    </a:lnTo>
                    <a:lnTo>
                      <a:pt x="24595" y="184"/>
                    </a:lnTo>
                    <a:lnTo>
                      <a:pt x="17453" y="34283"/>
                    </a:lnTo>
                    <a:lnTo>
                      <a:pt x="55955" y="184"/>
                    </a:lnTo>
                    <a:lnTo>
                      <a:pt x="69273" y="184"/>
                    </a:lnTo>
                    <a:lnTo>
                      <a:pt x="36355" y="29020"/>
                    </a:lnTo>
                    <a:lnTo>
                      <a:pt x="60466" y="71013"/>
                    </a:lnTo>
                    <a:lnTo>
                      <a:pt x="49887" y="71013"/>
                    </a:lnTo>
                    <a:lnTo>
                      <a:pt x="29482" y="35088"/>
                    </a:lnTo>
                    <a:lnTo>
                      <a:pt x="14607" y="48030"/>
                    </a:lnTo>
                    <a:lnTo>
                      <a:pt x="9774" y="7101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93" name="Freihandform: Form 492">
                <a:extLst>
                  <a:ext uri="{FF2B5EF4-FFF2-40B4-BE49-F238E27FC236}">
                    <a16:creationId xmlns:a16="http://schemas.microsoft.com/office/drawing/2014/main" id="{3722ECAD-CA9A-E72F-47C9-A2FB004779A9}"/>
                  </a:ext>
                </a:extLst>
              </p:cNvPr>
              <p:cNvSpPr/>
              <p:nvPr/>
            </p:nvSpPr>
            <p:spPr>
              <a:xfrm>
                <a:off x="8244826" y="3049841"/>
                <a:ext cx="63043" cy="70829"/>
              </a:xfrm>
              <a:custGeom>
                <a:avLst/>
                <a:gdLst>
                  <a:gd name="connsiteX0" fmla="*/ 328 w 63043"/>
                  <a:gd name="connsiteY0" fmla="*/ 71013 h 70829"/>
                  <a:gd name="connsiteX1" fmla="*/ 40495 w 63043"/>
                  <a:gd name="connsiteY1" fmla="*/ 184 h 70829"/>
                  <a:gd name="connsiteX2" fmla="*/ 51664 w 63043"/>
                  <a:gd name="connsiteY2" fmla="*/ 184 h 70829"/>
                  <a:gd name="connsiteX3" fmla="*/ 63371 w 63043"/>
                  <a:gd name="connsiteY3" fmla="*/ 71013 h 70829"/>
                  <a:gd name="connsiteX4" fmla="*/ 54188 w 63043"/>
                  <a:gd name="connsiteY4" fmla="*/ 71013 h 70829"/>
                  <a:gd name="connsiteX5" fmla="*/ 50751 w 63043"/>
                  <a:gd name="connsiteY5" fmla="*/ 50607 h 70829"/>
                  <a:gd name="connsiteX6" fmla="*/ 22076 w 63043"/>
                  <a:gd name="connsiteY6" fmla="*/ 50607 h 70829"/>
                  <a:gd name="connsiteX7" fmla="*/ 10745 w 63043"/>
                  <a:gd name="connsiteY7" fmla="*/ 71013 h 70829"/>
                  <a:gd name="connsiteX8" fmla="*/ 328 w 63043"/>
                  <a:gd name="connsiteY8" fmla="*/ 71013 h 70829"/>
                  <a:gd name="connsiteX9" fmla="*/ 26157 w 63043"/>
                  <a:gd name="connsiteY9" fmla="*/ 43304 h 70829"/>
                  <a:gd name="connsiteX10" fmla="*/ 49570 w 63043"/>
                  <a:gd name="connsiteY10" fmla="*/ 43304 h 70829"/>
                  <a:gd name="connsiteX11" fmla="*/ 46831 w 63043"/>
                  <a:gd name="connsiteY11" fmla="*/ 25530 h 70829"/>
                  <a:gd name="connsiteX12" fmla="*/ 44844 w 63043"/>
                  <a:gd name="connsiteY12" fmla="*/ 7916 h 70829"/>
                  <a:gd name="connsiteX13" fmla="*/ 37810 w 63043"/>
                  <a:gd name="connsiteY13" fmla="*/ 22361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43" h="70829">
                    <a:moveTo>
                      <a:pt x="328" y="71013"/>
                    </a:moveTo>
                    <a:lnTo>
                      <a:pt x="40495" y="184"/>
                    </a:lnTo>
                    <a:lnTo>
                      <a:pt x="51664" y="184"/>
                    </a:lnTo>
                    <a:lnTo>
                      <a:pt x="63371" y="71013"/>
                    </a:lnTo>
                    <a:lnTo>
                      <a:pt x="54188" y="71013"/>
                    </a:lnTo>
                    <a:lnTo>
                      <a:pt x="50751" y="50607"/>
                    </a:lnTo>
                    <a:lnTo>
                      <a:pt x="22076" y="50607"/>
                    </a:lnTo>
                    <a:lnTo>
                      <a:pt x="10745" y="71013"/>
                    </a:lnTo>
                    <a:lnTo>
                      <a:pt x="328" y="71013"/>
                    </a:lnTo>
                    <a:moveTo>
                      <a:pt x="26157" y="43304"/>
                    </a:moveTo>
                    <a:lnTo>
                      <a:pt x="49570" y="43304"/>
                    </a:lnTo>
                    <a:lnTo>
                      <a:pt x="46831" y="25530"/>
                    </a:lnTo>
                    <a:cubicBezTo>
                      <a:pt x="45757" y="18495"/>
                      <a:pt x="45113" y="12588"/>
                      <a:pt x="44844" y="7916"/>
                    </a:cubicBezTo>
                    <a:cubicBezTo>
                      <a:pt x="43233" y="11944"/>
                      <a:pt x="40871" y="16777"/>
                      <a:pt x="37810" y="2236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94" name="Freihandform: Form 493">
                <a:extLst>
                  <a:ext uri="{FF2B5EF4-FFF2-40B4-BE49-F238E27FC236}">
                    <a16:creationId xmlns:a16="http://schemas.microsoft.com/office/drawing/2014/main" id="{D44BDEB7-14E6-2D71-A21F-DA6AEAC962CF}"/>
                  </a:ext>
                </a:extLst>
              </p:cNvPr>
              <p:cNvSpPr/>
              <p:nvPr/>
            </p:nvSpPr>
            <p:spPr>
              <a:xfrm>
                <a:off x="8317351" y="3049841"/>
                <a:ext cx="60841" cy="70829"/>
              </a:xfrm>
              <a:custGeom>
                <a:avLst/>
                <a:gdLst>
                  <a:gd name="connsiteX0" fmla="*/ 332 w 60841"/>
                  <a:gd name="connsiteY0" fmla="*/ 71013 h 70829"/>
                  <a:gd name="connsiteX1" fmla="*/ 15100 w 60841"/>
                  <a:gd name="connsiteY1" fmla="*/ 184 h 70829"/>
                  <a:gd name="connsiteX2" fmla="*/ 61174 w 60841"/>
                  <a:gd name="connsiteY2" fmla="*/ 184 h 70829"/>
                  <a:gd name="connsiteX3" fmla="*/ 59455 w 60841"/>
                  <a:gd name="connsiteY3" fmla="*/ 8238 h 70829"/>
                  <a:gd name="connsiteX4" fmla="*/ 22886 w 60841"/>
                  <a:gd name="connsiteY4" fmla="*/ 8238 h 70829"/>
                  <a:gd name="connsiteX5" fmla="*/ 18214 w 60841"/>
                  <a:gd name="connsiteY5" fmla="*/ 30792 h 70829"/>
                  <a:gd name="connsiteX6" fmla="*/ 55481 w 60841"/>
                  <a:gd name="connsiteY6" fmla="*/ 30792 h 70829"/>
                  <a:gd name="connsiteX7" fmla="*/ 53763 w 60841"/>
                  <a:gd name="connsiteY7" fmla="*/ 38901 h 70829"/>
                  <a:gd name="connsiteX8" fmla="*/ 16496 w 60841"/>
                  <a:gd name="connsiteY8" fmla="*/ 38901 h 70829"/>
                  <a:gd name="connsiteX9" fmla="*/ 9783 w 60841"/>
                  <a:gd name="connsiteY9" fmla="*/ 7101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841" h="70829">
                    <a:moveTo>
                      <a:pt x="332" y="71013"/>
                    </a:moveTo>
                    <a:lnTo>
                      <a:pt x="15100" y="184"/>
                    </a:lnTo>
                    <a:lnTo>
                      <a:pt x="61174" y="184"/>
                    </a:lnTo>
                    <a:lnTo>
                      <a:pt x="59455" y="8238"/>
                    </a:lnTo>
                    <a:lnTo>
                      <a:pt x="22886" y="8238"/>
                    </a:lnTo>
                    <a:lnTo>
                      <a:pt x="18214" y="30792"/>
                    </a:lnTo>
                    <a:lnTo>
                      <a:pt x="55481" y="30792"/>
                    </a:lnTo>
                    <a:lnTo>
                      <a:pt x="53763" y="38901"/>
                    </a:lnTo>
                    <a:lnTo>
                      <a:pt x="16496" y="38901"/>
                    </a:lnTo>
                    <a:lnTo>
                      <a:pt x="9783" y="7101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95" name="Freihandform: Form 494">
                <a:extLst>
                  <a:ext uri="{FF2B5EF4-FFF2-40B4-BE49-F238E27FC236}">
                    <a16:creationId xmlns:a16="http://schemas.microsoft.com/office/drawing/2014/main" id="{812F22D8-4B49-A4A0-43F2-B23773528DFA}"/>
                  </a:ext>
                </a:extLst>
              </p:cNvPr>
              <p:cNvSpPr/>
              <p:nvPr/>
            </p:nvSpPr>
            <p:spPr>
              <a:xfrm>
                <a:off x="8380173" y="3050807"/>
                <a:ext cx="49779" cy="71044"/>
              </a:xfrm>
              <a:custGeom>
                <a:avLst/>
                <a:gdLst>
                  <a:gd name="connsiteX0" fmla="*/ 390 w 49779"/>
                  <a:gd name="connsiteY0" fmla="*/ 49802 h 71044"/>
                  <a:gd name="connsiteX1" fmla="*/ 9251 w 49779"/>
                  <a:gd name="connsiteY1" fmla="*/ 48942 h 71044"/>
                  <a:gd name="connsiteX2" fmla="*/ 9143 w 49779"/>
                  <a:gd name="connsiteY2" fmla="*/ 51198 h 71044"/>
                  <a:gd name="connsiteX3" fmla="*/ 10808 w 49779"/>
                  <a:gd name="connsiteY3" fmla="*/ 57642 h 71044"/>
                  <a:gd name="connsiteX4" fmla="*/ 15211 w 49779"/>
                  <a:gd name="connsiteY4" fmla="*/ 62582 h 71044"/>
                  <a:gd name="connsiteX5" fmla="*/ 21065 w 49779"/>
                  <a:gd name="connsiteY5" fmla="*/ 64301 h 71044"/>
                  <a:gd name="connsiteX6" fmla="*/ 29334 w 49779"/>
                  <a:gd name="connsiteY6" fmla="*/ 61508 h 71044"/>
                  <a:gd name="connsiteX7" fmla="*/ 36154 w 49779"/>
                  <a:gd name="connsiteY7" fmla="*/ 53346 h 71044"/>
                  <a:gd name="connsiteX8" fmla="*/ 38732 w 49779"/>
                  <a:gd name="connsiteY8" fmla="*/ 42713 h 71044"/>
                  <a:gd name="connsiteX9" fmla="*/ 35241 w 49779"/>
                  <a:gd name="connsiteY9" fmla="*/ 33155 h 71044"/>
                  <a:gd name="connsiteX10" fmla="*/ 26059 w 49779"/>
                  <a:gd name="connsiteY10" fmla="*/ 29611 h 71044"/>
                  <a:gd name="connsiteX11" fmla="*/ 18809 w 49779"/>
                  <a:gd name="connsiteY11" fmla="*/ 31437 h 71044"/>
                  <a:gd name="connsiteX12" fmla="*/ 12473 w 49779"/>
                  <a:gd name="connsiteY12" fmla="*/ 36968 h 71044"/>
                  <a:gd name="connsiteX13" fmla="*/ 4794 w 49779"/>
                  <a:gd name="connsiteY13" fmla="*/ 36431 h 71044"/>
                  <a:gd name="connsiteX14" fmla="*/ 15480 w 49779"/>
                  <a:gd name="connsiteY14" fmla="*/ 184 h 71044"/>
                  <a:gd name="connsiteX15" fmla="*/ 50116 w 49779"/>
                  <a:gd name="connsiteY15" fmla="*/ 184 h 71044"/>
                  <a:gd name="connsiteX16" fmla="*/ 48398 w 49779"/>
                  <a:gd name="connsiteY16" fmla="*/ 8185 h 71044"/>
                  <a:gd name="connsiteX17" fmla="*/ 21494 w 49779"/>
                  <a:gd name="connsiteY17" fmla="*/ 8185 h 71044"/>
                  <a:gd name="connsiteX18" fmla="*/ 16178 w 49779"/>
                  <a:gd name="connsiteY18" fmla="*/ 26228 h 71044"/>
                  <a:gd name="connsiteX19" fmla="*/ 22353 w 49779"/>
                  <a:gd name="connsiteY19" fmla="*/ 22952 h 71044"/>
                  <a:gd name="connsiteX20" fmla="*/ 28851 w 49779"/>
                  <a:gd name="connsiteY20" fmla="*/ 21878 h 71044"/>
                  <a:gd name="connsiteX21" fmla="*/ 42169 w 49779"/>
                  <a:gd name="connsiteY21" fmla="*/ 27248 h 71044"/>
                  <a:gd name="connsiteX22" fmla="*/ 47377 w 49779"/>
                  <a:gd name="connsiteY22" fmla="*/ 41908 h 71044"/>
                  <a:gd name="connsiteX23" fmla="*/ 43833 w 49779"/>
                  <a:gd name="connsiteY23" fmla="*/ 56997 h 71044"/>
                  <a:gd name="connsiteX24" fmla="*/ 34006 w 49779"/>
                  <a:gd name="connsiteY24" fmla="*/ 67576 h 71044"/>
                  <a:gd name="connsiteX25" fmla="*/ 20474 w 49779"/>
                  <a:gd name="connsiteY25" fmla="*/ 71228 h 71044"/>
                  <a:gd name="connsiteX26" fmla="*/ 9680 w 49779"/>
                  <a:gd name="connsiteY26" fmla="*/ 68489 h 71044"/>
                  <a:gd name="connsiteX27" fmla="*/ 2646 w 49779"/>
                  <a:gd name="connsiteY27" fmla="*/ 60917 h 71044"/>
                  <a:gd name="connsiteX28" fmla="*/ 337 w 49779"/>
                  <a:gd name="connsiteY28" fmla="*/ 51252 h 71044"/>
                  <a:gd name="connsiteX29" fmla="*/ 390 w 49779"/>
                  <a:gd name="connsiteY29" fmla="*/ 49802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90" y="49802"/>
                    </a:moveTo>
                    <a:lnTo>
                      <a:pt x="9251" y="48942"/>
                    </a:lnTo>
                    <a:cubicBezTo>
                      <a:pt x="9197" y="50178"/>
                      <a:pt x="9143" y="50929"/>
                      <a:pt x="9143" y="51198"/>
                    </a:cubicBezTo>
                    <a:cubicBezTo>
                      <a:pt x="9143" y="53346"/>
                      <a:pt x="9734" y="55494"/>
                      <a:pt x="10808" y="57642"/>
                    </a:cubicBezTo>
                    <a:cubicBezTo>
                      <a:pt x="11882" y="59790"/>
                      <a:pt x="13332" y="61454"/>
                      <a:pt x="15211" y="62582"/>
                    </a:cubicBezTo>
                    <a:cubicBezTo>
                      <a:pt x="17037" y="63710"/>
                      <a:pt x="18970" y="64301"/>
                      <a:pt x="21065" y="64301"/>
                    </a:cubicBezTo>
                    <a:cubicBezTo>
                      <a:pt x="23750" y="64301"/>
                      <a:pt x="26542" y="63388"/>
                      <a:pt x="29334" y="61508"/>
                    </a:cubicBezTo>
                    <a:cubicBezTo>
                      <a:pt x="32127" y="59629"/>
                      <a:pt x="34382" y="56890"/>
                      <a:pt x="36154" y="53346"/>
                    </a:cubicBezTo>
                    <a:cubicBezTo>
                      <a:pt x="37873" y="49748"/>
                      <a:pt x="38732" y="46204"/>
                      <a:pt x="38732" y="42713"/>
                    </a:cubicBezTo>
                    <a:cubicBezTo>
                      <a:pt x="38732" y="38740"/>
                      <a:pt x="37604" y="35571"/>
                      <a:pt x="35241" y="33155"/>
                    </a:cubicBezTo>
                    <a:cubicBezTo>
                      <a:pt x="32932" y="30792"/>
                      <a:pt x="29818" y="29611"/>
                      <a:pt x="26059" y="29611"/>
                    </a:cubicBezTo>
                    <a:cubicBezTo>
                      <a:pt x="23481" y="29611"/>
                      <a:pt x="21065" y="30201"/>
                      <a:pt x="18809" y="31437"/>
                    </a:cubicBezTo>
                    <a:cubicBezTo>
                      <a:pt x="16554" y="32672"/>
                      <a:pt x="14406" y="34497"/>
                      <a:pt x="12473" y="36968"/>
                    </a:cubicBezTo>
                    <a:lnTo>
                      <a:pt x="4794" y="36431"/>
                    </a:lnTo>
                    <a:lnTo>
                      <a:pt x="15480" y="184"/>
                    </a:lnTo>
                    <a:lnTo>
                      <a:pt x="50116" y="184"/>
                    </a:lnTo>
                    <a:lnTo>
                      <a:pt x="48398" y="8185"/>
                    </a:lnTo>
                    <a:lnTo>
                      <a:pt x="21494" y="8185"/>
                    </a:lnTo>
                    <a:lnTo>
                      <a:pt x="16178" y="26228"/>
                    </a:lnTo>
                    <a:cubicBezTo>
                      <a:pt x="18165" y="24778"/>
                      <a:pt x="20205" y="23650"/>
                      <a:pt x="22353" y="22952"/>
                    </a:cubicBezTo>
                    <a:cubicBezTo>
                      <a:pt x="24448" y="22200"/>
                      <a:pt x="26596" y="21878"/>
                      <a:pt x="28851" y="21878"/>
                    </a:cubicBezTo>
                    <a:cubicBezTo>
                      <a:pt x="34275" y="21878"/>
                      <a:pt x="38678" y="23650"/>
                      <a:pt x="42169" y="27248"/>
                    </a:cubicBezTo>
                    <a:cubicBezTo>
                      <a:pt x="45659" y="30792"/>
                      <a:pt x="47377" y="35679"/>
                      <a:pt x="47377" y="41908"/>
                    </a:cubicBezTo>
                    <a:cubicBezTo>
                      <a:pt x="47377" y="47385"/>
                      <a:pt x="46196" y="52379"/>
                      <a:pt x="43833" y="56997"/>
                    </a:cubicBezTo>
                    <a:cubicBezTo>
                      <a:pt x="41417" y="61562"/>
                      <a:pt x="38141" y="65106"/>
                      <a:pt x="34006" y="67576"/>
                    </a:cubicBezTo>
                    <a:cubicBezTo>
                      <a:pt x="29818" y="70046"/>
                      <a:pt x="25307" y="71228"/>
                      <a:pt x="20474" y="71228"/>
                    </a:cubicBezTo>
                    <a:cubicBezTo>
                      <a:pt x="16393" y="71228"/>
                      <a:pt x="12849" y="70315"/>
                      <a:pt x="9680" y="68489"/>
                    </a:cubicBezTo>
                    <a:cubicBezTo>
                      <a:pt x="6566" y="66663"/>
                      <a:pt x="4257" y="64139"/>
                      <a:pt x="2646" y="60917"/>
                    </a:cubicBezTo>
                    <a:cubicBezTo>
                      <a:pt x="1089" y="57695"/>
                      <a:pt x="337" y="54474"/>
                      <a:pt x="337" y="51252"/>
                    </a:cubicBezTo>
                    <a:cubicBezTo>
                      <a:pt x="337" y="50929"/>
                      <a:pt x="337" y="50446"/>
                      <a:pt x="390" y="498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96" name="Freihandform: Form 495">
                <a:extLst>
                  <a:ext uri="{FF2B5EF4-FFF2-40B4-BE49-F238E27FC236}">
                    <a16:creationId xmlns:a16="http://schemas.microsoft.com/office/drawing/2014/main" id="{F4977876-2A64-000E-F3AA-773214CB6C41}"/>
                  </a:ext>
                </a:extLst>
              </p:cNvPr>
              <p:cNvSpPr/>
              <p:nvPr/>
            </p:nvSpPr>
            <p:spPr>
              <a:xfrm>
                <a:off x="8435753" y="3049519"/>
                <a:ext cx="48436" cy="72386"/>
              </a:xfrm>
              <a:custGeom>
                <a:avLst/>
                <a:gdLst>
                  <a:gd name="connsiteX0" fmla="*/ 15269 w 48436"/>
                  <a:gd name="connsiteY0" fmla="*/ 32403 h 72386"/>
                  <a:gd name="connsiteX1" fmla="*/ 9309 w 48436"/>
                  <a:gd name="connsiteY1" fmla="*/ 26818 h 72386"/>
                  <a:gd name="connsiteX2" fmla="*/ 7322 w 48436"/>
                  <a:gd name="connsiteY2" fmla="*/ 19462 h 72386"/>
                  <a:gd name="connsiteX3" fmla="*/ 11994 w 48436"/>
                  <a:gd name="connsiteY3" fmla="*/ 7594 h 72386"/>
                  <a:gd name="connsiteX4" fmla="*/ 28748 w 48436"/>
                  <a:gd name="connsiteY4" fmla="*/ 184 h 72386"/>
                  <a:gd name="connsiteX5" fmla="*/ 43408 w 48436"/>
                  <a:gd name="connsiteY5" fmla="*/ 5178 h 72386"/>
                  <a:gd name="connsiteX6" fmla="*/ 48778 w 48436"/>
                  <a:gd name="connsiteY6" fmla="*/ 17475 h 72386"/>
                  <a:gd name="connsiteX7" fmla="*/ 45878 w 48436"/>
                  <a:gd name="connsiteY7" fmla="*/ 26765 h 72386"/>
                  <a:gd name="connsiteX8" fmla="*/ 36803 w 48436"/>
                  <a:gd name="connsiteY8" fmla="*/ 33423 h 72386"/>
                  <a:gd name="connsiteX9" fmla="*/ 42924 w 48436"/>
                  <a:gd name="connsiteY9" fmla="*/ 39062 h 72386"/>
                  <a:gd name="connsiteX10" fmla="*/ 45287 w 48436"/>
                  <a:gd name="connsiteY10" fmla="*/ 48191 h 72386"/>
                  <a:gd name="connsiteX11" fmla="*/ 38521 w 48436"/>
                  <a:gd name="connsiteY11" fmla="*/ 65160 h 72386"/>
                  <a:gd name="connsiteX12" fmla="*/ 20585 w 48436"/>
                  <a:gd name="connsiteY12" fmla="*/ 72570 h 72386"/>
                  <a:gd name="connsiteX13" fmla="*/ 5979 w 48436"/>
                  <a:gd name="connsiteY13" fmla="*/ 67093 h 72386"/>
                  <a:gd name="connsiteX14" fmla="*/ 341 w 48436"/>
                  <a:gd name="connsiteY14" fmla="*/ 53292 h 72386"/>
                  <a:gd name="connsiteX15" fmla="*/ 4315 w 48436"/>
                  <a:gd name="connsiteY15" fmla="*/ 39921 h 72386"/>
                  <a:gd name="connsiteX16" fmla="*/ 15269 w 48436"/>
                  <a:gd name="connsiteY16" fmla="*/ 32403 h 72386"/>
                  <a:gd name="connsiteX17" fmla="*/ 15914 w 48436"/>
                  <a:gd name="connsiteY17" fmla="*/ 19891 h 72386"/>
                  <a:gd name="connsiteX18" fmla="*/ 18867 w 48436"/>
                  <a:gd name="connsiteY18" fmla="*/ 27194 h 72386"/>
                  <a:gd name="connsiteX19" fmla="*/ 26922 w 48436"/>
                  <a:gd name="connsiteY19" fmla="*/ 29987 h 72386"/>
                  <a:gd name="connsiteX20" fmla="*/ 36642 w 48436"/>
                  <a:gd name="connsiteY20" fmla="*/ 26335 h 72386"/>
                  <a:gd name="connsiteX21" fmla="*/ 40400 w 48436"/>
                  <a:gd name="connsiteY21" fmla="*/ 17367 h 72386"/>
                  <a:gd name="connsiteX22" fmla="*/ 37447 w 48436"/>
                  <a:gd name="connsiteY22" fmla="*/ 10011 h 72386"/>
                  <a:gd name="connsiteX23" fmla="*/ 29392 w 48436"/>
                  <a:gd name="connsiteY23" fmla="*/ 7218 h 72386"/>
                  <a:gd name="connsiteX24" fmla="*/ 22304 w 48436"/>
                  <a:gd name="connsiteY24" fmla="*/ 8990 h 72386"/>
                  <a:gd name="connsiteX25" fmla="*/ 17525 w 48436"/>
                  <a:gd name="connsiteY25" fmla="*/ 13823 h 72386"/>
                  <a:gd name="connsiteX26" fmla="*/ 15914 w 48436"/>
                  <a:gd name="connsiteY26" fmla="*/ 19891 h 72386"/>
                  <a:gd name="connsiteX27" fmla="*/ 9094 w 48436"/>
                  <a:gd name="connsiteY27" fmla="*/ 54044 h 72386"/>
                  <a:gd name="connsiteX28" fmla="*/ 10544 w 48436"/>
                  <a:gd name="connsiteY28" fmla="*/ 59682 h 72386"/>
                  <a:gd name="connsiteX29" fmla="*/ 14893 w 48436"/>
                  <a:gd name="connsiteY29" fmla="*/ 63978 h 72386"/>
                  <a:gd name="connsiteX30" fmla="*/ 21498 w 48436"/>
                  <a:gd name="connsiteY30" fmla="*/ 65589 h 72386"/>
                  <a:gd name="connsiteX31" fmla="*/ 32990 w 48436"/>
                  <a:gd name="connsiteY31" fmla="*/ 58931 h 72386"/>
                  <a:gd name="connsiteX32" fmla="*/ 36480 w 48436"/>
                  <a:gd name="connsiteY32" fmla="*/ 47654 h 72386"/>
                  <a:gd name="connsiteX33" fmla="*/ 33258 w 48436"/>
                  <a:gd name="connsiteY33" fmla="*/ 39599 h 72386"/>
                  <a:gd name="connsiteX34" fmla="*/ 24828 w 48436"/>
                  <a:gd name="connsiteY34" fmla="*/ 36431 h 72386"/>
                  <a:gd name="connsiteX35" fmla="*/ 13712 w 48436"/>
                  <a:gd name="connsiteY35" fmla="*/ 41317 h 72386"/>
                  <a:gd name="connsiteX36" fmla="*/ 9094 w 48436"/>
                  <a:gd name="connsiteY36" fmla="*/ 54044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69" y="32403"/>
                    </a:moveTo>
                    <a:cubicBezTo>
                      <a:pt x="12638" y="30953"/>
                      <a:pt x="10651" y="29074"/>
                      <a:pt x="9309" y="26818"/>
                    </a:cubicBezTo>
                    <a:cubicBezTo>
                      <a:pt x="7966" y="24509"/>
                      <a:pt x="7322" y="22093"/>
                      <a:pt x="7322" y="19462"/>
                    </a:cubicBezTo>
                    <a:cubicBezTo>
                      <a:pt x="7322" y="15219"/>
                      <a:pt x="8879" y="11246"/>
                      <a:pt x="11994" y="7594"/>
                    </a:cubicBezTo>
                    <a:cubicBezTo>
                      <a:pt x="16075" y="2654"/>
                      <a:pt x="21713" y="184"/>
                      <a:pt x="28748" y="184"/>
                    </a:cubicBezTo>
                    <a:cubicBezTo>
                      <a:pt x="34977" y="184"/>
                      <a:pt x="39863" y="1848"/>
                      <a:pt x="43408" y="5178"/>
                    </a:cubicBezTo>
                    <a:cubicBezTo>
                      <a:pt x="47005" y="8507"/>
                      <a:pt x="48778" y="12588"/>
                      <a:pt x="48778" y="17475"/>
                    </a:cubicBezTo>
                    <a:cubicBezTo>
                      <a:pt x="48778" y="20911"/>
                      <a:pt x="47811" y="24026"/>
                      <a:pt x="45878" y="26765"/>
                    </a:cubicBezTo>
                    <a:cubicBezTo>
                      <a:pt x="43945" y="29557"/>
                      <a:pt x="40937" y="31759"/>
                      <a:pt x="36803" y="33423"/>
                    </a:cubicBezTo>
                    <a:cubicBezTo>
                      <a:pt x="39649" y="35195"/>
                      <a:pt x="41689" y="37075"/>
                      <a:pt x="42924" y="39062"/>
                    </a:cubicBezTo>
                    <a:cubicBezTo>
                      <a:pt x="44482" y="41639"/>
                      <a:pt x="45287" y="44700"/>
                      <a:pt x="45287" y="48191"/>
                    </a:cubicBezTo>
                    <a:cubicBezTo>
                      <a:pt x="45287" y="54527"/>
                      <a:pt x="43032" y="60166"/>
                      <a:pt x="38521" y="65160"/>
                    </a:cubicBezTo>
                    <a:cubicBezTo>
                      <a:pt x="34010" y="70100"/>
                      <a:pt x="28050" y="72570"/>
                      <a:pt x="20585" y="72570"/>
                    </a:cubicBezTo>
                    <a:cubicBezTo>
                      <a:pt x="14625" y="72570"/>
                      <a:pt x="9738" y="70744"/>
                      <a:pt x="5979" y="67093"/>
                    </a:cubicBezTo>
                    <a:cubicBezTo>
                      <a:pt x="2220" y="63388"/>
                      <a:pt x="341" y="58823"/>
                      <a:pt x="341" y="53292"/>
                    </a:cubicBezTo>
                    <a:cubicBezTo>
                      <a:pt x="341" y="48137"/>
                      <a:pt x="1683" y="43680"/>
                      <a:pt x="4315" y="39921"/>
                    </a:cubicBezTo>
                    <a:cubicBezTo>
                      <a:pt x="7000" y="36216"/>
                      <a:pt x="10651" y="33692"/>
                      <a:pt x="15269" y="32403"/>
                    </a:cubicBezTo>
                    <a:moveTo>
                      <a:pt x="15914" y="19891"/>
                    </a:moveTo>
                    <a:cubicBezTo>
                      <a:pt x="15914" y="22898"/>
                      <a:pt x="16934" y="25315"/>
                      <a:pt x="18867" y="27194"/>
                    </a:cubicBezTo>
                    <a:cubicBezTo>
                      <a:pt x="20800" y="29020"/>
                      <a:pt x="23485" y="29987"/>
                      <a:pt x="26922" y="29987"/>
                    </a:cubicBezTo>
                    <a:cubicBezTo>
                      <a:pt x="30896" y="29987"/>
                      <a:pt x="34171" y="28752"/>
                      <a:pt x="36642" y="26335"/>
                    </a:cubicBezTo>
                    <a:cubicBezTo>
                      <a:pt x="39165" y="23865"/>
                      <a:pt x="40400" y="20911"/>
                      <a:pt x="40400" y="17367"/>
                    </a:cubicBezTo>
                    <a:cubicBezTo>
                      <a:pt x="40400" y="14360"/>
                      <a:pt x="39434" y="11890"/>
                      <a:pt x="37447" y="10011"/>
                    </a:cubicBezTo>
                    <a:cubicBezTo>
                      <a:pt x="35514" y="8131"/>
                      <a:pt x="32829" y="7218"/>
                      <a:pt x="29392" y="7218"/>
                    </a:cubicBezTo>
                    <a:cubicBezTo>
                      <a:pt x="26814" y="7218"/>
                      <a:pt x="24452" y="7809"/>
                      <a:pt x="22304" y="8990"/>
                    </a:cubicBezTo>
                    <a:cubicBezTo>
                      <a:pt x="20156" y="10172"/>
                      <a:pt x="18545" y="11783"/>
                      <a:pt x="17525" y="13823"/>
                    </a:cubicBezTo>
                    <a:cubicBezTo>
                      <a:pt x="16451" y="15917"/>
                      <a:pt x="15914" y="17904"/>
                      <a:pt x="15914" y="19891"/>
                    </a:cubicBezTo>
                    <a:moveTo>
                      <a:pt x="9094" y="54044"/>
                    </a:moveTo>
                    <a:cubicBezTo>
                      <a:pt x="9094" y="55977"/>
                      <a:pt x="9577" y="57910"/>
                      <a:pt x="10544" y="59682"/>
                    </a:cubicBezTo>
                    <a:cubicBezTo>
                      <a:pt x="11510" y="61508"/>
                      <a:pt x="12960" y="62904"/>
                      <a:pt x="14893" y="63978"/>
                    </a:cubicBezTo>
                    <a:cubicBezTo>
                      <a:pt x="16826" y="65052"/>
                      <a:pt x="19028" y="65589"/>
                      <a:pt x="21498" y="65589"/>
                    </a:cubicBezTo>
                    <a:cubicBezTo>
                      <a:pt x="26224" y="65589"/>
                      <a:pt x="30036" y="63388"/>
                      <a:pt x="32990" y="58931"/>
                    </a:cubicBezTo>
                    <a:cubicBezTo>
                      <a:pt x="35299" y="55440"/>
                      <a:pt x="36480" y="51681"/>
                      <a:pt x="36480" y="47654"/>
                    </a:cubicBezTo>
                    <a:cubicBezTo>
                      <a:pt x="36480" y="44378"/>
                      <a:pt x="35406" y="41693"/>
                      <a:pt x="33258" y="39599"/>
                    </a:cubicBezTo>
                    <a:cubicBezTo>
                      <a:pt x="31110" y="37505"/>
                      <a:pt x="28318" y="36431"/>
                      <a:pt x="24828" y="36431"/>
                    </a:cubicBezTo>
                    <a:cubicBezTo>
                      <a:pt x="20424" y="36431"/>
                      <a:pt x="16719" y="38095"/>
                      <a:pt x="13712" y="41317"/>
                    </a:cubicBezTo>
                    <a:cubicBezTo>
                      <a:pt x="10651" y="44593"/>
                      <a:pt x="9094" y="48835"/>
                      <a:pt x="9094" y="540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97" name="Freihandform: Form 496">
                <a:extLst>
                  <a:ext uri="{FF2B5EF4-FFF2-40B4-BE49-F238E27FC236}">
                    <a16:creationId xmlns:a16="http://schemas.microsoft.com/office/drawing/2014/main" id="{9FE6737F-5D2C-B369-FABE-D52A44B29D48}"/>
                  </a:ext>
                </a:extLst>
              </p:cNvPr>
              <p:cNvSpPr/>
              <p:nvPr/>
            </p:nvSpPr>
            <p:spPr>
              <a:xfrm>
                <a:off x="8488809" y="3049519"/>
                <a:ext cx="49725" cy="72332"/>
              </a:xfrm>
              <a:custGeom>
                <a:avLst/>
                <a:gdLst>
                  <a:gd name="connsiteX0" fmla="*/ 345 w 49725"/>
                  <a:gd name="connsiteY0" fmla="*/ 52755 h 72332"/>
                  <a:gd name="connsiteX1" fmla="*/ 8829 w 49725"/>
                  <a:gd name="connsiteY1" fmla="*/ 51735 h 72332"/>
                  <a:gd name="connsiteX2" fmla="*/ 13125 w 49725"/>
                  <a:gd name="connsiteY2" fmla="*/ 62367 h 72332"/>
                  <a:gd name="connsiteX3" fmla="*/ 21771 w 49725"/>
                  <a:gd name="connsiteY3" fmla="*/ 65589 h 72332"/>
                  <a:gd name="connsiteX4" fmla="*/ 32994 w 49725"/>
                  <a:gd name="connsiteY4" fmla="*/ 60971 h 72332"/>
                  <a:gd name="connsiteX5" fmla="*/ 37666 w 49725"/>
                  <a:gd name="connsiteY5" fmla="*/ 50339 h 72332"/>
                  <a:gd name="connsiteX6" fmla="*/ 34175 w 49725"/>
                  <a:gd name="connsiteY6" fmla="*/ 41693 h 72332"/>
                  <a:gd name="connsiteX7" fmla="*/ 24671 w 49725"/>
                  <a:gd name="connsiteY7" fmla="*/ 38256 h 72332"/>
                  <a:gd name="connsiteX8" fmla="*/ 21878 w 49725"/>
                  <a:gd name="connsiteY8" fmla="*/ 38471 h 72332"/>
                  <a:gd name="connsiteX9" fmla="*/ 23382 w 49725"/>
                  <a:gd name="connsiteY9" fmla="*/ 31168 h 72332"/>
                  <a:gd name="connsiteX10" fmla="*/ 25798 w 49725"/>
                  <a:gd name="connsiteY10" fmla="*/ 31383 h 72332"/>
                  <a:gd name="connsiteX11" fmla="*/ 37344 w 49725"/>
                  <a:gd name="connsiteY11" fmla="*/ 27731 h 72332"/>
                  <a:gd name="connsiteX12" fmla="*/ 41371 w 49725"/>
                  <a:gd name="connsiteY12" fmla="*/ 18764 h 72332"/>
                  <a:gd name="connsiteX13" fmla="*/ 38042 w 49725"/>
                  <a:gd name="connsiteY13" fmla="*/ 10547 h 72332"/>
                  <a:gd name="connsiteX14" fmla="*/ 29933 w 49725"/>
                  <a:gd name="connsiteY14" fmla="*/ 7218 h 72332"/>
                  <a:gd name="connsiteX15" fmla="*/ 21502 w 49725"/>
                  <a:gd name="connsiteY15" fmla="*/ 10601 h 72332"/>
                  <a:gd name="connsiteX16" fmla="*/ 16723 w 49725"/>
                  <a:gd name="connsiteY16" fmla="*/ 20267 h 72332"/>
                  <a:gd name="connsiteX17" fmla="*/ 8131 w 49725"/>
                  <a:gd name="connsiteY17" fmla="*/ 18495 h 72332"/>
                  <a:gd name="connsiteX18" fmla="*/ 16293 w 49725"/>
                  <a:gd name="connsiteY18" fmla="*/ 4963 h 72332"/>
                  <a:gd name="connsiteX19" fmla="*/ 30577 w 49725"/>
                  <a:gd name="connsiteY19" fmla="*/ 184 h 72332"/>
                  <a:gd name="connsiteX20" fmla="*/ 44700 w 49725"/>
                  <a:gd name="connsiteY20" fmla="*/ 5446 h 72332"/>
                  <a:gd name="connsiteX21" fmla="*/ 50070 w 49725"/>
                  <a:gd name="connsiteY21" fmla="*/ 18441 h 72332"/>
                  <a:gd name="connsiteX22" fmla="*/ 47117 w 49725"/>
                  <a:gd name="connsiteY22" fmla="*/ 28215 h 72332"/>
                  <a:gd name="connsiteX23" fmla="*/ 38364 w 49725"/>
                  <a:gd name="connsiteY23" fmla="*/ 35142 h 72332"/>
                  <a:gd name="connsiteX24" fmla="*/ 44593 w 49725"/>
                  <a:gd name="connsiteY24" fmla="*/ 41102 h 72332"/>
                  <a:gd name="connsiteX25" fmla="*/ 46634 w 49725"/>
                  <a:gd name="connsiteY25" fmla="*/ 49050 h 72332"/>
                  <a:gd name="connsiteX26" fmla="*/ 39492 w 49725"/>
                  <a:gd name="connsiteY26" fmla="*/ 65536 h 72332"/>
                  <a:gd name="connsiteX27" fmla="*/ 22469 w 49725"/>
                  <a:gd name="connsiteY27" fmla="*/ 72517 h 72332"/>
                  <a:gd name="connsiteX28" fmla="*/ 6950 w 49725"/>
                  <a:gd name="connsiteY28" fmla="*/ 67147 h 72332"/>
                  <a:gd name="connsiteX29" fmla="*/ 345 w 49725"/>
                  <a:gd name="connsiteY29" fmla="*/ 52755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45" y="52755"/>
                    </a:moveTo>
                    <a:lnTo>
                      <a:pt x="8829" y="51735"/>
                    </a:lnTo>
                    <a:cubicBezTo>
                      <a:pt x="9474" y="56675"/>
                      <a:pt x="10923" y="60219"/>
                      <a:pt x="13125" y="62367"/>
                    </a:cubicBezTo>
                    <a:cubicBezTo>
                      <a:pt x="15327" y="64515"/>
                      <a:pt x="18227" y="65589"/>
                      <a:pt x="21771" y="65589"/>
                    </a:cubicBezTo>
                    <a:cubicBezTo>
                      <a:pt x="26120" y="65589"/>
                      <a:pt x="29826" y="64032"/>
                      <a:pt x="32994" y="60971"/>
                    </a:cubicBezTo>
                    <a:cubicBezTo>
                      <a:pt x="36108" y="57857"/>
                      <a:pt x="37666" y="54312"/>
                      <a:pt x="37666" y="50339"/>
                    </a:cubicBezTo>
                    <a:cubicBezTo>
                      <a:pt x="37666" y="46848"/>
                      <a:pt x="36538" y="43948"/>
                      <a:pt x="34175" y="41693"/>
                    </a:cubicBezTo>
                    <a:cubicBezTo>
                      <a:pt x="31812" y="39438"/>
                      <a:pt x="28644" y="38256"/>
                      <a:pt x="24671" y="38256"/>
                    </a:cubicBezTo>
                    <a:cubicBezTo>
                      <a:pt x="24241" y="38256"/>
                      <a:pt x="23328" y="38364"/>
                      <a:pt x="21878" y="38471"/>
                    </a:cubicBezTo>
                    <a:lnTo>
                      <a:pt x="23382" y="31168"/>
                    </a:lnTo>
                    <a:cubicBezTo>
                      <a:pt x="24241" y="31329"/>
                      <a:pt x="25046" y="31383"/>
                      <a:pt x="25798" y="31383"/>
                    </a:cubicBezTo>
                    <a:cubicBezTo>
                      <a:pt x="30792" y="31383"/>
                      <a:pt x="34659" y="30148"/>
                      <a:pt x="37344" y="27731"/>
                    </a:cubicBezTo>
                    <a:cubicBezTo>
                      <a:pt x="40029" y="25261"/>
                      <a:pt x="41371" y="22308"/>
                      <a:pt x="41371" y="18764"/>
                    </a:cubicBezTo>
                    <a:cubicBezTo>
                      <a:pt x="41371" y="15488"/>
                      <a:pt x="40243" y="12749"/>
                      <a:pt x="38042" y="10547"/>
                    </a:cubicBezTo>
                    <a:cubicBezTo>
                      <a:pt x="35840" y="8292"/>
                      <a:pt x="33155" y="7218"/>
                      <a:pt x="29933" y="7218"/>
                    </a:cubicBezTo>
                    <a:cubicBezTo>
                      <a:pt x="26818" y="7218"/>
                      <a:pt x="24026" y="8346"/>
                      <a:pt x="21502" y="10601"/>
                    </a:cubicBezTo>
                    <a:cubicBezTo>
                      <a:pt x="19032" y="12857"/>
                      <a:pt x="17421" y="16079"/>
                      <a:pt x="16723" y="20267"/>
                    </a:cubicBezTo>
                    <a:lnTo>
                      <a:pt x="8131" y="18495"/>
                    </a:lnTo>
                    <a:cubicBezTo>
                      <a:pt x="9527" y="12696"/>
                      <a:pt x="12266" y="8185"/>
                      <a:pt x="16293" y="4963"/>
                    </a:cubicBezTo>
                    <a:cubicBezTo>
                      <a:pt x="20321" y="1795"/>
                      <a:pt x="25100" y="184"/>
                      <a:pt x="30577" y="184"/>
                    </a:cubicBezTo>
                    <a:cubicBezTo>
                      <a:pt x="36377" y="184"/>
                      <a:pt x="41103" y="1956"/>
                      <a:pt x="44700" y="5446"/>
                    </a:cubicBezTo>
                    <a:cubicBezTo>
                      <a:pt x="48245" y="8990"/>
                      <a:pt x="50070" y="13286"/>
                      <a:pt x="50070" y="18441"/>
                    </a:cubicBezTo>
                    <a:cubicBezTo>
                      <a:pt x="50070" y="22147"/>
                      <a:pt x="49104" y="25422"/>
                      <a:pt x="47117" y="28215"/>
                    </a:cubicBezTo>
                    <a:cubicBezTo>
                      <a:pt x="45184" y="31007"/>
                      <a:pt x="42284" y="33316"/>
                      <a:pt x="38364" y="35142"/>
                    </a:cubicBezTo>
                    <a:cubicBezTo>
                      <a:pt x="41156" y="36806"/>
                      <a:pt x="43197" y="38740"/>
                      <a:pt x="44593" y="41102"/>
                    </a:cubicBezTo>
                    <a:cubicBezTo>
                      <a:pt x="45935" y="43411"/>
                      <a:pt x="46634" y="46043"/>
                      <a:pt x="46634" y="49050"/>
                    </a:cubicBezTo>
                    <a:cubicBezTo>
                      <a:pt x="46634" y="55386"/>
                      <a:pt x="44271" y="60917"/>
                      <a:pt x="39492" y="65536"/>
                    </a:cubicBezTo>
                    <a:cubicBezTo>
                      <a:pt x="34766" y="70207"/>
                      <a:pt x="29074" y="72517"/>
                      <a:pt x="22469" y="72517"/>
                    </a:cubicBezTo>
                    <a:cubicBezTo>
                      <a:pt x="16079" y="72517"/>
                      <a:pt x="10870" y="70744"/>
                      <a:pt x="6950" y="67147"/>
                    </a:cubicBezTo>
                    <a:cubicBezTo>
                      <a:pt x="2976" y="63549"/>
                      <a:pt x="774" y="58769"/>
                      <a:pt x="345" y="527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98" name="Freihandform: Form 497">
                <a:extLst>
                  <a:ext uri="{FF2B5EF4-FFF2-40B4-BE49-F238E27FC236}">
                    <a16:creationId xmlns:a16="http://schemas.microsoft.com/office/drawing/2014/main" id="{F94AF8AD-F050-99CD-E30E-06751E30615A}"/>
                  </a:ext>
                </a:extLst>
              </p:cNvPr>
              <p:cNvSpPr/>
              <p:nvPr/>
            </p:nvSpPr>
            <p:spPr>
              <a:xfrm>
                <a:off x="8542953" y="3049841"/>
                <a:ext cx="49188" cy="70829"/>
              </a:xfrm>
              <a:custGeom>
                <a:avLst/>
                <a:gdLst>
                  <a:gd name="connsiteX0" fmla="*/ 25426 w 49188"/>
                  <a:gd name="connsiteY0" fmla="*/ 71013 h 70829"/>
                  <a:gd name="connsiteX1" fmla="*/ 29239 w 49188"/>
                  <a:gd name="connsiteY1" fmla="*/ 52916 h 70829"/>
                  <a:gd name="connsiteX2" fmla="*/ 349 w 49188"/>
                  <a:gd name="connsiteY2" fmla="*/ 52916 h 70829"/>
                  <a:gd name="connsiteX3" fmla="*/ 2175 w 49188"/>
                  <a:gd name="connsiteY3" fmla="*/ 44271 h 70829"/>
                  <a:gd name="connsiteX4" fmla="*/ 41858 w 49188"/>
                  <a:gd name="connsiteY4" fmla="*/ 184 h 70829"/>
                  <a:gd name="connsiteX5" fmla="*/ 49000 w 49188"/>
                  <a:gd name="connsiteY5" fmla="*/ 184 h 70829"/>
                  <a:gd name="connsiteX6" fmla="*/ 39549 w 49188"/>
                  <a:gd name="connsiteY6" fmla="*/ 45183 h 70829"/>
                  <a:gd name="connsiteX7" fmla="*/ 49537 w 49188"/>
                  <a:gd name="connsiteY7" fmla="*/ 45183 h 70829"/>
                  <a:gd name="connsiteX8" fmla="*/ 47926 w 49188"/>
                  <a:gd name="connsiteY8" fmla="*/ 52916 h 70829"/>
                  <a:gd name="connsiteX9" fmla="*/ 37992 w 49188"/>
                  <a:gd name="connsiteY9" fmla="*/ 52916 h 70829"/>
                  <a:gd name="connsiteX10" fmla="*/ 34179 w 49188"/>
                  <a:gd name="connsiteY10" fmla="*/ 71013 h 70829"/>
                  <a:gd name="connsiteX11" fmla="*/ 25426 w 49188"/>
                  <a:gd name="connsiteY11" fmla="*/ 71013 h 70829"/>
                  <a:gd name="connsiteX12" fmla="*/ 30850 w 49188"/>
                  <a:gd name="connsiteY12" fmla="*/ 45183 h 70829"/>
                  <a:gd name="connsiteX13" fmla="*/ 37025 w 49188"/>
                  <a:gd name="connsiteY13" fmla="*/ 15649 h 70829"/>
                  <a:gd name="connsiteX14" fmla="*/ 10605 w 49188"/>
                  <a:gd name="connsiteY14" fmla="*/ 45183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26" y="71013"/>
                    </a:moveTo>
                    <a:lnTo>
                      <a:pt x="29239" y="52916"/>
                    </a:lnTo>
                    <a:lnTo>
                      <a:pt x="349" y="52916"/>
                    </a:lnTo>
                    <a:lnTo>
                      <a:pt x="2175" y="44271"/>
                    </a:lnTo>
                    <a:lnTo>
                      <a:pt x="41858" y="184"/>
                    </a:lnTo>
                    <a:lnTo>
                      <a:pt x="49000" y="184"/>
                    </a:lnTo>
                    <a:lnTo>
                      <a:pt x="39549" y="45183"/>
                    </a:lnTo>
                    <a:lnTo>
                      <a:pt x="49537" y="45183"/>
                    </a:lnTo>
                    <a:lnTo>
                      <a:pt x="47926" y="52916"/>
                    </a:lnTo>
                    <a:lnTo>
                      <a:pt x="37992" y="52916"/>
                    </a:lnTo>
                    <a:lnTo>
                      <a:pt x="34179" y="71013"/>
                    </a:lnTo>
                    <a:lnTo>
                      <a:pt x="25426" y="71013"/>
                    </a:lnTo>
                    <a:moveTo>
                      <a:pt x="30850" y="45183"/>
                    </a:moveTo>
                    <a:lnTo>
                      <a:pt x="37025" y="15649"/>
                    </a:lnTo>
                    <a:lnTo>
                      <a:pt x="10605" y="45183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499" name="Freihandform: Form 498">
                <a:extLst>
                  <a:ext uri="{FF2B5EF4-FFF2-40B4-BE49-F238E27FC236}">
                    <a16:creationId xmlns:a16="http://schemas.microsoft.com/office/drawing/2014/main" id="{CB757B11-6483-8015-92B5-8A21F6431083}"/>
                  </a:ext>
                </a:extLst>
              </p:cNvPr>
              <p:cNvSpPr/>
              <p:nvPr/>
            </p:nvSpPr>
            <p:spPr>
              <a:xfrm>
                <a:off x="8601755" y="3049519"/>
                <a:ext cx="47953" cy="72332"/>
              </a:xfrm>
              <a:custGeom>
                <a:avLst/>
                <a:gdLst>
                  <a:gd name="connsiteX0" fmla="*/ 12006 w 47953"/>
                  <a:gd name="connsiteY0" fmla="*/ 30255 h 72332"/>
                  <a:gd name="connsiteX1" fmla="*/ 19309 w 47953"/>
                  <a:gd name="connsiteY1" fmla="*/ 25691 h 72332"/>
                  <a:gd name="connsiteX2" fmla="*/ 26558 w 47953"/>
                  <a:gd name="connsiteY2" fmla="*/ 24187 h 72332"/>
                  <a:gd name="connsiteX3" fmla="*/ 39875 w 47953"/>
                  <a:gd name="connsiteY3" fmla="*/ 29664 h 72332"/>
                  <a:gd name="connsiteX4" fmla="*/ 45138 w 47953"/>
                  <a:gd name="connsiteY4" fmla="*/ 44539 h 72332"/>
                  <a:gd name="connsiteX5" fmla="*/ 37298 w 47953"/>
                  <a:gd name="connsiteY5" fmla="*/ 65160 h 72332"/>
                  <a:gd name="connsiteX6" fmla="*/ 20866 w 47953"/>
                  <a:gd name="connsiteY6" fmla="*/ 72517 h 72332"/>
                  <a:gd name="connsiteX7" fmla="*/ 6206 w 47953"/>
                  <a:gd name="connsiteY7" fmla="*/ 66073 h 72332"/>
                  <a:gd name="connsiteX8" fmla="*/ 353 w 47953"/>
                  <a:gd name="connsiteY8" fmla="*/ 47707 h 72332"/>
                  <a:gd name="connsiteX9" fmla="*/ 4112 w 47953"/>
                  <a:gd name="connsiteY9" fmla="*/ 25637 h 72332"/>
                  <a:gd name="connsiteX10" fmla="*/ 11307 w 47953"/>
                  <a:gd name="connsiteY10" fmla="*/ 11192 h 72332"/>
                  <a:gd name="connsiteX11" fmla="*/ 20383 w 47953"/>
                  <a:gd name="connsiteY11" fmla="*/ 2869 h 72332"/>
                  <a:gd name="connsiteX12" fmla="*/ 31230 w 47953"/>
                  <a:gd name="connsiteY12" fmla="*/ 184 h 72332"/>
                  <a:gd name="connsiteX13" fmla="*/ 43044 w 47953"/>
                  <a:gd name="connsiteY13" fmla="*/ 4694 h 72332"/>
                  <a:gd name="connsiteX14" fmla="*/ 48306 w 47953"/>
                  <a:gd name="connsiteY14" fmla="*/ 17636 h 72332"/>
                  <a:gd name="connsiteX15" fmla="*/ 40144 w 47953"/>
                  <a:gd name="connsiteY15" fmla="*/ 18441 h 72332"/>
                  <a:gd name="connsiteX16" fmla="*/ 36922 w 47953"/>
                  <a:gd name="connsiteY16" fmla="*/ 10118 h 72332"/>
                  <a:gd name="connsiteX17" fmla="*/ 30585 w 47953"/>
                  <a:gd name="connsiteY17" fmla="*/ 7540 h 72332"/>
                  <a:gd name="connsiteX18" fmla="*/ 22745 w 47953"/>
                  <a:gd name="connsiteY18" fmla="*/ 10601 h 72332"/>
                  <a:gd name="connsiteX19" fmla="*/ 15926 w 47953"/>
                  <a:gd name="connsiteY19" fmla="*/ 19623 h 72332"/>
                  <a:gd name="connsiteX20" fmla="*/ 12006 w 47953"/>
                  <a:gd name="connsiteY20" fmla="*/ 30255 h 72332"/>
                  <a:gd name="connsiteX21" fmla="*/ 8945 w 47953"/>
                  <a:gd name="connsiteY21" fmla="*/ 51413 h 72332"/>
                  <a:gd name="connsiteX22" fmla="*/ 12650 w 47953"/>
                  <a:gd name="connsiteY22" fmla="*/ 61508 h 72332"/>
                  <a:gd name="connsiteX23" fmla="*/ 21081 w 47953"/>
                  <a:gd name="connsiteY23" fmla="*/ 65589 h 72332"/>
                  <a:gd name="connsiteX24" fmla="*/ 28062 w 47953"/>
                  <a:gd name="connsiteY24" fmla="*/ 63119 h 72332"/>
                  <a:gd name="connsiteX25" fmla="*/ 34291 w 47953"/>
                  <a:gd name="connsiteY25" fmla="*/ 55547 h 72332"/>
                  <a:gd name="connsiteX26" fmla="*/ 36815 w 47953"/>
                  <a:gd name="connsiteY26" fmla="*/ 45452 h 72332"/>
                  <a:gd name="connsiteX27" fmla="*/ 33270 w 47953"/>
                  <a:gd name="connsiteY27" fmla="*/ 35088 h 72332"/>
                  <a:gd name="connsiteX28" fmla="*/ 24679 w 47953"/>
                  <a:gd name="connsiteY28" fmla="*/ 31168 h 72332"/>
                  <a:gd name="connsiteX29" fmla="*/ 13939 w 47953"/>
                  <a:gd name="connsiteY29" fmla="*/ 36860 h 72332"/>
                  <a:gd name="connsiteX30" fmla="*/ 8945 w 47953"/>
                  <a:gd name="connsiteY30" fmla="*/ 5141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7953" h="72332">
                    <a:moveTo>
                      <a:pt x="12006" y="30255"/>
                    </a:moveTo>
                    <a:cubicBezTo>
                      <a:pt x="14422" y="28215"/>
                      <a:pt x="16892" y="26711"/>
                      <a:pt x="19309" y="25691"/>
                    </a:cubicBezTo>
                    <a:cubicBezTo>
                      <a:pt x="21725" y="24670"/>
                      <a:pt x="24142" y="24187"/>
                      <a:pt x="26558" y="24187"/>
                    </a:cubicBezTo>
                    <a:cubicBezTo>
                      <a:pt x="31928" y="24187"/>
                      <a:pt x="36385" y="26013"/>
                      <a:pt x="39875" y="29664"/>
                    </a:cubicBezTo>
                    <a:cubicBezTo>
                      <a:pt x="43366" y="33370"/>
                      <a:pt x="45138" y="38310"/>
                      <a:pt x="45138" y="44539"/>
                    </a:cubicBezTo>
                    <a:cubicBezTo>
                      <a:pt x="45138" y="52540"/>
                      <a:pt x="42560" y="59414"/>
                      <a:pt x="37298" y="65160"/>
                    </a:cubicBezTo>
                    <a:cubicBezTo>
                      <a:pt x="32787" y="70100"/>
                      <a:pt x="27310" y="72517"/>
                      <a:pt x="20866" y="72517"/>
                    </a:cubicBezTo>
                    <a:cubicBezTo>
                      <a:pt x="15013" y="72517"/>
                      <a:pt x="10126" y="70369"/>
                      <a:pt x="6206" y="66073"/>
                    </a:cubicBezTo>
                    <a:cubicBezTo>
                      <a:pt x="2286" y="61777"/>
                      <a:pt x="353" y="55655"/>
                      <a:pt x="353" y="47707"/>
                    </a:cubicBezTo>
                    <a:cubicBezTo>
                      <a:pt x="353" y="40565"/>
                      <a:pt x="1588" y="33209"/>
                      <a:pt x="4112" y="25637"/>
                    </a:cubicBezTo>
                    <a:cubicBezTo>
                      <a:pt x="6045" y="19784"/>
                      <a:pt x="8461" y="14951"/>
                      <a:pt x="11307" y="11192"/>
                    </a:cubicBezTo>
                    <a:cubicBezTo>
                      <a:pt x="14154" y="7379"/>
                      <a:pt x="17161" y="4641"/>
                      <a:pt x="20383" y="2869"/>
                    </a:cubicBezTo>
                    <a:cubicBezTo>
                      <a:pt x="23605" y="1096"/>
                      <a:pt x="27202" y="184"/>
                      <a:pt x="31230" y="184"/>
                    </a:cubicBezTo>
                    <a:cubicBezTo>
                      <a:pt x="36063" y="184"/>
                      <a:pt x="39983" y="1687"/>
                      <a:pt x="43044" y="4694"/>
                    </a:cubicBezTo>
                    <a:cubicBezTo>
                      <a:pt x="46105" y="7701"/>
                      <a:pt x="47877" y="12051"/>
                      <a:pt x="48306" y="17636"/>
                    </a:cubicBezTo>
                    <a:lnTo>
                      <a:pt x="40144" y="18441"/>
                    </a:lnTo>
                    <a:cubicBezTo>
                      <a:pt x="39714" y="14575"/>
                      <a:pt x="38640" y="11836"/>
                      <a:pt x="36922" y="10118"/>
                    </a:cubicBezTo>
                    <a:cubicBezTo>
                      <a:pt x="35204" y="8400"/>
                      <a:pt x="33056" y="7540"/>
                      <a:pt x="30585" y="7540"/>
                    </a:cubicBezTo>
                    <a:cubicBezTo>
                      <a:pt x="28008" y="7540"/>
                      <a:pt x="25377" y="8561"/>
                      <a:pt x="22745" y="10601"/>
                    </a:cubicBezTo>
                    <a:cubicBezTo>
                      <a:pt x="20060" y="12588"/>
                      <a:pt x="17805" y="15595"/>
                      <a:pt x="15926" y="19623"/>
                    </a:cubicBezTo>
                    <a:cubicBezTo>
                      <a:pt x="13992" y="23596"/>
                      <a:pt x="12704" y="27141"/>
                      <a:pt x="12006" y="30255"/>
                    </a:cubicBezTo>
                    <a:moveTo>
                      <a:pt x="8945" y="51413"/>
                    </a:moveTo>
                    <a:cubicBezTo>
                      <a:pt x="8945" y="55440"/>
                      <a:pt x="10180" y="58769"/>
                      <a:pt x="12650" y="61508"/>
                    </a:cubicBezTo>
                    <a:cubicBezTo>
                      <a:pt x="15174" y="64247"/>
                      <a:pt x="17966" y="65589"/>
                      <a:pt x="21081" y="65589"/>
                    </a:cubicBezTo>
                    <a:cubicBezTo>
                      <a:pt x="23282" y="65589"/>
                      <a:pt x="25591" y="64730"/>
                      <a:pt x="28062" y="63119"/>
                    </a:cubicBezTo>
                    <a:cubicBezTo>
                      <a:pt x="30478" y="61454"/>
                      <a:pt x="32572" y="58931"/>
                      <a:pt x="34291" y="55547"/>
                    </a:cubicBezTo>
                    <a:cubicBezTo>
                      <a:pt x="35955" y="52164"/>
                      <a:pt x="36815" y="48781"/>
                      <a:pt x="36815" y="45452"/>
                    </a:cubicBezTo>
                    <a:cubicBezTo>
                      <a:pt x="36815" y="41102"/>
                      <a:pt x="35633" y="37666"/>
                      <a:pt x="33270" y="35088"/>
                    </a:cubicBezTo>
                    <a:cubicBezTo>
                      <a:pt x="30908" y="32457"/>
                      <a:pt x="28062" y="31168"/>
                      <a:pt x="24679" y="31168"/>
                    </a:cubicBezTo>
                    <a:cubicBezTo>
                      <a:pt x="20866" y="31168"/>
                      <a:pt x="17268" y="33047"/>
                      <a:pt x="13939" y="36860"/>
                    </a:cubicBezTo>
                    <a:cubicBezTo>
                      <a:pt x="10609" y="40619"/>
                      <a:pt x="8945" y="45506"/>
                      <a:pt x="8945" y="514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00" name="Freihandform: Form 499">
                <a:extLst>
                  <a:ext uri="{FF2B5EF4-FFF2-40B4-BE49-F238E27FC236}">
                    <a16:creationId xmlns:a16="http://schemas.microsoft.com/office/drawing/2014/main" id="{A4A3FAC3-191C-2457-8632-2A6A168525DE}"/>
                  </a:ext>
                </a:extLst>
              </p:cNvPr>
              <p:cNvSpPr/>
              <p:nvPr/>
            </p:nvSpPr>
            <p:spPr>
              <a:xfrm>
                <a:off x="8660504" y="3050807"/>
                <a:ext cx="46933" cy="69862"/>
              </a:xfrm>
              <a:custGeom>
                <a:avLst/>
                <a:gdLst>
                  <a:gd name="connsiteX0" fmla="*/ 2720 w 46933"/>
                  <a:gd name="connsiteY0" fmla="*/ 70046 h 69862"/>
                  <a:gd name="connsiteX1" fmla="*/ 7660 w 46933"/>
                  <a:gd name="connsiteY1" fmla="*/ 52863 h 69862"/>
                  <a:gd name="connsiteX2" fmla="*/ 19474 w 46933"/>
                  <a:gd name="connsiteY2" fmla="*/ 28752 h 69862"/>
                  <a:gd name="connsiteX3" fmla="*/ 35691 w 46933"/>
                  <a:gd name="connsiteY3" fmla="*/ 8185 h 69862"/>
                  <a:gd name="connsiteX4" fmla="*/ 357 w 46933"/>
                  <a:gd name="connsiteY4" fmla="*/ 8185 h 69862"/>
                  <a:gd name="connsiteX5" fmla="*/ 2075 w 46933"/>
                  <a:gd name="connsiteY5" fmla="*/ 184 h 69862"/>
                  <a:gd name="connsiteX6" fmla="*/ 47290 w 46933"/>
                  <a:gd name="connsiteY6" fmla="*/ 184 h 69862"/>
                  <a:gd name="connsiteX7" fmla="*/ 45625 w 46933"/>
                  <a:gd name="connsiteY7" fmla="*/ 8185 h 69862"/>
                  <a:gd name="connsiteX8" fmla="*/ 25542 w 46933"/>
                  <a:gd name="connsiteY8" fmla="*/ 34229 h 69862"/>
                  <a:gd name="connsiteX9" fmla="*/ 11848 w 46933"/>
                  <a:gd name="connsiteY9" fmla="*/ 70046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720" y="70046"/>
                    </a:moveTo>
                    <a:cubicBezTo>
                      <a:pt x="3525" y="65267"/>
                      <a:pt x="5136" y="59521"/>
                      <a:pt x="7660" y="52863"/>
                    </a:cubicBezTo>
                    <a:cubicBezTo>
                      <a:pt x="10667" y="44754"/>
                      <a:pt x="14587" y="36699"/>
                      <a:pt x="19474" y="28752"/>
                    </a:cubicBezTo>
                    <a:cubicBezTo>
                      <a:pt x="24307" y="20750"/>
                      <a:pt x="29730" y="13931"/>
                      <a:pt x="35691" y="8185"/>
                    </a:cubicBezTo>
                    <a:lnTo>
                      <a:pt x="357" y="8185"/>
                    </a:lnTo>
                    <a:lnTo>
                      <a:pt x="2075" y="184"/>
                    </a:lnTo>
                    <a:lnTo>
                      <a:pt x="47290" y="184"/>
                    </a:lnTo>
                    <a:lnTo>
                      <a:pt x="45625" y="8185"/>
                    </a:lnTo>
                    <a:cubicBezTo>
                      <a:pt x="38000" y="14897"/>
                      <a:pt x="31288" y="23596"/>
                      <a:pt x="25542" y="34229"/>
                    </a:cubicBezTo>
                    <a:cubicBezTo>
                      <a:pt x="18883" y="46526"/>
                      <a:pt x="14319" y="58447"/>
                      <a:pt x="11848" y="7004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01" name="Freihandform: Form 500">
                <a:extLst>
                  <a:ext uri="{FF2B5EF4-FFF2-40B4-BE49-F238E27FC236}">
                    <a16:creationId xmlns:a16="http://schemas.microsoft.com/office/drawing/2014/main" id="{4BFACA6C-46B2-B389-B3AD-A0D2717001B5}"/>
                  </a:ext>
                </a:extLst>
              </p:cNvPr>
              <p:cNvSpPr/>
              <p:nvPr/>
            </p:nvSpPr>
            <p:spPr>
              <a:xfrm>
                <a:off x="8710982" y="3049519"/>
                <a:ext cx="48436" cy="72386"/>
              </a:xfrm>
              <a:custGeom>
                <a:avLst/>
                <a:gdLst>
                  <a:gd name="connsiteX0" fmla="*/ 15289 w 48436"/>
                  <a:gd name="connsiteY0" fmla="*/ 32403 h 72386"/>
                  <a:gd name="connsiteX1" fmla="*/ 9329 w 48436"/>
                  <a:gd name="connsiteY1" fmla="*/ 26818 h 72386"/>
                  <a:gd name="connsiteX2" fmla="*/ 7342 w 48436"/>
                  <a:gd name="connsiteY2" fmla="*/ 19462 h 72386"/>
                  <a:gd name="connsiteX3" fmla="*/ 12014 w 48436"/>
                  <a:gd name="connsiteY3" fmla="*/ 7594 h 72386"/>
                  <a:gd name="connsiteX4" fmla="*/ 28768 w 48436"/>
                  <a:gd name="connsiteY4" fmla="*/ 184 h 72386"/>
                  <a:gd name="connsiteX5" fmla="*/ 43428 w 48436"/>
                  <a:gd name="connsiteY5" fmla="*/ 5178 h 72386"/>
                  <a:gd name="connsiteX6" fmla="*/ 48798 w 48436"/>
                  <a:gd name="connsiteY6" fmla="*/ 17475 h 72386"/>
                  <a:gd name="connsiteX7" fmla="*/ 45898 w 48436"/>
                  <a:gd name="connsiteY7" fmla="*/ 26765 h 72386"/>
                  <a:gd name="connsiteX8" fmla="*/ 36823 w 48436"/>
                  <a:gd name="connsiteY8" fmla="*/ 33423 h 72386"/>
                  <a:gd name="connsiteX9" fmla="*/ 42944 w 48436"/>
                  <a:gd name="connsiteY9" fmla="*/ 39062 h 72386"/>
                  <a:gd name="connsiteX10" fmla="*/ 45307 w 48436"/>
                  <a:gd name="connsiteY10" fmla="*/ 48191 h 72386"/>
                  <a:gd name="connsiteX11" fmla="*/ 38541 w 48436"/>
                  <a:gd name="connsiteY11" fmla="*/ 65160 h 72386"/>
                  <a:gd name="connsiteX12" fmla="*/ 20605 w 48436"/>
                  <a:gd name="connsiteY12" fmla="*/ 72570 h 72386"/>
                  <a:gd name="connsiteX13" fmla="*/ 5999 w 48436"/>
                  <a:gd name="connsiteY13" fmla="*/ 67093 h 72386"/>
                  <a:gd name="connsiteX14" fmla="*/ 361 w 48436"/>
                  <a:gd name="connsiteY14" fmla="*/ 53292 h 72386"/>
                  <a:gd name="connsiteX15" fmla="*/ 4335 w 48436"/>
                  <a:gd name="connsiteY15" fmla="*/ 39921 h 72386"/>
                  <a:gd name="connsiteX16" fmla="*/ 15289 w 48436"/>
                  <a:gd name="connsiteY16" fmla="*/ 32403 h 72386"/>
                  <a:gd name="connsiteX17" fmla="*/ 15934 w 48436"/>
                  <a:gd name="connsiteY17" fmla="*/ 19891 h 72386"/>
                  <a:gd name="connsiteX18" fmla="*/ 18887 w 48436"/>
                  <a:gd name="connsiteY18" fmla="*/ 27194 h 72386"/>
                  <a:gd name="connsiteX19" fmla="*/ 26942 w 48436"/>
                  <a:gd name="connsiteY19" fmla="*/ 29987 h 72386"/>
                  <a:gd name="connsiteX20" fmla="*/ 36662 w 48436"/>
                  <a:gd name="connsiteY20" fmla="*/ 26335 h 72386"/>
                  <a:gd name="connsiteX21" fmla="*/ 40420 w 48436"/>
                  <a:gd name="connsiteY21" fmla="*/ 17367 h 72386"/>
                  <a:gd name="connsiteX22" fmla="*/ 37467 w 48436"/>
                  <a:gd name="connsiteY22" fmla="*/ 10011 h 72386"/>
                  <a:gd name="connsiteX23" fmla="*/ 29412 w 48436"/>
                  <a:gd name="connsiteY23" fmla="*/ 7218 h 72386"/>
                  <a:gd name="connsiteX24" fmla="*/ 22324 w 48436"/>
                  <a:gd name="connsiteY24" fmla="*/ 8990 h 72386"/>
                  <a:gd name="connsiteX25" fmla="*/ 17545 w 48436"/>
                  <a:gd name="connsiteY25" fmla="*/ 13823 h 72386"/>
                  <a:gd name="connsiteX26" fmla="*/ 15934 w 48436"/>
                  <a:gd name="connsiteY26" fmla="*/ 19891 h 72386"/>
                  <a:gd name="connsiteX27" fmla="*/ 9114 w 48436"/>
                  <a:gd name="connsiteY27" fmla="*/ 54044 h 72386"/>
                  <a:gd name="connsiteX28" fmla="*/ 10564 w 48436"/>
                  <a:gd name="connsiteY28" fmla="*/ 59682 h 72386"/>
                  <a:gd name="connsiteX29" fmla="*/ 14913 w 48436"/>
                  <a:gd name="connsiteY29" fmla="*/ 63978 h 72386"/>
                  <a:gd name="connsiteX30" fmla="*/ 21518 w 48436"/>
                  <a:gd name="connsiteY30" fmla="*/ 65589 h 72386"/>
                  <a:gd name="connsiteX31" fmla="*/ 33010 w 48436"/>
                  <a:gd name="connsiteY31" fmla="*/ 58931 h 72386"/>
                  <a:gd name="connsiteX32" fmla="*/ 36500 w 48436"/>
                  <a:gd name="connsiteY32" fmla="*/ 47654 h 72386"/>
                  <a:gd name="connsiteX33" fmla="*/ 33278 w 48436"/>
                  <a:gd name="connsiteY33" fmla="*/ 39599 h 72386"/>
                  <a:gd name="connsiteX34" fmla="*/ 24848 w 48436"/>
                  <a:gd name="connsiteY34" fmla="*/ 36431 h 72386"/>
                  <a:gd name="connsiteX35" fmla="*/ 13732 w 48436"/>
                  <a:gd name="connsiteY35" fmla="*/ 41317 h 72386"/>
                  <a:gd name="connsiteX36" fmla="*/ 9114 w 48436"/>
                  <a:gd name="connsiteY36" fmla="*/ 54044 h 7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8436" h="72386">
                    <a:moveTo>
                      <a:pt x="15289" y="32403"/>
                    </a:moveTo>
                    <a:cubicBezTo>
                      <a:pt x="12658" y="30953"/>
                      <a:pt x="10671" y="29074"/>
                      <a:pt x="9329" y="26818"/>
                    </a:cubicBezTo>
                    <a:cubicBezTo>
                      <a:pt x="7986" y="24509"/>
                      <a:pt x="7342" y="22093"/>
                      <a:pt x="7342" y="19462"/>
                    </a:cubicBezTo>
                    <a:cubicBezTo>
                      <a:pt x="7342" y="15219"/>
                      <a:pt x="8899" y="11246"/>
                      <a:pt x="12014" y="7594"/>
                    </a:cubicBezTo>
                    <a:cubicBezTo>
                      <a:pt x="16095" y="2654"/>
                      <a:pt x="21733" y="184"/>
                      <a:pt x="28768" y="184"/>
                    </a:cubicBezTo>
                    <a:cubicBezTo>
                      <a:pt x="34997" y="184"/>
                      <a:pt x="39883" y="1848"/>
                      <a:pt x="43428" y="5178"/>
                    </a:cubicBezTo>
                    <a:cubicBezTo>
                      <a:pt x="47025" y="8507"/>
                      <a:pt x="48798" y="12588"/>
                      <a:pt x="48798" y="17475"/>
                    </a:cubicBezTo>
                    <a:cubicBezTo>
                      <a:pt x="48798" y="20911"/>
                      <a:pt x="47831" y="24026"/>
                      <a:pt x="45898" y="26765"/>
                    </a:cubicBezTo>
                    <a:cubicBezTo>
                      <a:pt x="43965" y="29557"/>
                      <a:pt x="40957" y="31759"/>
                      <a:pt x="36823" y="33423"/>
                    </a:cubicBezTo>
                    <a:cubicBezTo>
                      <a:pt x="39669" y="35195"/>
                      <a:pt x="41709" y="37075"/>
                      <a:pt x="42944" y="39062"/>
                    </a:cubicBezTo>
                    <a:cubicBezTo>
                      <a:pt x="44502" y="41639"/>
                      <a:pt x="45307" y="44700"/>
                      <a:pt x="45307" y="48191"/>
                    </a:cubicBezTo>
                    <a:cubicBezTo>
                      <a:pt x="45307" y="54527"/>
                      <a:pt x="43052" y="60166"/>
                      <a:pt x="38541" y="65160"/>
                    </a:cubicBezTo>
                    <a:cubicBezTo>
                      <a:pt x="34030" y="70100"/>
                      <a:pt x="28070" y="72570"/>
                      <a:pt x="20605" y="72570"/>
                    </a:cubicBezTo>
                    <a:cubicBezTo>
                      <a:pt x="14645" y="72570"/>
                      <a:pt x="9758" y="70744"/>
                      <a:pt x="5999" y="67093"/>
                    </a:cubicBezTo>
                    <a:cubicBezTo>
                      <a:pt x="2240" y="63388"/>
                      <a:pt x="361" y="58823"/>
                      <a:pt x="361" y="53292"/>
                    </a:cubicBezTo>
                    <a:cubicBezTo>
                      <a:pt x="361" y="48137"/>
                      <a:pt x="1703" y="43680"/>
                      <a:pt x="4335" y="39921"/>
                    </a:cubicBezTo>
                    <a:cubicBezTo>
                      <a:pt x="7020" y="36216"/>
                      <a:pt x="10671" y="33692"/>
                      <a:pt x="15289" y="32403"/>
                    </a:cubicBezTo>
                    <a:moveTo>
                      <a:pt x="15934" y="19891"/>
                    </a:moveTo>
                    <a:cubicBezTo>
                      <a:pt x="15934" y="22898"/>
                      <a:pt x="16954" y="25315"/>
                      <a:pt x="18887" y="27194"/>
                    </a:cubicBezTo>
                    <a:cubicBezTo>
                      <a:pt x="20820" y="29020"/>
                      <a:pt x="23505" y="29987"/>
                      <a:pt x="26942" y="29987"/>
                    </a:cubicBezTo>
                    <a:cubicBezTo>
                      <a:pt x="30916" y="29987"/>
                      <a:pt x="34191" y="28752"/>
                      <a:pt x="36662" y="26335"/>
                    </a:cubicBezTo>
                    <a:cubicBezTo>
                      <a:pt x="39185" y="23865"/>
                      <a:pt x="40420" y="20911"/>
                      <a:pt x="40420" y="17367"/>
                    </a:cubicBezTo>
                    <a:cubicBezTo>
                      <a:pt x="40420" y="14360"/>
                      <a:pt x="39454" y="11890"/>
                      <a:pt x="37467" y="10011"/>
                    </a:cubicBezTo>
                    <a:cubicBezTo>
                      <a:pt x="35534" y="8131"/>
                      <a:pt x="32849" y="7218"/>
                      <a:pt x="29412" y="7218"/>
                    </a:cubicBezTo>
                    <a:cubicBezTo>
                      <a:pt x="26834" y="7218"/>
                      <a:pt x="24472" y="7809"/>
                      <a:pt x="22324" y="8990"/>
                    </a:cubicBezTo>
                    <a:cubicBezTo>
                      <a:pt x="20176" y="10172"/>
                      <a:pt x="18565" y="11783"/>
                      <a:pt x="17545" y="13823"/>
                    </a:cubicBezTo>
                    <a:cubicBezTo>
                      <a:pt x="16471" y="15917"/>
                      <a:pt x="15934" y="17904"/>
                      <a:pt x="15934" y="19891"/>
                    </a:cubicBezTo>
                    <a:moveTo>
                      <a:pt x="9114" y="54044"/>
                    </a:moveTo>
                    <a:cubicBezTo>
                      <a:pt x="9114" y="55977"/>
                      <a:pt x="9597" y="57910"/>
                      <a:pt x="10564" y="59682"/>
                    </a:cubicBezTo>
                    <a:cubicBezTo>
                      <a:pt x="11530" y="61508"/>
                      <a:pt x="12980" y="62904"/>
                      <a:pt x="14913" y="63978"/>
                    </a:cubicBezTo>
                    <a:cubicBezTo>
                      <a:pt x="16846" y="65052"/>
                      <a:pt x="19048" y="65589"/>
                      <a:pt x="21518" y="65589"/>
                    </a:cubicBezTo>
                    <a:cubicBezTo>
                      <a:pt x="26244" y="65589"/>
                      <a:pt x="30057" y="63388"/>
                      <a:pt x="33010" y="58931"/>
                    </a:cubicBezTo>
                    <a:cubicBezTo>
                      <a:pt x="35319" y="55440"/>
                      <a:pt x="36500" y="51681"/>
                      <a:pt x="36500" y="47654"/>
                    </a:cubicBezTo>
                    <a:cubicBezTo>
                      <a:pt x="36500" y="44378"/>
                      <a:pt x="35426" y="41693"/>
                      <a:pt x="33278" y="39599"/>
                    </a:cubicBezTo>
                    <a:cubicBezTo>
                      <a:pt x="31130" y="37505"/>
                      <a:pt x="28338" y="36431"/>
                      <a:pt x="24848" y="36431"/>
                    </a:cubicBezTo>
                    <a:cubicBezTo>
                      <a:pt x="20444" y="36431"/>
                      <a:pt x="16739" y="38095"/>
                      <a:pt x="13732" y="41317"/>
                    </a:cubicBezTo>
                    <a:cubicBezTo>
                      <a:pt x="10671" y="44593"/>
                      <a:pt x="9114" y="48835"/>
                      <a:pt x="9114" y="540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02" name="Freihandform: Form 501">
                <a:extLst>
                  <a:ext uri="{FF2B5EF4-FFF2-40B4-BE49-F238E27FC236}">
                    <a16:creationId xmlns:a16="http://schemas.microsoft.com/office/drawing/2014/main" id="{45665EF2-B3A5-1CFD-B143-3BCE9243DB12}"/>
                  </a:ext>
                </a:extLst>
              </p:cNvPr>
              <p:cNvSpPr/>
              <p:nvPr/>
            </p:nvSpPr>
            <p:spPr>
              <a:xfrm>
                <a:off x="8764321" y="3110789"/>
                <a:ext cx="11974" cy="9880"/>
              </a:xfrm>
              <a:custGeom>
                <a:avLst/>
                <a:gdLst>
                  <a:gd name="connsiteX0" fmla="*/ 365 w 11974"/>
                  <a:gd name="connsiteY0" fmla="*/ 10064 h 9880"/>
                  <a:gd name="connsiteX1" fmla="*/ 2459 w 11974"/>
                  <a:gd name="connsiteY1" fmla="*/ 184 h 9880"/>
                  <a:gd name="connsiteX2" fmla="*/ 12340 w 11974"/>
                  <a:gd name="connsiteY2" fmla="*/ 184 h 9880"/>
                  <a:gd name="connsiteX3" fmla="*/ 10245 w 11974"/>
                  <a:gd name="connsiteY3" fmla="*/ 10064 h 9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974" h="9880">
                    <a:moveTo>
                      <a:pt x="365" y="10064"/>
                    </a:moveTo>
                    <a:lnTo>
                      <a:pt x="2459" y="184"/>
                    </a:lnTo>
                    <a:lnTo>
                      <a:pt x="12340" y="184"/>
                    </a:lnTo>
                    <a:lnTo>
                      <a:pt x="10245" y="10064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03" name="Freihandform: Form 502">
                <a:extLst>
                  <a:ext uri="{FF2B5EF4-FFF2-40B4-BE49-F238E27FC236}">
                    <a16:creationId xmlns:a16="http://schemas.microsoft.com/office/drawing/2014/main" id="{EB096F5D-02CC-537D-8C6E-BF10E13C5591}"/>
                  </a:ext>
                </a:extLst>
              </p:cNvPr>
              <p:cNvSpPr/>
              <p:nvPr/>
            </p:nvSpPr>
            <p:spPr>
              <a:xfrm>
                <a:off x="8800782" y="3049519"/>
                <a:ext cx="32810" cy="71151"/>
              </a:xfrm>
              <a:custGeom>
                <a:avLst/>
                <a:gdLst>
                  <a:gd name="connsiteX0" fmla="*/ 9549 w 32810"/>
                  <a:gd name="connsiteY0" fmla="*/ 71335 h 71151"/>
                  <a:gd name="connsiteX1" fmla="*/ 20719 w 32810"/>
                  <a:gd name="connsiteY1" fmla="*/ 17851 h 71151"/>
                  <a:gd name="connsiteX2" fmla="*/ 367 w 32810"/>
                  <a:gd name="connsiteY2" fmla="*/ 26980 h 71151"/>
                  <a:gd name="connsiteX3" fmla="*/ 1978 w 32810"/>
                  <a:gd name="connsiteY3" fmla="*/ 19032 h 71151"/>
                  <a:gd name="connsiteX4" fmla="*/ 14865 w 32810"/>
                  <a:gd name="connsiteY4" fmla="*/ 12212 h 71151"/>
                  <a:gd name="connsiteX5" fmla="*/ 24424 w 32810"/>
                  <a:gd name="connsiteY5" fmla="*/ 4909 h 71151"/>
                  <a:gd name="connsiteX6" fmla="*/ 28076 w 32810"/>
                  <a:gd name="connsiteY6" fmla="*/ 184 h 71151"/>
                  <a:gd name="connsiteX7" fmla="*/ 33177 w 32810"/>
                  <a:gd name="connsiteY7" fmla="*/ 184 h 71151"/>
                  <a:gd name="connsiteX8" fmla="*/ 18302 w 32810"/>
                  <a:gd name="connsiteY8" fmla="*/ 71335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49" y="71335"/>
                    </a:moveTo>
                    <a:lnTo>
                      <a:pt x="20719" y="17851"/>
                    </a:lnTo>
                    <a:cubicBezTo>
                      <a:pt x="15886" y="21663"/>
                      <a:pt x="9120" y="24670"/>
                      <a:pt x="367" y="26980"/>
                    </a:cubicBezTo>
                    <a:lnTo>
                      <a:pt x="1978" y="19032"/>
                    </a:lnTo>
                    <a:cubicBezTo>
                      <a:pt x="6327" y="17314"/>
                      <a:pt x="10623" y="15058"/>
                      <a:pt x="14865" y="12212"/>
                    </a:cubicBezTo>
                    <a:cubicBezTo>
                      <a:pt x="19108" y="9420"/>
                      <a:pt x="22276" y="7003"/>
                      <a:pt x="24424" y="4909"/>
                    </a:cubicBezTo>
                    <a:cubicBezTo>
                      <a:pt x="25713" y="3620"/>
                      <a:pt x="26948" y="2009"/>
                      <a:pt x="28076" y="184"/>
                    </a:cubicBezTo>
                    <a:lnTo>
                      <a:pt x="33177" y="184"/>
                    </a:lnTo>
                    <a:lnTo>
                      <a:pt x="18302" y="71335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504" name="Grafik 4">
              <a:extLst>
                <a:ext uri="{FF2B5EF4-FFF2-40B4-BE49-F238E27FC236}">
                  <a16:creationId xmlns:a16="http://schemas.microsoft.com/office/drawing/2014/main" id="{44AF201F-B588-28C3-2F71-769EF4DB3C27}"/>
                </a:ext>
              </a:extLst>
            </p:cNvPr>
            <p:cNvGrpSpPr/>
            <p:nvPr/>
          </p:nvGrpSpPr>
          <p:grpSpPr>
            <a:xfrm>
              <a:off x="7563895" y="5449225"/>
              <a:ext cx="650504" cy="72332"/>
              <a:chOff x="7563895" y="5449225"/>
              <a:chExt cx="650504" cy="72332"/>
            </a:xfrm>
            <a:solidFill>
              <a:srgbClr val="000000"/>
            </a:solidFill>
          </p:grpSpPr>
          <p:sp>
            <p:nvSpPr>
              <p:cNvPr id="505" name="Freihandform: Form 504">
                <a:extLst>
                  <a:ext uri="{FF2B5EF4-FFF2-40B4-BE49-F238E27FC236}">
                    <a16:creationId xmlns:a16="http://schemas.microsoft.com/office/drawing/2014/main" id="{5F973158-5151-E61E-48E4-21128C89DF60}"/>
                  </a:ext>
                </a:extLst>
              </p:cNvPr>
              <p:cNvSpPr/>
              <p:nvPr/>
            </p:nvSpPr>
            <p:spPr>
              <a:xfrm>
                <a:off x="7563895" y="5449547"/>
                <a:ext cx="79206" cy="70829"/>
              </a:xfrm>
              <a:custGeom>
                <a:avLst/>
                <a:gdLst>
                  <a:gd name="connsiteX0" fmla="*/ 278 w 79206"/>
                  <a:gd name="connsiteY0" fmla="*/ 71187 h 70829"/>
                  <a:gd name="connsiteX1" fmla="*/ 34109 w 79206"/>
                  <a:gd name="connsiteY1" fmla="*/ 35370 h 70829"/>
                  <a:gd name="connsiteX2" fmla="*/ 14025 w 79206"/>
                  <a:gd name="connsiteY2" fmla="*/ 358 h 70829"/>
                  <a:gd name="connsiteX3" fmla="*/ 24443 w 79206"/>
                  <a:gd name="connsiteY3" fmla="*/ 358 h 70829"/>
                  <a:gd name="connsiteX4" fmla="*/ 33572 w 79206"/>
                  <a:gd name="connsiteY4" fmla="*/ 16361 h 70829"/>
                  <a:gd name="connsiteX5" fmla="*/ 37760 w 79206"/>
                  <a:gd name="connsiteY5" fmla="*/ 23771 h 70829"/>
                  <a:gd name="connsiteX6" fmla="*/ 40499 w 79206"/>
                  <a:gd name="connsiteY6" fmla="*/ 29409 h 70829"/>
                  <a:gd name="connsiteX7" fmla="*/ 51561 w 79206"/>
                  <a:gd name="connsiteY7" fmla="*/ 16736 h 70829"/>
                  <a:gd name="connsiteX8" fmla="*/ 67134 w 79206"/>
                  <a:gd name="connsiteY8" fmla="*/ 358 h 70829"/>
                  <a:gd name="connsiteX9" fmla="*/ 79485 w 79206"/>
                  <a:gd name="connsiteY9" fmla="*/ 358 h 70829"/>
                  <a:gd name="connsiteX10" fmla="*/ 45224 w 79206"/>
                  <a:gd name="connsiteY10" fmla="*/ 36927 h 70829"/>
                  <a:gd name="connsiteX11" fmla="*/ 64664 w 79206"/>
                  <a:gd name="connsiteY11" fmla="*/ 71187 h 70829"/>
                  <a:gd name="connsiteX12" fmla="*/ 54353 w 79206"/>
                  <a:gd name="connsiteY12" fmla="*/ 71187 h 70829"/>
                  <a:gd name="connsiteX13" fmla="*/ 42862 w 79206"/>
                  <a:gd name="connsiteY13" fmla="*/ 50460 h 70829"/>
                  <a:gd name="connsiteX14" fmla="*/ 38942 w 79206"/>
                  <a:gd name="connsiteY14" fmla="*/ 42620 h 70829"/>
                  <a:gd name="connsiteX15" fmla="*/ 32605 w 79206"/>
                  <a:gd name="connsiteY15" fmla="*/ 50137 h 70829"/>
                  <a:gd name="connsiteX16" fmla="*/ 12790 w 79206"/>
                  <a:gd name="connsiteY16" fmla="*/ 7118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278" y="71187"/>
                    </a:moveTo>
                    <a:lnTo>
                      <a:pt x="34109" y="35370"/>
                    </a:lnTo>
                    <a:lnTo>
                      <a:pt x="14025" y="358"/>
                    </a:lnTo>
                    <a:lnTo>
                      <a:pt x="24443" y="358"/>
                    </a:lnTo>
                    <a:lnTo>
                      <a:pt x="33572" y="16361"/>
                    </a:lnTo>
                    <a:cubicBezTo>
                      <a:pt x="35988" y="20603"/>
                      <a:pt x="37384" y="23073"/>
                      <a:pt x="37760" y="23771"/>
                    </a:cubicBezTo>
                    <a:cubicBezTo>
                      <a:pt x="38566" y="25382"/>
                      <a:pt x="39532" y="27261"/>
                      <a:pt x="40499" y="29409"/>
                    </a:cubicBezTo>
                    <a:cubicBezTo>
                      <a:pt x="42915" y="26187"/>
                      <a:pt x="46567" y="21999"/>
                      <a:pt x="51561" y="16736"/>
                    </a:cubicBezTo>
                    <a:lnTo>
                      <a:pt x="67134" y="358"/>
                    </a:lnTo>
                    <a:lnTo>
                      <a:pt x="79485" y="358"/>
                    </a:lnTo>
                    <a:lnTo>
                      <a:pt x="45224" y="36927"/>
                    </a:lnTo>
                    <a:lnTo>
                      <a:pt x="64664" y="71187"/>
                    </a:lnTo>
                    <a:lnTo>
                      <a:pt x="54353" y="71187"/>
                    </a:lnTo>
                    <a:lnTo>
                      <a:pt x="42862" y="50460"/>
                    </a:lnTo>
                    <a:cubicBezTo>
                      <a:pt x="41734" y="48419"/>
                      <a:pt x="40445" y="45841"/>
                      <a:pt x="38942" y="42620"/>
                    </a:cubicBezTo>
                    <a:cubicBezTo>
                      <a:pt x="37223" y="44982"/>
                      <a:pt x="35075" y="47452"/>
                      <a:pt x="32605" y="50137"/>
                    </a:cubicBezTo>
                    <a:lnTo>
                      <a:pt x="12790" y="7118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06" name="Freihandform: Form 505">
                <a:extLst>
                  <a:ext uri="{FF2B5EF4-FFF2-40B4-BE49-F238E27FC236}">
                    <a16:creationId xmlns:a16="http://schemas.microsoft.com/office/drawing/2014/main" id="{2017AB93-C831-F071-036D-B78C243EA5A4}"/>
                  </a:ext>
                </a:extLst>
              </p:cNvPr>
              <p:cNvSpPr/>
              <p:nvPr/>
            </p:nvSpPr>
            <p:spPr>
              <a:xfrm>
                <a:off x="7637279" y="5449547"/>
                <a:ext cx="64815" cy="70829"/>
              </a:xfrm>
              <a:custGeom>
                <a:avLst/>
                <a:gdLst>
                  <a:gd name="connsiteX0" fmla="*/ 283 w 64815"/>
                  <a:gd name="connsiteY0" fmla="*/ 71187 h 70829"/>
                  <a:gd name="connsiteX1" fmla="*/ 15104 w 64815"/>
                  <a:gd name="connsiteY1" fmla="*/ 358 h 70829"/>
                  <a:gd name="connsiteX2" fmla="*/ 44692 w 64815"/>
                  <a:gd name="connsiteY2" fmla="*/ 358 h 70829"/>
                  <a:gd name="connsiteX3" fmla="*/ 56238 w 64815"/>
                  <a:gd name="connsiteY3" fmla="*/ 2077 h 70829"/>
                  <a:gd name="connsiteX4" fmla="*/ 62574 w 64815"/>
                  <a:gd name="connsiteY4" fmla="*/ 8144 h 70829"/>
                  <a:gd name="connsiteX5" fmla="*/ 65098 w 64815"/>
                  <a:gd name="connsiteY5" fmla="*/ 17757 h 70829"/>
                  <a:gd name="connsiteX6" fmla="*/ 63326 w 64815"/>
                  <a:gd name="connsiteY6" fmla="*/ 26671 h 70829"/>
                  <a:gd name="connsiteX7" fmla="*/ 58815 w 64815"/>
                  <a:gd name="connsiteY7" fmla="*/ 34189 h 70829"/>
                  <a:gd name="connsiteX8" fmla="*/ 53284 w 64815"/>
                  <a:gd name="connsiteY8" fmla="*/ 38592 h 70829"/>
                  <a:gd name="connsiteX9" fmla="*/ 47270 w 64815"/>
                  <a:gd name="connsiteY9" fmla="*/ 40847 h 70829"/>
                  <a:gd name="connsiteX10" fmla="*/ 33469 w 64815"/>
                  <a:gd name="connsiteY10" fmla="*/ 42405 h 70829"/>
                  <a:gd name="connsiteX11" fmla="*/ 15748 w 64815"/>
                  <a:gd name="connsiteY11" fmla="*/ 42405 h 70829"/>
                  <a:gd name="connsiteX12" fmla="*/ 9788 w 64815"/>
                  <a:gd name="connsiteY12" fmla="*/ 71187 h 70829"/>
                  <a:gd name="connsiteX13" fmla="*/ 283 w 64815"/>
                  <a:gd name="connsiteY13" fmla="*/ 71187 h 70829"/>
                  <a:gd name="connsiteX14" fmla="*/ 17467 w 64815"/>
                  <a:gd name="connsiteY14" fmla="*/ 34403 h 70829"/>
                  <a:gd name="connsiteX15" fmla="*/ 33040 w 64815"/>
                  <a:gd name="connsiteY15" fmla="*/ 34403 h 70829"/>
                  <a:gd name="connsiteX16" fmla="*/ 46411 w 64815"/>
                  <a:gd name="connsiteY16" fmla="*/ 32470 h 70829"/>
                  <a:gd name="connsiteX17" fmla="*/ 53230 w 64815"/>
                  <a:gd name="connsiteY17" fmla="*/ 26510 h 70829"/>
                  <a:gd name="connsiteX18" fmla="*/ 55754 w 64815"/>
                  <a:gd name="connsiteY18" fmla="*/ 17972 h 70829"/>
                  <a:gd name="connsiteX19" fmla="*/ 54412 w 64815"/>
                  <a:gd name="connsiteY19" fmla="*/ 12279 h 70829"/>
                  <a:gd name="connsiteX20" fmla="*/ 50599 w 64815"/>
                  <a:gd name="connsiteY20" fmla="*/ 9057 h 70829"/>
                  <a:gd name="connsiteX21" fmla="*/ 41148 w 64815"/>
                  <a:gd name="connsiteY21" fmla="*/ 8037 h 70829"/>
                  <a:gd name="connsiteX22" fmla="*/ 22944 w 64815"/>
                  <a:gd name="connsiteY22" fmla="*/ 803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283" y="71187"/>
                    </a:moveTo>
                    <a:lnTo>
                      <a:pt x="15104" y="358"/>
                    </a:lnTo>
                    <a:lnTo>
                      <a:pt x="44692" y="358"/>
                    </a:lnTo>
                    <a:cubicBezTo>
                      <a:pt x="49847" y="358"/>
                      <a:pt x="53660" y="949"/>
                      <a:pt x="56238" y="2077"/>
                    </a:cubicBezTo>
                    <a:cubicBezTo>
                      <a:pt x="58815" y="3258"/>
                      <a:pt x="60909" y="5298"/>
                      <a:pt x="62574" y="8144"/>
                    </a:cubicBezTo>
                    <a:cubicBezTo>
                      <a:pt x="64239" y="10991"/>
                      <a:pt x="65098" y="14213"/>
                      <a:pt x="65098" y="17757"/>
                    </a:cubicBezTo>
                    <a:cubicBezTo>
                      <a:pt x="65098" y="20656"/>
                      <a:pt x="64507" y="23664"/>
                      <a:pt x="63326" y="26671"/>
                    </a:cubicBezTo>
                    <a:cubicBezTo>
                      <a:pt x="62144" y="29732"/>
                      <a:pt x="60641" y="32202"/>
                      <a:pt x="58815" y="34189"/>
                    </a:cubicBezTo>
                    <a:cubicBezTo>
                      <a:pt x="56989" y="36122"/>
                      <a:pt x="55110" y="37625"/>
                      <a:pt x="53284" y="38592"/>
                    </a:cubicBezTo>
                    <a:cubicBezTo>
                      <a:pt x="51405" y="39612"/>
                      <a:pt x="49418" y="40364"/>
                      <a:pt x="47270" y="40847"/>
                    </a:cubicBezTo>
                    <a:cubicBezTo>
                      <a:pt x="42705" y="41921"/>
                      <a:pt x="38141" y="42405"/>
                      <a:pt x="33469" y="42405"/>
                    </a:cubicBezTo>
                    <a:lnTo>
                      <a:pt x="15748" y="42405"/>
                    </a:lnTo>
                    <a:lnTo>
                      <a:pt x="9788" y="71187"/>
                    </a:lnTo>
                    <a:lnTo>
                      <a:pt x="283" y="71187"/>
                    </a:lnTo>
                    <a:moveTo>
                      <a:pt x="17467" y="34403"/>
                    </a:moveTo>
                    <a:lnTo>
                      <a:pt x="33040" y="34403"/>
                    </a:lnTo>
                    <a:cubicBezTo>
                      <a:pt x="39107" y="34403"/>
                      <a:pt x="43565" y="33759"/>
                      <a:pt x="46411" y="32470"/>
                    </a:cubicBezTo>
                    <a:cubicBezTo>
                      <a:pt x="49257" y="31128"/>
                      <a:pt x="51512" y="29141"/>
                      <a:pt x="53230" y="26510"/>
                    </a:cubicBezTo>
                    <a:cubicBezTo>
                      <a:pt x="54895" y="23825"/>
                      <a:pt x="55754" y="20979"/>
                      <a:pt x="55754" y="17972"/>
                    </a:cubicBezTo>
                    <a:cubicBezTo>
                      <a:pt x="55754" y="15662"/>
                      <a:pt x="55325" y="13783"/>
                      <a:pt x="54412" y="12279"/>
                    </a:cubicBezTo>
                    <a:cubicBezTo>
                      <a:pt x="53499" y="10830"/>
                      <a:pt x="52264" y="9755"/>
                      <a:pt x="50599" y="9057"/>
                    </a:cubicBezTo>
                    <a:cubicBezTo>
                      <a:pt x="48935" y="8359"/>
                      <a:pt x="45820" y="8037"/>
                      <a:pt x="41148" y="8037"/>
                    </a:cubicBezTo>
                    <a:lnTo>
                      <a:pt x="22944" y="803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07" name="Freihandform: Form 506">
                <a:extLst>
                  <a:ext uri="{FF2B5EF4-FFF2-40B4-BE49-F238E27FC236}">
                    <a16:creationId xmlns:a16="http://schemas.microsoft.com/office/drawing/2014/main" id="{5C226A47-D90D-111E-A9AB-86F578FF6945}"/>
                  </a:ext>
                </a:extLst>
              </p:cNvPr>
              <p:cNvSpPr/>
              <p:nvPr/>
            </p:nvSpPr>
            <p:spPr>
              <a:xfrm>
                <a:off x="7733538" y="5449225"/>
                <a:ext cx="48973" cy="72332"/>
              </a:xfrm>
              <a:custGeom>
                <a:avLst/>
                <a:gdLst>
                  <a:gd name="connsiteX0" fmla="*/ 290 w 48973"/>
                  <a:gd name="connsiteY0" fmla="*/ 48258 h 72332"/>
                  <a:gd name="connsiteX1" fmla="*/ 2975 w 48973"/>
                  <a:gd name="connsiteY1" fmla="*/ 30000 h 72332"/>
                  <a:gd name="connsiteX2" fmla="*/ 8989 w 48973"/>
                  <a:gd name="connsiteY2" fmla="*/ 15179 h 72332"/>
                  <a:gd name="connsiteX3" fmla="*/ 15755 w 48973"/>
                  <a:gd name="connsiteY3" fmla="*/ 6480 h 72332"/>
                  <a:gd name="connsiteX4" fmla="*/ 22736 w 48973"/>
                  <a:gd name="connsiteY4" fmla="*/ 1862 h 72332"/>
                  <a:gd name="connsiteX5" fmla="*/ 30254 w 48973"/>
                  <a:gd name="connsiteY5" fmla="*/ 358 h 72332"/>
                  <a:gd name="connsiteX6" fmla="*/ 43840 w 48973"/>
                  <a:gd name="connsiteY6" fmla="*/ 6426 h 72332"/>
                  <a:gd name="connsiteX7" fmla="*/ 49263 w 48973"/>
                  <a:gd name="connsiteY7" fmla="*/ 23878 h 72332"/>
                  <a:gd name="connsiteX8" fmla="*/ 45505 w 48973"/>
                  <a:gd name="connsiteY8" fmla="*/ 47130 h 72332"/>
                  <a:gd name="connsiteX9" fmla="*/ 33154 w 48973"/>
                  <a:gd name="connsiteY9" fmla="*/ 67536 h 72332"/>
                  <a:gd name="connsiteX10" fmla="*/ 19246 w 48973"/>
                  <a:gd name="connsiteY10" fmla="*/ 72691 h 72332"/>
                  <a:gd name="connsiteX11" fmla="*/ 5821 w 48973"/>
                  <a:gd name="connsiteY11" fmla="*/ 66462 h 72332"/>
                  <a:gd name="connsiteX12" fmla="*/ 290 w 48973"/>
                  <a:gd name="connsiteY12" fmla="*/ 48258 h 72332"/>
                  <a:gd name="connsiteX13" fmla="*/ 8774 w 48973"/>
                  <a:gd name="connsiteY13" fmla="*/ 50513 h 72332"/>
                  <a:gd name="connsiteX14" fmla="*/ 10922 w 48973"/>
                  <a:gd name="connsiteY14" fmla="*/ 60662 h 72332"/>
                  <a:gd name="connsiteX15" fmla="*/ 19675 w 48973"/>
                  <a:gd name="connsiteY15" fmla="*/ 65764 h 72332"/>
                  <a:gd name="connsiteX16" fmla="*/ 28911 w 48973"/>
                  <a:gd name="connsiteY16" fmla="*/ 61146 h 72332"/>
                  <a:gd name="connsiteX17" fmla="*/ 37933 w 48973"/>
                  <a:gd name="connsiteY17" fmla="*/ 42190 h 72332"/>
                  <a:gd name="connsiteX18" fmla="*/ 40940 w 48973"/>
                  <a:gd name="connsiteY18" fmla="*/ 21784 h 72332"/>
                  <a:gd name="connsiteX19" fmla="*/ 38040 w 48973"/>
                  <a:gd name="connsiteY19" fmla="*/ 10776 h 72332"/>
                  <a:gd name="connsiteX20" fmla="*/ 30308 w 48973"/>
                  <a:gd name="connsiteY20" fmla="*/ 7393 h 72332"/>
                  <a:gd name="connsiteX21" fmla="*/ 23810 w 48973"/>
                  <a:gd name="connsiteY21" fmla="*/ 9165 h 72332"/>
                  <a:gd name="connsiteX22" fmla="*/ 18064 w 48973"/>
                  <a:gd name="connsiteY22" fmla="*/ 15287 h 72332"/>
                  <a:gd name="connsiteX23" fmla="*/ 11244 w 48973"/>
                  <a:gd name="connsiteY23" fmla="*/ 33652 h 72332"/>
                  <a:gd name="connsiteX24" fmla="*/ 8774 w 48973"/>
                  <a:gd name="connsiteY24" fmla="*/ 5051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90" y="48258"/>
                    </a:moveTo>
                    <a:cubicBezTo>
                      <a:pt x="290" y="42297"/>
                      <a:pt x="1203" y="36176"/>
                      <a:pt x="2975" y="30000"/>
                    </a:cubicBezTo>
                    <a:cubicBezTo>
                      <a:pt x="4800" y="23825"/>
                      <a:pt x="6787" y="18884"/>
                      <a:pt x="8989" y="15179"/>
                    </a:cubicBezTo>
                    <a:cubicBezTo>
                      <a:pt x="11137" y="11474"/>
                      <a:pt x="13446" y="8574"/>
                      <a:pt x="15755" y="6480"/>
                    </a:cubicBezTo>
                    <a:cubicBezTo>
                      <a:pt x="18118" y="4386"/>
                      <a:pt x="20427" y="2828"/>
                      <a:pt x="22736" y="1862"/>
                    </a:cubicBezTo>
                    <a:cubicBezTo>
                      <a:pt x="24991" y="841"/>
                      <a:pt x="27515" y="358"/>
                      <a:pt x="30254" y="358"/>
                    </a:cubicBezTo>
                    <a:cubicBezTo>
                      <a:pt x="35678" y="358"/>
                      <a:pt x="40188" y="2399"/>
                      <a:pt x="43840" y="6426"/>
                    </a:cubicBezTo>
                    <a:cubicBezTo>
                      <a:pt x="47438" y="10454"/>
                      <a:pt x="49263" y="16253"/>
                      <a:pt x="49263" y="23878"/>
                    </a:cubicBezTo>
                    <a:cubicBezTo>
                      <a:pt x="49263" y="31665"/>
                      <a:pt x="48028" y="39451"/>
                      <a:pt x="45505" y="47130"/>
                    </a:cubicBezTo>
                    <a:cubicBezTo>
                      <a:pt x="42551" y="56205"/>
                      <a:pt x="38416" y="63025"/>
                      <a:pt x="33154" y="67536"/>
                    </a:cubicBezTo>
                    <a:cubicBezTo>
                      <a:pt x="29073" y="70973"/>
                      <a:pt x="24454" y="72691"/>
                      <a:pt x="19246" y="72691"/>
                    </a:cubicBezTo>
                    <a:cubicBezTo>
                      <a:pt x="13929" y="72691"/>
                      <a:pt x="9472" y="70650"/>
                      <a:pt x="5821" y="66462"/>
                    </a:cubicBezTo>
                    <a:cubicBezTo>
                      <a:pt x="2169" y="62273"/>
                      <a:pt x="290" y="56205"/>
                      <a:pt x="290" y="48258"/>
                    </a:cubicBezTo>
                    <a:moveTo>
                      <a:pt x="8774" y="50513"/>
                    </a:moveTo>
                    <a:cubicBezTo>
                      <a:pt x="8774" y="54863"/>
                      <a:pt x="9472" y="58246"/>
                      <a:pt x="10922" y="60662"/>
                    </a:cubicBezTo>
                    <a:cubicBezTo>
                      <a:pt x="12909" y="64045"/>
                      <a:pt x="15809" y="65764"/>
                      <a:pt x="19675" y="65764"/>
                    </a:cubicBezTo>
                    <a:cubicBezTo>
                      <a:pt x="23058" y="65764"/>
                      <a:pt x="26173" y="64207"/>
                      <a:pt x="28911" y="61146"/>
                    </a:cubicBezTo>
                    <a:cubicBezTo>
                      <a:pt x="32939" y="56850"/>
                      <a:pt x="35946" y="50513"/>
                      <a:pt x="37933" y="42190"/>
                    </a:cubicBezTo>
                    <a:cubicBezTo>
                      <a:pt x="39973" y="33867"/>
                      <a:pt x="40940" y="27047"/>
                      <a:pt x="40940" y="21784"/>
                    </a:cubicBezTo>
                    <a:cubicBezTo>
                      <a:pt x="40940" y="16683"/>
                      <a:pt x="39973" y="13031"/>
                      <a:pt x="38040" y="10776"/>
                    </a:cubicBezTo>
                    <a:cubicBezTo>
                      <a:pt x="36107" y="8520"/>
                      <a:pt x="33530" y="7393"/>
                      <a:pt x="30308" y="7393"/>
                    </a:cubicBezTo>
                    <a:cubicBezTo>
                      <a:pt x="27999" y="7393"/>
                      <a:pt x="25851" y="7983"/>
                      <a:pt x="23810" y="9165"/>
                    </a:cubicBezTo>
                    <a:cubicBezTo>
                      <a:pt x="21823" y="10346"/>
                      <a:pt x="19890" y="12387"/>
                      <a:pt x="18064" y="15287"/>
                    </a:cubicBezTo>
                    <a:cubicBezTo>
                      <a:pt x="15433" y="19421"/>
                      <a:pt x="13178" y="25543"/>
                      <a:pt x="11244" y="33652"/>
                    </a:cubicBezTo>
                    <a:cubicBezTo>
                      <a:pt x="9580" y="40633"/>
                      <a:pt x="8774" y="46217"/>
                      <a:pt x="8774" y="505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08" name="Freihandform: Form 507">
                <a:extLst>
                  <a:ext uri="{FF2B5EF4-FFF2-40B4-BE49-F238E27FC236}">
                    <a16:creationId xmlns:a16="http://schemas.microsoft.com/office/drawing/2014/main" id="{A48420A7-C2B3-64E9-1730-5CEFDD7D9C74}"/>
                  </a:ext>
                </a:extLst>
              </p:cNvPr>
              <p:cNvSpPr/>
              <p:nvPr/>
            </p:nvSpPr>
            <p:spPr>
              <a:xfrm>
                <a:off x="7788581" y="5449225"/>
                <a:ext cx="48973" cy="72332"/>
              </a:xfrm>
              <a:custGeom>
                <a:avLst/>
                <a:gdLst>
                  <a:gd name="connsiteX0" fmla="*/ 294 w 48973"/>
                  <a:gd name="connsiteY0" fmla="*/ 48258 h 72332"/>
                  <a:gd name="connsiteX1" fmla="*/ 2979 w 48973"/>
                  <a:gd name="connsiteY1" fmla="*/ 30000 h 72332"/>
                  <a:gd name="connsiteX2" fmla="*/ 8993 w 48973"/>
                  <a:gd name="connsiteY2" fmla="*/ 15179 h 72332"/>
                  <a:gd name="connsiteX3" fmla="*/ 15759 w 48973"/>
                  <a:gd name="connsiteY3" fmla="*/ 6480 h 72332"/>
                  <a:gd name="connsiteX4" fmla="*/ 22740 w 48973"/>
                  <a:gd name="connsiteY4" fmla="*/ 1862 h 72332"/>
                  <a:gd name="connsiteX5" fmla="*/ 30258 w 48973"/>
                  <a:gd name="connsiteY5" fmla="*/ 358 h 72332"/>
                  <a:gd name="connsiteX6" fmla="*/ 43844 w 48973"/>
                  <a:gd name="connsiteY6" fmla="*/ 6426 h 72332"/>
                  <a:gd name="connsiteX7" fmla="*/ 49267 w 48973"/>
                  <a:gd name="connsiteY7" fmla="*/ 23878 h 72332"/>
                  <a:gd name="connsiteX8" fmla="*/ 45509 w 48973"/>
                  <a:gd name="connsiteY8" fmla="*/ 47130 h 72332"/>
                  <a:gd name="connsiteX9" fmla="*/ 33158 w 48973"/>
                  <a:gd name="connsiteY9" fmla="*/ 67536 h 72332"/>
                  <a:gd name="connsiteX10" fmla="*/ 19250 w 48973"/>
                  <a:gd name="connsiteY10" fmla="*/ 72691 h 72332"/>
                  <a:gd name="connsiteX11" fmla="*/ 5825 w 48973"/>
                  <a:gd name="connsiteY11" fmla="*/ 66462 h 72332"/>
                  <a:gd name="connsiteX12" fmla="*/ 294 w 48973"/>
                  <a:gd name="connsiteY12" fmla="*/ 48258 h 72332"/>
                  <a:gd name="connsiteX13" fmla="*/ 8778 w 48973"/>
                  <a:gd name="connsiteY13" fmla="*/ 50513 h 72332"/>
                  <a:gd name="connsiteX14" fmla="*/ 10926 w 48973"/>
                  <a:gd name="connsiteY14" fmla="*/ 60662 h 72332"/>
                  <a:gd name="connsiteX15" fmla="*/ 19679 w 48973"/>
                  <a:gd name="connsiteY15" fmla="*/ 65764 h 72332"/>
                  <a:gd name="connsiteX16" fmla="*/ 28915 w 48973"/>
                  <a:gd name="connsiteY16" fmla="*/ 61146 h 72332"/>
                  <a:gd name="connsiteX17" fmla="*/ 37937 w 48973"/>
                  <a:gd name="connsiteY17" fmla="*/ 42190 h 72332"/>
                  <a:gd name="connsiteX18" fmla="*/ 40944 w 48973"/>
                  <a:gd name="connsiteY18" fmla="*/ 21784 h 72332"/>
                  <a:gd name="connsiteX19" fmla="*/ 38044 w 48973"/>
                  <a:gd name="connsiteY19" fmla="*/ 10776 h 72332"/>
                  <a:gd name="connsiteX20" fmla="*/ 30312 w 48973"/>
                  <a:gd name="connsiteY20" fmla="*/ 7393 h 72332"/>
                  <a:gd name="connsiteX21" fmla="*/ 23814 w 48973"/>
                  <a:gd name="connsiteY21" fmla="*/ 9165 h 72332"/>
                  <a:gd name="connsiteX22" fmla="*/ 18068 w 48973"/>
                  <a:gd name="connsiteY22" fmla="*/ 15287 h 72332"/>
                  <a:gd name="connsiteX23" fmla="*/ 11248 w 48973"/>
                  <a:gd name="connsiteY23" fmla="*/ 33652 h 72332"/>
                  <a:gd name="connsiteX24" fmla="*/ 8778 w 48973"/>
                  <a:gd name="connsiteY24" fmla="*/ 5051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294" y="48258"/>
                    </a:moveTo>
                    <a:cubicBezTo>
                      <a:pt x="294" y="42297"/>
                      <a:pt x="1207" y="36176"/>
                      <a:pt x="2979" y="30000"/>
                    </a:cubicBezTo>
                    <a:cubicBezTo>
                      <a:pt x="4804" y="23825"/>
                      <a:pt x="6791" y="18884"/>
                      <a:pt x="8993" y="15179"/>
                    </a:cubicBezTo>
                    <a:cubicBezTo>
                      <a:pt x="11141" y="11474"/>
                      <a:pt x="13450" y="8574"/>
                      <a:pt x="15759" y="6480"/>
                    </a:cubicBezTo>
                    <a:cubicBezTo>
                      <a:pt x="18122" y="4386"/>
                      <a:pt x="20431" y="2828"/>
                      <a:pt x="22740" y="1862"/>
                    </a:cubicBezTo>
                    <a:cubicBezTo>
                      <a:pt x="24995" y="841"/>
                      <a:pt x="27519" y="358"/>
                      <a:pt x="30258" y="358"/>
                    </a:cubicBezTo>
                    <a:cubicBezTo>
                      <a:pt x="35682" y="358"/>
                      <a:pt x="40192" y="2399"/>
                      <a:pt x="43844" y="6426"/>
                    </a:cubicBezTo>
                    <a:cubicBezTo>
                      <a:pt x="47442" y="10454"/>
                      <a:pt x="49267" y="16253"/>
                      <a:pt x="49267" y="23878"/>
                    </a:cubicBezTo>
                    <a:cubicBezTo>
                      <a:pt x="49267" y="31665"/>
                      <a:pt x="48032" y="39451"/>
                      <a:pt x="45509" y="47130"/>
                    </a:cubicBezTo>
                    <a:cubicBezTo>
                      <a:pt x="42555" y="56205"/>
                      <a:pt x="38420" y="63025"/>
                      <a:pt x="33158" y="67536"/>
                    </a:cubicBezTo>
                    <a:cubicBezTo>
                      <a:pt x="29077" y="70973"/>
                      <a:pt x="24458" y="72691"/>
                      <a:pt x="19250" y="72691"/>
                    </a:cubicBezTo>
                    <a:cubicBezTo>
                      <a:pt x="13933" y="72691"/>
                      <a:pt x="9476" y="70650"/>
                      <a:pt x="5825" y="66462"/>
                    </a:cubicBezTo>
                    <a:cubicBezTo>
                      <a:pt x="2173" y="62273"/>
                      <a:pt x="294" y="56205"/>
                      <a:pt x="294" y="48258"/>
                    </a:cubicBezTo>
                    <a:moveTo>
                      <a:pt x="8778" y="50513"/>
                    </a:moveTo>
                    <a:cubicBezTo>
                      <a:pt x="8778" y="54863"/>
                      <a:pt x="9476" y="58246"/>
                      <a:pt x="10926" y="60662"/>
                    </a:cubicBezTo>
                    <a:cubicBezTo>
                      <a:pt x="12913" y="64045"/>
                      <a:pt x="15813" y="65764"/>
                      <a:pt x="19679" y="65764"/>
                    </a:cubicBezTo>
                    <a:cubicBezTo>
                      <a:pt x="23062" y="65764"/>
                      <a:pt x="26177" y="64207"/>
                      <a:pt x="28915" y="61146"/>
                    </a:cubicBezTo>
                    <a:cubicBezTo>
                      <a:pt x="32943" y="56850"/>
                      <a:pt x="35950" y="50513"/>
                      <a:pt x="37937" y="42190"/>
                    </a:cubicBezTo>
                    <a:cubicBezTo>
                      <a:pt x="39977" y="33867"/>
                      <a:pt x="40944" y="27047"/>
                      <a:pt x="40944" y="21784"/>
                    </a:cubicBezTo>
                    <a:cubicBezTo>
                      <a:pt x="40944" y="16683"/>
                      <a:pt x="39977" y="13031"/>
                      <a:pt x="38044" y="10776"/>
                    </a:cubicBezTo>
                    <a:cubicBezTo>
                      <a:pt x="36111" y="8520"/>
                      <a:pt x="33534" y="7393"/>
                      <a:pt x="30312" y="7393"/>
                    </a:cubicBezTo>
                    <a:cubicBezTo>
                      <a:pt x="28003" y="7393"/>
                      <a:pt x="25855" y="7983"/>
                      <a:pt x="23814" y="9165"/>
                    </a:cubicBezTo>
                    <a:cubicBezTo>
                      <a:pt x="21827" y="10346"/>
                      <a:pt x="19894" y="12387"/>
                      <a:pt x="18068" y="15287"/>
                    </a:cubicBezTo>
                    <a:cubicBezTo>
                      <a:pt x="15437" y="19421"/>
                      <a:pt x="13182" y="25543"/>
                      <a:pt x="11248" y="33652"/>
                    </a:cubicBezTo>
                    <a:cubicBezTo>
                      <a:pt x="9584" y="40633"/>
                      <a:pt x="8778" y="46217"/>
                      <a:pt x="8778" y="5051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09" name="Freihandform: Form 508">
                <a:extLst>
                  <a:ext uri="{FF2B5EF4-FFF2-40B4-BE49-F238E27FC236}">
                    <a16:creationId xmlns:a16="http://schemas.microsoft.com/office/drawing/2014/main" id="{DF9E3FA1-1E02-26F2-BC45-EE454DE4219F}"/>
                  </a:ext>
                </a:extLst>
              </p:cNvPr>
              <p:cNvSpPr/>
              <p:nvPr/>
            </p:nvSpPr>
            <p:spPr>
              <a:xfrm>
                <a:off x="7843517" y="5450514"/>
                <a:ext cx="49779" cy="71044"/>
              </a:xfrm>
              <a:custGeom>
                <a:avLst/>
                <a:gdLst>
                  <a:gd name="connsiteX0" fmla="*/ 351 w 49779"/>
                  <a:gd name="connsiteY0" fmla="*/ 49976 h 71044"/>
                  <a:gd name="connsiteX1" fmla="*/ 9212 w 49779"/>
                  <a:gd name="connsiteY1" fmla="*/ 49117 h 71044"/>
                  <a:gd name="connsiteX2" fmla="*/ 9104 w 49779"/>
                  <a:gd name="connsiteY2" fmla="*/ 51373 h 71044"/>
                  <a:gd name="connsiteX3" fmla="*/ 10769 w 49779"/>
                  <a:gd name="connsiteY3" fmla="*/ 57816 h 71044"/>
                  <a:gd name="connsiteX4" fmla="*/ 15172 w 49779"/>
                  <a:gd name="connsiteY4" fmla="*/ 62757 h 71044"/>
                  <a:gd name="connsiteX5" fmla="*/ 21026 w 49779"/>
                  <a:gd name="connsiteY5" fmla="*/ 64475 h 71044"/>
                  <a:gd name="connsiteX6" fmla="*/ 29295 w 49779"/>
                  <a:gd name="connsiteY6" fmla="*/ 61683 h 71044"/>
                  <a:gd name="connsiteX7" fmla="*/ 36115 w 49779"/>
                  <a:gd name="connsiteY7" fmla="*/ 53520 h 71044"/>
                  <a:gd name="connsiteX8" fmla="*/ 38693 w 49779"/>
                  <a:gd name="connsiteY8" fmla="*/ 42888 h 71044"/>
                  <a:gd name="connsiteX9" fmla="*/ 35202 w 49779"/>
                  <a:gd name="connsiteY9" fmla="*/ 33330 h 71044"/>
                  <a:gd name="connsiteX10" fmla="*/ 26020 w 49779"/>
                  <a:gd name="connsiteY10" fmla="*/ 29785 h 71044"/>
                  <a:gd name="connsiteX11" fmla="*/ 18770 w 49779"/>
                  <a:gd name="connsiteY11" fmla="*/ 31611 h 71044"/>
                  <a:gd name="connsiteX12" fmla="*/ 12434 w 49779"/>
                  <a:gd name="connsiteY12" fmla="*/ 37142 h 71044"/>
                  <a:gd name="connsiteX13" fmla="*/ 4755 w 49779"/>
                  <a:gd name="connsiteY13" fmla="*/ 36605 h 71044"/>
                  <a:gd name="connsiteX14" fmla="*/ 15441 w 49779"/>
                  <a:gd name="connsiteY14" fmla="*/ 358 h 71044"/>
                  <a:gd name="connsiteX15" fmla="*/ 50077 w 49779"/>
                  <a:gd name="connsiteY15" fmla="*/ 358 h 71044"/>
                  <a:gd name="connsiteX16" fmla="*/ 48359 w 49779"/>
                  <a:gd name="connsiteY16" fmla="*/ 8359 h 71044"/>
                  <a:gd name="connsiteX17" fmla="*/ 21455 w 49779"/>
                  <a:gd name="connsiteY17" fmla="*/ 8359 h 71044"/>
                  <a:gd name="connsiteX18" fmla="*/ 16139 w 49779"/>
                  <a:gd name="connsiteY18" fmla="*/ 26402 h 71044"/>
                  <a:gd name="connsiteX19" fmla="*/ 22314 w 49779"/>
                  <a:gd name="connsiteY19" fmla="*/ 23127 h 71044"/>
                  <a:gd name="connsiteX20" fmla="*/ 28812 w 49779"/>
                  <a:gd name="connsiteY20" fmla="*/ 22053 h 71044"/>
                  <a:gd name="connsiteX21" fmla="*/ 42129 w 49779"/>
                  <a:gd name="connsiteY21" fmla="*/ 27423 h 71044"/>
                  <a:gd name="connsiteX22" fmla="*/ 47338 w 49779"/>
                  <a:gd name="connsiteY22" fmla="*/ 42082 h 71044"/>
                  <a:gd name="connsiteX23" fmla="*/ 43794 w 49779"/>
                  <a:gd name="connsiteY23" fmla="*/ 57172 h 71044"/>
                  <a:gd name="connsiteX24" fmla="*/ 33967 w 49779"/>
                  <a:gd name="connsiteY24" fmla="*/ 67751 h 71044"/>
                  <a:gd name="connsiteX25" fmla="*/ 20435 w 49779"/>
                  <a:gd name="connsiteY25" fmla="*/ 71402 h 71044"/>
                  <a:gd name="connsiteX26" fmla="*/ 9641 w 49779"/>
                  <a:gd name="connsiteY26" fmla="*/ 68664 h 71044"/>
                  <a:gd name="connsiteX27" fmla="*/ 2607 w 49779"/>
                  <a:gd name="connsiteY27" fmla="*/ 61092 h 71044"/>
                  <a:gd name="connsiteX28" fmla="*/ 298 w 49779"/>
                  <a:gd name="connsiteY28" fmla="*/ 51426 h 71044"/>
                  <a:gd name="connsiteX29" fmla="*/ 351 w 49779"/>
                  <a:gd name="connsiteY29" fmla="*/ 49976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51" y="49976"/>
                    </a:moveTo>
                    <a:lnTo>
                      <a:pt x="9212" y="49117"/>
                    </a:lnTo>
                    <a:cubicBezTo>
                      <a:pt x="9158" y="50352"/>
                      <a:pt x="9104" y="51104"/>
                      <a:pt x="9104" y="51373"/>
                    </a:cubicBezTo>
                    <a:cubicBezTo>
                      <a:pt x="9104" y="53520"/>
                      <a:pt x="9695" y="55668"/>
                      <a:pt x="10769" y="57816"/>
                    </a:cubicBezTo>
                    <a:cubicBezTo>
                      <a:pt x="11843" y="59964"/>
                      <a:pt x="13293" y="61629"/>
                      <a:pt x="15172" y="62757"/>
                    </a:cubicBezTo>
                    <a:cubicBezTo>
                      <a:pt x="16998" y="63884"/>
                      <a:pt x="18931" y="64475"/>
                      <a:pt x="21026" y="64475"/>
                    </a:cubicBezTo>
                    <a:cubicBezTo>
                      <a:pt x="23711" y="64475"/>
                      <a:pt x="26503" y="63562"/>
                      <a:pt x="29295" y="61683"/>
                    </a:cubicBezTo>
                    <a:cubicBezTo>
                      <a:pt x="32088" y="59803"/>
                      <a:pt x="34343" y="57065"/>
                      <a:pt x="36115" y="53520"/>
                    </a:cubicBezTo>
                    <a:cubicBezTo>
                      <a:pt x="37834" y="49923"/>
                      <a:pt x="38693" y="46378"/>
                      <a:pt x="38693" y="42888"/>
                    </a:cubicBezTo>
                    <a:cubicBezTo>
                      <a:pt x="38693" y="38914"/>
                      <a:pt x="37565" y="35746"/>
                      <a:pt x="35202" y="33330"/>
                    </a:cubicBezTo>
                    <a:cubicBezTo>
                      <a:pt x="32893" y="30967"/>
                      <a:pt x="29779" y="29785"/>
                      <a:pt x="26020" y="29785"/>
                    </a:cubicBezTo>
                    <a:cubicBezTo>
                      <a:pt x="23442" y="29785"/>
                      <a:pt x="21026" y="30376"/>
                      <a:pt x="18770" y="31611"/>
                    </a:cubicBezTo>
                    <a:cubicBezTo>
                      <a:pt x="16515" y="32846"/>
                      <a:pt x="14367" y="34672"/>
                      <a:pt x="12434" y="37142"/>
                    </a:cubicBezTo>
                    <a:lnTo>
                      <a:pt x="4755" y="36605"/>
                    </a:lnTo>
                    <a:lnTo>
                      <a:pt x="15441" y="358"/>
                    </a:lnTo>
                    <a:lnTo>
                      <a:pt x="50077" y="358"/>
                    </a:lnTo>
                    <a:lnTo>
                      <a:pt x="48359" y="8359"/>
                    </a:lnTo>
                    <a:lnTo>
                      <a:pt x="21455" y="8359"/>
                    </a:lnTo>
                    <a:lnTo>
                      <a:pt x="16139" y="26402"/>
                    </a:lnTo>
                    <a:cubicBezTo>
                      <a:pt x="18126" y="24952"/>
                      <a:pt x="20166" y="23825"/>
                      <a:pt x="22314" y="23127"/>
                    </a:cubicBezTo>
                    <a:cubicBezTo>
                      <a:pt x="24409" y="22375"/>
                      <a:pt x="26557" y="22053"/>
                      <a:pt x="28812" y="22053"/>
                    </a:cubicBezTo>
                    <a:cubicBezTo>
                      <a:pt x="34236" y="22053"/>
                      <a:pt x="38639" y="23825"/>
                      <a:pt x="42129" y="27423"/>
                    </a:cubicBezTo>
                    <a:cubicBezTo>
                      <a:pt x="45620" y="30967"/>
                      <a:pt x="47338" y="35853"/>
                      <a:pt x="47338" y="42082"/>
                    </a:cubicBezTo>
                    <a:cubicBezTo>
                      <a:pt x="47338" y="47560"/>
                      <a:pt x="46157" y="52554"/>
                      <a:pt x="43794" y="57172"/>
                    </a:cubicBezTo>
                    <a:cubicBezTo>
                      <a:pt x="41378" y="61736"/>
                      <a:pt x="38102" y="65281"/>
                      <a:pt x="33967" y="67751"/>
                    </a:cubicBezTo>
                    <a:cubicBezTo>
                      <a:pt x="29779" y="70221"/>
                      <a:pt x="25268" y="71402"/>
                      <a:pt x="20435" y="71402"/>
                    </a:cubicBezTo>
                    <a:cubicBezTo>
                      <a:pt x="16354" y="71402"/>
                      <a:pt x="12810" y="70489"/>
                      <a:pt x="9641" y="68664"/>
                    </a:cubicBezTo>
                    <a:cubicBezTo>
                      <a:pt x="6527" y="66838"/>
                      <a:pt x="4218" y="64314"/>
                      <a:pt x="2607" y="61092"/>
                    </a:cubicBezTo>
                    <a:cubicBezTo>
                      <a:pt x="1050" y="57870"/>
                      <a:pt x="298" y="54648"/>
                      <a:pt x="298" y="51426"/>
                    </a:cubicBezTo>
                    <a:cubicBezTo>
                      <a:pt x="298" y="51104"/>
                      <a:pt x="298" y="50621"/>
                      <a:pt x="351" y="499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10" name="Freihandform: Form 509">
                <a:extLst>
                  <a:ext uri="{FF2B5EF4-FFF2-40B4-BE49-F238E27FC236}">
                    <a16:creationId xmlns:a16="http://schemas.microsoft.com/office/drawing/2014/main" id="{ABE1B91D-6932-A491-86AE-C53A35C5FEF0}"/>
                  </a:ext>
                </a:extLst>
              </p:cNvPr>
              <p:cNvSpPr/>
              <p:nvPr/>
            </p:nvSpPr>
            <p:spPr>
              <a:xfrm>
                <a:off x="7903662" y="5450514"/>
                <a:ext cx="46933" cy="69862"/>
              </a:xfrm>
              <a:custGeom>
                <a:avLst/>
                <a:gdLst>
                  <a:gd name="connsiteX0" fmla="*/ 2665 w 46933"/>
                  <a:gd name="connsiteY0" fmla="*/ 70221 h 69862"/>
                  <a:gd name="connsiteX1" fmla="*/ 7605 w 46933"/>
                  <a:gd name="connsiteY1" fmla="*/ 53037 h 69862"/>
                  <a:gd name="connsiteX2" fmla="*/ 19419 w 46933"/>
                  <a:gd name="connsiteY2" fmla="*/ 28926 h 69862"/>
                  <a:gd name="connsiteX3" fmla="*/ 35636 w 46933"/>
                  <a:gd name="connsiteY3" fmla="*/ 8359 h 69862"/>
                  <a:gd name="connsiteX4" fmla="*/ 302 w 46933"/>
                  <a:gd name="connsiteY4" fmla="*/ 8359 h 69862"/>
                  <a:gd name="connsiteX5" fmla="*/ 2020 w 46933"/>
                  <a:gd name="connsiteY5" fmla="*/ 358 h 69862"/>
                  <a:gd name="connsiteX6" fmla="*/ 47235 w 46933"/>
                  <a:gd name="connsiteY6" fmla="*/ 358 h 69862"/>
                  <a:gd name="connsiteX7" fmla="*/ 45570 w 46933"/>
                  <a:gd name="connsiteY7" fmla="*/ 8359 h 69862"/>
                  <a:gd name="connsiteX8" fmla="*/ 25487 w 46933"/>
                  <a:gd name="connsiteY8" fmla="*/ 34403 h 69862"/>
                  <a:gd name="connsiteX9" fmla="*/ 11793 w 46933"/>
                  <a:gd name="connsiteY9" fmla="*/ 70221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665" y="70221"/>
                    </a:moveTo>
                    <a:cubicBezTo>
                      <a:pt x="3470" y="65442"/>
                      <a:pt x="5081" y="59696"/>
                      <a:pt x="7605" y="53037"/>
                    </a:cubicBezTo>
                    <a:cubicBezTo>
                      <a:pt x="10612" y="44929"/>
                      <a:pt x="14532" y="36874"/>
                      <a:pt x="19419" y="28926"/>
                    </a:cubicBezTo>
                    <a:cubicBezTo>
                      <a:pt x="24252" y="20925"/>
                      <a:pt x="29675" y="14105"/>
                      <a:pt x="35636" y="8359"/>
                    </a:cubicBezTo>
                    <a:lnTo>
                      <a:pt x="302" y="8359"/>
                    </a:lnTo>
                    <a:lnTo>
                      <a:pt x="2020" y="358"/>
                    </a:lnTo>
                    <a:lnTo>
                      <a:pt x="47235" y="358"/>
                    </a:lnTo>
                    <a:lnTo>
                      <a:pt x="45570" y="8359"/>
                    </a:lnTo>
                    <a:cubicBezTo>
                      <a:pt x="37945" y="15072"/>
                      <a:pt x="31232" y="23771"/>
                      <a:pt x="25487" y="34403"/>
                    </a:cubicBezTo>
                    <a:cubicBezTo>
                      <a:pt x="18828" y="46701"/>
                      <a:pt x="14264" y="58622"/>
                      <a:pt x="11793" y="7022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11" name="Freihandform: Form 510">
                <a:extLst>
                  <a:ext uri="{FF2B5EF4-FFF2-40B4-BE49-F238E27FC236}">
                    <a16:creationId xmlns:a16="http://schemas.microsoft.com/office/drawing/2014/main" id="{B47075C5-1924-5407-E09A-59F1393D01AF}"/>
                  </a:ext>
                </a:extLst>
              </p:cNvPr>
              <p:cNvSpPr/>
              <p:nvPr/>
            </p:nvSpPr>
            <p:spPr>
              <a:xfrm>
                <a:off x="7961403" y="5449225"/>
                <a:ext cx="32810" cy="71151"/>
              </a:xfrm>
              <a:custGeom>
                <a:avLst/>
                <a:gdLst>
                  <a:gd name="connsiteX0" fmla="*/ 9488 w 32810"/>
                  <a:gd name="connsiteY0" fmla="*/ 71510 h 71151"/>
                  <a:gd name="connsiteX1" fmla="*/ 20658 w 32810"/>
                  <a:gd name="connsiteY1" fmla="*/ 18025 h 71151"/>
                  <a:gd name="connsiteX2" fmla="*/ 306 w 32810"/>
                  <a:gd name="connsiteY2" fmla="*/ 27154 h 71151"/>
                  <a:gd name="connsiteX3" fmla="*/ 1917 w 32810"/>
                  <a:gd name="connsiteY3" fmla="*/ 19207 h 71151"/>
                  <a:gd name="connsiteX4" fmla="*/ 14804 w 32810"/>
                  <a:gd name="connsiteY4" fmla="*/ 12387 h 71151"/>
                  <a:gd name="connsiteX5" fmla="*/ 24363 w 32810"/>
                  <a:gd name="connsiteY5" fmla="*/ 5084 h 71151"/>
                  <a:gd name="connsiteX6" fmla="*/ 28014 w 32810"/>
                  <a:gd name="connsiteY6" fmla="*/ 358 h 71151"/>
                  <a:gd name="connsiteX7" fmla="*/ 33116 w 32810"/>
                  <a:gd name="connsiteY7" fmla="*/ 358 h 71151"/>
                  <a:gd name="connsiteX8" fmla="*/ 18241 w 32810"/>
                  <a:gd name="connsiteY8" fmla="*/ 7151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488" y="71510"/>
                    </a:moveTo>
                    <a:lnTo>
                      <a:pt x="20658" y="18025"/>
                    </a:lnTo>
                    <a:cubicBezTo>
                      <a:pt x="15825" y="21838"/>
                      <a:pt x="9059" y="24845"/>
                      <a:pt x="306" y="27154"/>
                    </a:cubicBezTo>
                    <a:lnTo>
                      <a:pt x="1917" y="19207"/>
                    </a:lnTo>
                    <a:cubicBezTo>
                      <a:pt x="6266" y="17488"/>
                      <a:pt x="10562" y="15233"/>
                      <a:pt x="14804" y="12387"/>
                    </a:cubicBezTo>
                    <a:cubicBezTo>
                      <a:pt x="19047" y="9594"/>
                      <a:pt x="22215" y="7178"/>
                      <a:pt x="24363" y="5084"/>
                    </a:cubicBezTo>
                    <a:cubicBezTo>
                      <a:pt x="25652" y="3795"/>
                      <a:pt x="26887" y="2184"/>
                      <a:pt x="28014" y="358"/>
                    </a:cubicBezTo>
                    <a:lnTo>
                      <a:pt x="33116" y="358"/>
                    </a:lnTo>
                    <a:lnTo>
                      <a:pt x="18241" y="7151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12" name="Freihandform: Form 511">
                <a:extLst>
                  <a:ext uri="{FF2B5EF4-FFF2-40B4-BE49-F238E27FC236}">
                    <a16:creationId xmlns:a16="http://schemas.microsoft.com/office/drawing/2014/main" id="{9816EBA7-7D45-D272-7FC6-0C0A60D04D30}"/>
                  </a:ext>
                </a:extLst>
              </p:cNvPr>
              <p:cNvSpPr/>
              <p:nvPr/>
            </p:nvSpPr>
            <p:spPr>
              <a:xfrm>
                <a:off x="8006297" y="5449547"/>
                <a:ext cx="49188" cy="70829"/>
              </a:xfrm>
              <a:custGeom>
                <a:avLst/>
                <a:gdLst>
                  <a:gd name="connsiteX0" fmla="*/ 25387 w 49188"/>
                  <a:gd name="connsiteY0" fmla="*/ 71187 h 70829"/>
                  <a:gd name="connsiteX1" fmla="*/ 29200 w 49188"/>
                  <a:gd name="connsiteY1" fmla="*/ 53091 h 70829"/>
                  <a:gd name="connsiteX2" fmla="*/ 310 w 49188"/>
                  <a:gd name="connsiteY2" fmla="*/ 53091 h 70829"/>
                  <a:gd name="connsiteX3" fmla="*/ 2136 w 49188"/>
                  <a:gd name="connsiteY3" fmla="*/ 44445 h 70829"/>
                  <a:gd name="connsiteX4" fmla="*/ 41819 w 49188"/>
                  <a:gd name="connsiteY4" fmla="*/ 358 h 70829"/>
                  <a:gd name="connsiteX5" fmla="*/ 48961 w 49188"/>
                  <a:gd name="connsiteY5" fmla="*/ 358 h 70829"/>
                  <a:gd name="connsiteX6" fmla="*/ 39510 w 49188"/>
                  <a:gd name="connsiteY6" fmla="*/ 45358 h 70829"/>
                  <a:gd name="connsiteX7" fmla="*/ 49498 w 49188"/>
                  <a:gd name="connsiteY7" fmla="*/ 45358 h 70829"/>
                  <a:gd name="connsiteX8" fmla="*/ 47887 w 49188"/>
                  <a:gd name="connsiteY8" fmla="*/ 53091 h 70829"/>
                  <a:gd name="connsiteX9" fmla="*/ 37953 w 49188"/>
                  <a:gd name="connsiteY9" fmla="*/ 53091 h 70829"/>
                  <a:gd name="connsiteX10" fmla="*/ 34140 w 49188"/>
                  <a:gd name="connsiteY10" fmla="*/ 71187 h 70829"/>
                  <a:gd name="connsiteX11" fmla="*/ 25387 w 49188"/>
                  <a:gd name="connsiteY11" fmla="*/ 71187 h 70829"/>
                  <a:gd name="connsiteX12" fmla="*/ 30811 w 49188"/>
                  <a:gd name="connsiteY12" fmla="*/ 45358 h 70829"/>
                  <a:gd name="connsiteX13" fmla="*/ 36986 w 49188"/>
                  <a:gd name="connsiteY13" fmla="*/ 15824 h 70829"/>
                  <a:gd name="connsiteX14" fmla="*/ 10566 w 49188"/>
                  <a:gd name="connsiteY14" fmla="*/ 45358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387" y="71187"/>
                    </a:moveTo>
                    <a:lnTo>
                      <a:pt x="29200" y="53091"/>
                    </a:lnTo>
                    <a:lnTo>
                      <a:pt x="310" y="53091"/>
                    </a:lnTo>
                    <a:lnTo>
                      <a:pt x="2136" y="44445"/>
                    </a:lnTo>
                    <a:lnTo>
                      <a:pt x="41819" y="358"/>
                    </a:lnTo>
                    <a:lnTo>
                      <a:pt x="48961" y="358"/>
                    </a:lnTo>
                    <a:lnTo>
                      <a:pt x="39510" y="45358"/>
                    </a:lnTo>
                    <a:lnTo>
                      <a:pt x="49498" y="45358"/>
                    </a:lnTo>
                    <a:lnTo>
                      <a:pt x="47887" y="53091"/>
                    </a:lnTo>
                    <a:lnTo>
                      <a:pt x="37953" y="53091"/>
                    </a:lnTo>
                    <a:lnTo>
                      <a:pt x="34140" y="71187"/>
                    </a:lnTo>
                    <a:lnTo>
                      <a:pt x="25387" y="71187"/>
                    </a:lnTo>
                    <a:moveTo>
                      <a:pt x="30811" y="45358"/>
                    </a:moveTo>
                    <a:lnTo>
                      <a:pt x="36986" y="15824"/>
                    </a:lnTo>
                    <a:lnTo>
                      <a:pt x="10566" y="45358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13" name="Freihandform: Form 512">
                <a:extLst>
                  <a:ext uri="{FF2B5EF4-FFF2-40B4-BE49-F238E27FC236}">
                    <a16:creationId xmlns:a16="http://schemas.microsoft.com/office/drawing/2014/main" id="{71ABFF6F-D47F-2964-0E3E-F02796C9AE39}"/>
                  </a:ext>
                </a:extLst>
              </p:cNvPr>
              <p:cNvSpPr/>
              <p:nvPr/>
            </p:nvSpPr>
            <p:spPr>
              <a:xfrm>
                <a:off x="8063488" y="5449225"/>
                <a:ext cx="47899" cy="72332"/>
              </a:xfrm>
              <a:custGeom>
                <a:avLst/>
                <a:gdLst>
                  <a:gd name="connsiteX0" fmla="*/ 314 w 47899"/>
                  <a:gd name="connsiteY0" fmla="*/ 55292 h 72332"/>
                  <a:gd name="connsiteX1" fmla="*/ 8530 w 47899"/>
                  <a:gd name="connsiteY1" fmla="*/ 54433 h 72332"/>
                  <a:gd name="connsiteX2" fmla="*/ 11913 w 47899"/>
                  <a:gd name="connsiteY2" fmla="*/ 62918 h 72332"/>
                  <a:gd name="connsiteX3" fmla="*/ 18035 w 47899"/>
                  <a:gd name="connsiteY3" fmla="*/ 65442 h 72332"/>
                  <a:gd name="connsiteX4" fmla="*/ 27324 w 47899"/>
                  <a:gd name="connsiteY4" fmla="*/ 61092 h 72332"/>
                  <a:gd name="connsiteX5" fmla="*/ 36668 w 47899"/>
                  <a:gd name="connsiteY5" fmla="*/ 42727 h 72332"/>
                  <a:gd name="connsiteX6" fmla="*/ 28882 w 47899"/>
                  <a:gd name="connsiteY6" fmla="*/ 47452 h 72332"/>
                  <a:gd name="connsiteX7" fmla="*/ 21901 w 47899"/>
                  <a:gd name="connsiteY7" fmla="*/ 48849 h 72332"/>
                  <a:gd name="connsiteX8" fmla="*/ 10302 w 47899"/>
                  <a:gd name="connsiteY8" fmla="*/ 44499 h 72332"/>
                  <a:gd name="connsiteX9" fmla="*/ 3536 w 47899"/>
                  <a:gd name="connsiteY9" fmla="*/ 28282 h 72332"/>
                  <a:gd name="connsiteX10" fmla="*/ 11322 w 47899"/>
                  <a:gd name="connsiteY10" fmla="*/ 7715 h 72332"/>
                  <a:gd name="connsiteX11" fmla="*/ 27808 w 47899"/>
                  <a:gd name="connsiteY11" fmla="*/ 358 h 72332"/>
                  <a:gd name="connsiteX12" fmla="*/ 42414 w 47899"/>
                  <a:gd name="connsiteY12" fmla="*/ 6856 h 72332"/>
                  <a:gd name="connsiteX13" fmla="*/ 48213 w 47899"/>
                  <a:gd name="connsiteY13" fmla="*/ 25275 h 72332"/>
                  <a:gd name="connsiteX14" fmla="*/ 44347 w 47899"/>
                  <a:gd name="connsiteY14" fmla="*/ 48097 h 72332"/>
                  <a:gd name="connsiteX15" fmla="*/ 31943 w 47899"/>
                  <a:gd name="connsiteY15" fmla="*/ 67590 h 72332"/>
                  <a:gd name="connsiteX16" fmla="*/ 17551 w 47899"/>
                  <a:gd name="connsiteY16" fmla="*/ 72691 h 72332"/>
                  <a:gd name="connsiteX17" fmla="*/ 5576 w 47899"/>
                  <a:gd name="connsiteY17" fmla="*/ 68127 h 72332"/>
                  <a:gd name="connsiteX18" fmla="*/ 314 w 47899"/>
                  <a:gd name="connsiteY18" fmla="*/ 55292 h 72332"/>
                  <a:gd name="connsiteX19" fmla="*/ 11966 w 47899"/>
                  <a:gd name="connsiteY19" fmla="*/ 27261 h 72332"/>
                  <a:gd name="connsiteX20" fmla="*/ 15511 w 47899"/>
                  <a:gd name="connsiteY20" fmla="*/ 37894 h 72332"/>
                  <a:gd name="connsiteX21" fmla="*/ 23941 w 47899"/>
                  <a:gd name="connsiteY21" fmla="*/ 41814 h 72332"/>
                  <a:gd name="connsiteX22" fmla="*/ 31137 w 47899"/>
                  <a:gd name="connsiteY22" fmla="*/ 39397 h 72332"/>
                  <a:gd name="connsiteX23" fmla="*/ 37313 w 47899"/>
                  <a:gd name="connsiteY23" fmla="*/ 31987 h 72332"/>
                  <a:gd name="connsiteX24" fmla="*/ 39836 w 47899"/>
                  <a:gd name="connsiteY24" fmla="*/ 21945 h 72332"/>
                  <a:gd name="connsiteX25" fmla="*/ 38172 w 47899"/>
                  <a:gd name="connsiteY25" fmla="*/ 14374 h 72332"/>
                  <a:gd name="connsiteX26" fmla="*/ 33554 w 47899"/>
                  <a:gd name="connsiteY26" fmla="*/ 9165 h 72332"/>
                  <a:gd name="connsiteX27" fmla="*/ 27647 w 47899"/>
                  <a:gd name="connsiteY27" fmla="*/ 7393 h 72332"/>
                  <a:gd name="connsiteX28" fmla="*/ 21901 w 47899"/>
                  <a:gd name="connsiteY28" fmla="*/ 8950 h 72332"/>
                  <a:gd name="connsiteX29" fmla="*/ 16746 w 47899"/>
                  <a:gd name="connsiteY29" fmla="*/ 13461 h 72332"/>
                  <a:gd name="connsiteX30" fmla="*/ 13148 w 47899"/>
                  <a:gd name="connsiteY30" fmla="*/ 20334 h 72332"/>
                  <a:gd name="connsiteX31" fmla="*/ 11966 w 47899"/>
                  <a:gd name="connsiteY31" fmla="*/ 27261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899" h="72332">
                    <a:moveTo>
                      <a:pt x="314" y="55292"/>
                    </a:moveTo>
                    <a:lnTo>
                      <a:pt x="8530" y="54433"/>
                    </a:lnTo>
                    <a:cubicBezTo>
                      <a:pt x="9067" y="58407"/>
                      <a:pt x="10194" y="61253"/>
                      <a:pt x="11913" y="62918"/>
                    </a:cubicBezTo>
                    <a:cubicBezTo>
                      <a:pt x="13631" y="64582"/>
                      <a:pt x="15672" y="65442"/>
                      <a:pt x="18035" y="65442"/>
                    </a:cubicBezTo>
                    <a:cubicBezTo>
                      <a:pt x="21364" y="65442"/>
                      <a:pt x="24478" y="63992"/>
                      <a:pt x="27324" y="61092"/>
                    </a:cubicBezTo>
                    <a:cubicBezTo>
                      <a:pt x="31567" y="56796"/>
                      <a:pt x="34681" y="50728"/>
                      <a:pt x="36668" y="42727"/>
                    </a:cubicBezTo>
                    <a:cubicBezTo>
                      <a:pt x="33715" y="44929"/>
                      <a:pt x="31137" y="46486"/>
                      <a:pt x="28882" y="47452"/>
                    </a:cubicBezTo>
                    <a:cubicBezTo>
                      <a:pt x="26573" y="48365"/>
                      <a:pt x="24264" y="48849"/>
                      <a:pt x="21901" y="48849"/>
                    </a:cubicBezTo>
                    <a:cubicBezTo>
                      <a:pt x="17551" y="48849"/>
                      <a:pt x="13685" y="47399"/>
                      <a:pt x="10302" y="44499"/>
                    </a:cubicBezTo>
                    <a:cubicBezTo>
                      <a:pt x="5791" y="40740"/>
                      <a:pt x="3536" y="35316"/>
                      <a:pt x="3536" y="28282"/>
                    </a:cubicBezTo>
                    <a:cubicBezTo>
                      <a:pt x="3536" y="20281"/>
                      <a:pt x="6113" y="13407"/>
                      <a:pt x="11322" y="7715"/>
                    </a:cubicBezTo>
                    <a:cubicBezTo>
                      <a:pt x="15833" y="2828"/>
                      <a:pt x="21310" y="358"/>
                      <a:pt x="27808" y="358"/>
                    </a:cubicBezTo>
                    <a:cubicBezTo>
                      <a:pt x="33661" y="358"/>
                      <a:pt x="38548" y="2560"/>
                      <a:pt x="42414" y="6856"/>
                    </a:cubicBezTo>
                    <a:cubicBezTo>
                      <a:pt x="46280" y="11205"/>
                      <a:pt x="48213" y="17327"/>
                      <a:pt x="48213" y="25275"/>
                    </a:cubicBezTo>
                    <a:cubicBezTo>
                      <a:pt x="48213" y="32954"/>
                      <a:pt x="46925" y="40579"/>
                      <a:pt x="44347" y="48097"/>
                    </a:cubicBezTo>
                    <a:cubicBezTo>
                      <a:pt x="41286" y="56903"/>
                      <a:pt x="37151" y="63401"/>
                      <a:pt x="31943" y="67590"/>
                    </a:cubicBezTo>
                    <a:cubicBezTo>
                      <a:pt x="27700" y="71026"/>
                      <a:pt x="22867" y="72691"/>
                      <a:pt x="17551" y="72691"/>
                    </a:cubicBezTo>
                    <a:cubicBezTo>
                      <a:pt x="12665" y="72691"/>
                      <a:pt x="8691" y="71187"/>
                      <a:pt x="5576" y="68127"/>
                    </a:cubicBezTo>
                    <a:cubicBezTo>
                      <a:pt x="2462" y="65119"/>
                      <a:pt x="690" y="60824"/>
                      <a:pt x="314" y="55292"/>
                    </a:cubicBezTo>
                    <a:moveTo>
                      <a:pt x="11966" y="27261"/>
                    </a:moveTo>
                    <a:cubicBezTo>
                      <a:pt x="11966" y="31665"/>
                      <a:pt x="13148" y="35209"/>
                      <a:pt x="15511" y="37894"/>
                    </a:cubicBezTo>
                    <a:cubicBezTo>
                      <a:pt x="17873" y="40525"/>
                      <a:pt x="20719" y="41814"/>
                      <a:pt x="23941" y="41814"/>
                    </a:cubicBezTo>
                    <a:cubicBezTo>
                      <a:pt x="26358" y="41814"/>
                      <a:pt x="28774" y="41008"/>
                      <a:pt x="31137" y="39397"/>
                    </a:cubicBezTo>
                    <a:cubicBezTo>
                      <a:pt x="33554" y="37733"/>
                      <a:pt x="35594" y="35263"/>
                      <a:pt x="37313" y="31987"/>
                    </a:cubicBezTo>
                    <a:cubicBezTo>
                      <a:pt x="38977" y="28711"/>
                      <a:pt x="39836" y="25382"/>
                      <a:pt x="39836" y="21945"/>
                    </a:cubicBezTo>
                    <a:cubicBezTo>
                      <a:pt x="39836" y="19207"/>
                      <a:pt x="39299" y="16683"/>
                      <a:pt x="38172" y="14374"/>
                    </a:cubicBezTo>
                    <a:cubicBezTo>
                      <a:pt x="37044" y="12065"/>
                      <a:pt x="35487" y="10293"/>
                      <a:pt x="33554" y="9165"/>
                    </a:cubicBezTo>
                    <a:cubicBezTo>
                      <a:pt x="31620" y="7983"/>
                      <a:pt x="29634" y="7393"/>
                      <a:pt x="27647" y="7393"/>
                    </a:cubicBezTo>
                    <a:cubicBezTo>
                      <a:pt x="25713" y="7393"/>
                      <a:pt x="23780" y="7876"/>
                      <a:pt x="21901" y="8950"/>
                    </a:cubicBezTo>
                    <a:cubicBezTo>
                      <a:pt x="20075" y="9970"/>
                      <a:pt x="18303" y="11474"/>
                      <a:pt x="16746" y="13461"/>
                    </a:cubicBezTo>
                    <a:cubicBezTo>
                      <a:pt x="15135" y="15448"/>
                      <a:pt x="13953" y="17757"/>
                      <a:pt x="13148" y="20334"/>
                    </a:cubicBezTo>
                    <a:cubicBezTo>
                      <a:pt x="12342" y="22966"/>
                      <a:pt x="11966" y="25221"/>
                      <a:pt x="11966" y="2726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14" name="Freihandform: Form 513">
                <a:extLst>
                  <a:ext uri="{FF2B5EF4-FFF2-40B4-BE49-F238E27FC236}">
                    <a16:creationId xmlns:a16="http://schemas.microsoft.com/office/drawing/2014/main" id="{7E8A2FBA-BDAB-C67E-3276-955FB6248B88}"/>
                  </a:ext>
                </a:extLst>
              </p:cNvPr>
              <p:cNvSpPr/>
              <p:nvPr/>
            </p:nvSpPr>
            <p:spPr>
              <a:xfrm>
                <a:off x="8118760" y="5450514"/>
                <a:ext cx="49779" cy="71044"/>
              </a:xfrm>
              <a:custGeom>
                <a:avLst/>
                <a:gdLst>
                  <a:gd name="connsiteX0" fmla="*/ 371 w 49779"/>
                  <a:gd name="connsiteY0" fmla="*/ 49976 h 71044"/>
                  <a:gd name="connsiteX1" fmla="*/ 9232 w 49779"/>
                  <a:gd name="connsiteY1" fmla="*/ 49117 h 71044"/>
                  <a:gd name="connsiteX2" fmla="*/ 9124 w 49779"/>
                  <a:gd name="connsiteY2" fmla="*/ 51373 h 71044"/>
                  <a:gd name="connsiteX3" fmla="*/ 10789 w 49779"/>
                  <a:gd name="connsiteY3" fmla="*/ 57816 h 71044"/>
                  <a:gd name="connsiteX4" fmla="*/ 15192 w 49779"/>
                  <a:gd name="connsiteY4" fmla="*/ 62757 h 71044"/>
                  <a:gd name="connsiteX5" fmla="*/ 21046 w 49779"/>
                  <a:gd name="connsiteY5" fmla="*/ 64475 h 71044"/>
                  <a:gd name="connsiteX6" fmla="*/ 29315 w 49779"/>
                  <a:gd name="connsiteY6" fmla="*/ 61683 h 71044"/>
                  <a:gd name="connsiteX7" fmla="*/ 36135 w 49779"/>
                  <a:gd name="connsiteY7" fmla="*/ 53520 h 71044"/>
                  <a:gd name="connsiteX8" fmla="*/ 38713 w 49779"/>
                  <a:gd name="connsiteY8" fmla="*/ 42888 h 71044"/>
                  <a:gd name="connsiteX9" fmla="*/ 35222 w 49779"/>
                  <a:gd name="connsiteY9" fmla="*/ 33330 h 71044"/>
                  <a:gd name="connsiteX10" fmla="*/ 26040 w 49779"/>
                  <a:gd name="connsiteY10" fmla="*/ 29785 h 71044"/>
                  <a:gd name="connsiteX11" fmla="*/ 18790 w 49779"/>
                  <a:gd name="connsiteY11" fmla="*/ 31611 h 71044"/>
                  <a:gd name="connsiteX12" fmla="*/ 12454 w 49779"/>
                  <a:gd name="connsiteY12" fmla="*/ 37142 h 71044"/>
                  <a:gd name="connsiteX13" fmla="*/ 4775 w 49779"/>
                  <a:gd name="connsiteY13" fmla="*/ 36605 h 71044"/>
                  <a:gd name="connsiteX14" fmla="*/ 15461 w 49779"/>
                  <a:gd name="connsiteY14" fmla="*/ 358 h 71044"/>
                  <a:gd name="connsiteX15" fmla="*/ 50097 w 49779"/>
                  <a:gd name="connsiteY15" fmla="*/ 358 h 71044"/>
                  <a:gd name="connsiteX16" fmla="*/ 48379 w 49779"/>
                  <a:gd name="connsiteY16" fmla="*/ 8359 h 71044"/>
                  <a:gd name="connsiteX17" fmla="*/ 21475 w 49779"/>
                  <a:gd name="connsiteY17" fmla="*/ 8359 h 71044"/>
                  <a:gd name="connsiteX18" fmla="*/ 16159 w 49779"/>
                  <a:gd name="connsiteY18" fmla="*/ 26402 h 71044"/>
                  <a:gd name="connsiteX19" fmla="*/ 22334 w 49779"/>
                  <a:gd name="connsiteY19" fmla="*/ 23127 h 71044"/>
                  <a:gd name="connsiteX20" fmla="*/ 28832 w 49779"/>
                  <a:gd name="connsiteY20" fmla="*/ 22053 h 71044"/>
                  <a:gd name="connsiteX21" fmla="*/ 42150 w 49779"/>
                  <a:gd name="connsiteY21" fmla="*/ 27423 h 71044"/>
                  <a:gd name="connsiteX22" fmla="*/ 47358 w 49779"/>
                  <a:gd name="connsiteY22" fmla="*/ 42082 h 71044"/>
                  <a:gd name="connsiteX23" fmla="*/ 43814 w 49779"/>
                  <a:gd name="connsiteY23" fmla="*/ 57172 h 71044"/>
                  <a:gd name="connsiteX24" fmla="*/ 33987 w 49779"/>
                  <a:gd name="connsiteY24" fmla="*/ 67751 h 71044"/>
                  <a:gd name="connsiteX25" fmla="*/ 20455 w 49779"/>
                  <a:gd name="connsiteY25" fmla="*/ 71402 h 71044"/>
                  <a:gd name="connsiteX26" fmla="*/ 9661 w 49779"/>
                  <a:gd name="connsiteY26" fmla="*/ 68664 h 71044"/>
                  <a:gd name="connsiteX27" fmla="*/ 2627 w 49779"/>
                  <a:gd name="connsiteY27" fmla="*/ 61092 h 71044"/>
                  <a:gd name="connsiteX28" fmla="*/ 318 w 49779"/>
                  <a:gd name="connsiteY28" fmla="*/ 51426 h 71044"/>
                  <a:gd name="connsiteX29" fmla="*/ 371 w 49779"/>
                  <a:gd name="connsiteY29" fmla="*/ 49976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71" y="49976"/>
                    </a:moveTo>
                    <a:lnTo>
                      <a:pt x="9232" y="49117"/>
                    </a:lnTo>
                    <a:cubicBezTo>
                      <a:pt x="9178" y="50352"/>
                      <a:pt x="9124" y="51104"/>
                      <a:pt x="9124" y="51373"/>
                    </a:cubicBezTo>
                    <a:cubicBezTo>
                      <a:pt x="9124" y="53520"/>
                      <a:pt x="9715" y="55668"/>
                      <a:pt x="10789" y="57816"/>
                    </a:cubicBezTo>
                    <a:cubicBezTo>
                      <a:pt x="11863" y="59964"/>
                      <a:pt x="13313" y="61629"/>
                      <a:pt x="15192" y="62757"/>
                    </a:cubicBezTo>
                    <a:cubicBezTo>
                      <a:pt x="17018" y="63884"/>
                      <a:pt x="18951" y="64475"/>
                      <a:pt x="21046" y="64475"/>
                    </a:cubicBezTo>
                    <a:cubicBezTo>
                      <a:pt x="23731" y="64475"/>
                      <a:pt x="26523" y="63562"/>
                      <a:pt x="29315" y="61683"/>
                    </a:cubicBezTo>
                    <a:cubicBezTo>
                      <a:pt x="32108" y="59803"/>
                      <a:pt x="34363" y="57065"/>
                      <a:pt x="36135" y="53520"/>
                    </a:cubicBezTo>
                    <a:cubicBezTo>
                      <a:pt x="37854" y="49923"/>
                      <a:pt x="38713" y="46378"/>
                      <a:pt x="38713" y="42888"/>
                    </a:cubicBezTo>
                    <a:cubicBezTo>
                      <a:pt x="38713" y="38914"/>
                      <a:pt x="37585" y="35746"/>
                      <a:pt x="35222" y="33330"/>
                    </a:cubicBezTo>
                    <a:cubicBezTo>
                      <a:pt x="32913" y="30967"/>
                      <a:pt x="29799" y="29785"/>
                      <a:pt x="26040" y="29785"/>
                    </a:cubicBezTo>
                    <a:cubicBezTo>
                      <a:pt x="23462" y="29785"/>
                      <a:pt x="21046" y="30376"/>
                      <a:pt x="18790" y="31611"/>
                    </a:cubicBezTo>
                    <a:cubicBezTo>
                      <a:pt x="16535" y="32846"/>
                      <a:pt x="14387" y="34672"/>
                      <a:pt x="12454" y="37142"/>
                    </a:cubicBezTo>
                    <a:lnTo>
                      <a:pt x="4775" y="36605"/>
                    </a:lnTo>
                    <a:lnTo>
                      <a:pt x="15461" y="358"/>
                    </a:lnTo>
                    <a:lnTo>
                      <a:pt x="50097" y="358"/>
                    </a:lnTo>
                    <a:lnTo>
                      <a:pt x="48379" y="8359"/>
                    </a:lnTo>
                    <a:lnTo>
                      <a:pt x="21475" y="8359"/>
                    </a:lnTo>
                    <a:lnTo>
                      <a:pt x="16159" y="26402"/>
                    </a:lnTo>
                    <a:cubicBezTo>
                      <a:pt x="18146" y="24952"/>
                      <a:pt x="20186" y="23825"/>
                      <a:pt x="22334" y="23127"/>
                    </a:cubicBezTo>
                    <a:cubicBezTo>
                      <a:pt x="24429" y="22375"/>
                      <a:pt x="26577" y="22053"/>
                      <a:pt x="28832" y="22053"/>
                    </a:cubicBezTo>
                    <a:cubicBezTo>
                      <a:pt x="34256" y="22053"/>
                      <a:pt x="38659" y="23825"/>
                      <a:pt x="42150" y="27423"/>
                    </a:cubicBezTo>
                    <a:cubicBezTo>
                      <a:pt x="45640" y="30967"/>
                      <a:pt x="47358" y="35853"/>
                      <a:pt x="47358" y="42082"/>
                    </a:cubicBezTo>
                    <a:cubicBezTo>
                      <a:pt x="47358" y="47560"/>
                      <a:pt x="46177" y="52554"/>
                      <a:pt x="43814" y="57172"/>
                    </a:cubicBezTo>
                    <a:cubicBezTo>
                      <a:pt x="41398" y="61736"/>
                      <a:pt x="38122" y="65281"/>
                      <a:pt x="33987" y="67751"/>
                    </a:cubicBezTo>
                    <a:cubicBezTo>
                      <a:pt x="29799" y="70221"/>
                      <a:pt x="25288" y="71402"/>
                      <a:pt x="20455" y="71402"/>
                    </a:cubicBezTo>
                    <a:cubicBezTo>
                      <a:pt x="16374" y="71402"/>
                      <a:pt x="12830" y="70489"/>
                      <a:pt x="9661" y="68664"/>
                    </a:cubicBezTo>
                    <a:cubicBezTo>
                      <a:pt x="6547" y="66838"/>
                      <a:pt x="4238" y="64314"/>
                      <a:pt x="2627" y="61092"/>
                    </a:cubicBezTo>
                    <a:cubicBezTo>
                      <a:pt x="1070" y="57870"/>
                      <a:pt x="318" y="54648"/>
                      <a:pt x="318" y="51426"/>
                    </a:cubicBezTo>
                    <a:cubicBezTo>
                      <a:pt x="318" y="51104"/>
                      <a:pt x="318" y="50621"/>
                      <a:pt x="371" y="499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15" name="Freihandform: Form 514">
                <a:extLst>
                  <a:ext uri="{FF2B5EF4-FFF2-40B4-BE49-F238E27FC236}">
                    <a16:creationId xmlns:a16="http://schemas.microsoft.com/office/drawing/2014/main" id="{A0EA048B-100C-1ADD-FAC8-66C41237A257}"/>
                  </a:ext>
                </a:extLst>
              </p:cNvPr>
              <p:cNvSpPr/>
              <p:nvPr/>
            </p:nvSpPr>
            <p:spPr>
              <a:xfrm>
                <a:off x="8181589" y="5449225"/>
                <a:ext cx="32810" cy="71151"/>
              </a:xfrm>
              <a:custGeom>
                <a:avLst/>
                <a:gdLst>
                  <a:gd name="connsiteX0" fmla="*/ 9504 w 32810"/>
                  <a:gd name="connsiteY0" fmla="*/ 71510 h 71151"/>
                  <a:gd name="connsiteX1" fmla="*/ 20674 w 32810"/>
                  <a:gd name="connsiteY1" fmla="*/ 18025 h 71151"/>
                  <a:gd name="connsiteX2" fmla="*/ 322 w 32810"/>
                  <a:gd name="connsiteY2" fmla="*/ 27154 h 71151"/>
                  <a:gd name="connsiteX3" fmla="*/ 1933 w 32810"/>
                  <a:gd name="connsiteY3" fmla="*/ 19207 h 71151"/>
                  <a:gd name="connsiteX4" fmla="*/ 14820 w 32810"/>
                  <a:gd name="connsiteY4" fmla="*/ 12387 h 71151"/>
                  <a:gd name="connsiteX5" fmla="*/ 24379 w 32810"/>
                  <a:gd name="connsiteY5" fmla="*/ 5084 h 71151"/>
                  <a:gd name="connsiteX6" fmla="*/ 28031 w 32810"/>
                  <a:gd name="connsiteY6" fmla="*/ 358 h 71151"/>
                  <a:gd name="connsiteX7" fmla="*/ 33132 w 32810"/>
                  <a:gd name="connsiteY7" fmla="*/ 358 h 71151"/>
                  <a:gd name="connsiteX8" fmla="*/ 18257 w 32810"/>
                  <a:gd name="connsiteY8" fmla="*/ 71510 h 71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10" h="71151">
                    <a:moveTo>
                      <a:pt x="9504" y="71510"/>
                    </a:moveTo>
                    <a:lnTo>
                      <a:pt x="20674" y="18025"/>
                    </a:lnTo>
                    <a:cubicBezTo>
                      <a:pt x="15841" y="21838"/>
                      <a:pt x="9075" y="24845"/>
                      <a:pt x="322" y="27154"/>
                    </a:cubicBezTo>
                    <a:lnTo>
                      <a:pt x="1933" y="19207"/>
                    </a:lnTo>
                    <a:cubicBezTo>
                      <a:pt x="6282" y="17488"/>
                      <a:pt x="10578" y="15233"/>
                      <a:pt x="14820" y="12387"/>
                    </a:cubicBezTo>
                    <a:cubicBezTo>
                      <a:pt x="19063" y="9594"/>
                      <a:pt x="22231" y="7178"/>
                      <a:pt x="24379" y="5084"/>
                    </a:cubicBezTo>
                    <a:cubicBezTo>
                      <a:pt x="25668" y="3795"/>
                      <a:pt x="26903" y="2184"/>
                      <a:pt x="28031" y="358"/>
                    </a:cubicBezTo>
                    <a:lnTo>
                      <a:pt x="33132" y="358"/>
                    </a:lnTo>
                    <a:lnTo>
                      <a:pt x="18257" y="71510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grpSp>
          <p:nvGrpSpPr>
            <p:cNvPr id="516" name="Grafik 4">
              <a:extLst>
                <a:ext uri="{FF2B5EF4-FFF2-40B4-BE49-F238E27FC236}">
                  <a16:creationId xmlns:a16="http://schemas.microsoft.com/office/drawing/2014/main" id="{94607F0F-4BF3-B119-A8E1-CF522C5D431B}"/>
                </a:ext>
              </a:extLst>
            </p:cNvPr>
            <p:cNvGrpSpPr/>
            <p:nvPr/>
          </p:nvGrpSpPr>
          <p:grpSpPr>
            <a:xfrm>
              <a:off x="8177686" y="5575533"/>
              <a:ext cx="656719" cy="72332"/>
              <a:chOff x="8177686" y="5575533"/>
              <a:chExt cx="656719" cy="72332"/>
            </a:xfrm>
            <a:solidFill>
              <a:srgbClr val="000000"/>
            </a:solidFill>
          </p:grpSpPr>
          <p:sp>
            <p:nvSpPr>
              <p:cNvPr id="517" name="Freihandform: Form 516">
                <a:extLst>
                  <a:ext uri="{FF2B5EF4-FFF2-40B4-BE49-F238E27FC236}">
                    <a16:creationId xmlns:a16="http://schemas.microsoft.com/office/drawing/2014/main" id="{1262D5D7-71D9-2DDB-754D-F44145B4944E}"/>
                  </a:ext>
                </a:extLst>
              </p:cNvPr>
              <p:cNvSpPr/>
              <p:nvPr/>
            </p:nvSpPr>
            <p:spPr>
              <a:xfrm>
                <a:off x="8177686" y="5575855"/>
                <a:ext cx="79206" cy="70829"/>
              </a:xfrm>
              <a:custGeom>
                <a:avLst/>
                <a:gdLst>
                  <a:gd name="connsiteX0" fmla="*/ 323 w 79206"/>
                  <a:gd name="connsiteY0" fmla="*/ 71197 h 70829"/>
                  <a:gd name="connsiteX1" fmla="*/ 34153 w 79206"/>
                  <a:gd name="connsiteY1" fmla="*/ 35379 h 70829"/>
                  <a:gd name="connsiteX2" fmla="*/ 14070 w 79206"/>
                  <a:gd name="connsiteY2" fmla="*/ 367 h 70829"/>
                  <a:gd name="connsiteX3" fmla="*/ 24487 w 79206"/>
                  <a:gd name="connsiteY3" fmla="*/ 367 h 70829"/>
                  <a:gd name="connsiteX4" fmla="*/ 33616 w 79206"/>
                  <a:gd name="connsiteY4" fmla="*/ 16370 h 70829"/>
                  <a:gd name="connsiteX5" fmla="*/ 37805 w 79206"/>
                  <a:gd name="connsiteY5" fmla="*/ 23780 h 70829"/>
                  <a:gd name="connsiteX6" fmla="*/ 40544 w 79206"/>
                  <a:gd name="connsiteY6" fmla="*/ 29419 h 70829"/>
                  <a:gd name="connsiteX7" fmla="*/ 51606 w 79206"/>
                  <a:gd name="connsiteY7" fmla="*/ 16746 h 70829"/>
                  <a:gd name="connsiteX8" fmla="*/ 67178 w 79206"/>
                  <a:gd name="connsiteY8" fmla="*/ 367 h 70829"/>
                  <a:gd name="connsiteX9" fmla="*/ 79529 w 79206"/>
                  <a:gd name="connsiteY9" fmla="*/ 367 h 70829"/>
                  <a:gd name="connsiteX10" fmla="*/ 45269 w 79206"/>
                  <a:gd name="connsiteY10" fmla="*/ 36936 h 70829"/>
                  <a:gd name="connsiteX11" fmla="*/ 64708 w 79206"/>
                  <a:gd name="connsiteY11" fmla="*/ 71197 h 70829"/>
                  <a:gd name="connsiteX12" fmla="*/ 54398 w 79206"/>
                  <a:gd name="connsiteY12" fmla="*/ 71197 h 70829"/>
                  <a:gd name="connsiteX13" fmla="*/ 42906 w 79206"/>
                  <a:gd name="connsiteY13" fmla="*/ 50469 h 70829"/>
                  <a:gd name="connsiteX14" fmla="*/ 38986 w 79206"/>
                  <a:gd name="connsiteY14" fmla="*/ 42629 h 70829"/>
                  <a:gd name="connsiteX15" fmla="*/ 32650 w 79206"/>
                  <a:gd name="connsiteY15" fmla="*/ 50147 h 70829"/>
                  <a:gd name="connsiteX16" fmla="*/ 12835 w 79206"/>
                  <a:gd name="connsiteY16" fmla="*/ 7119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206" h="70829">
                    <a:moveTo>
                      <a:pt x="323" y="71197"/>
                    </a:moveTo>
                    <a:lnTo>
                      <a:pt x="34153" y="35379"/>
                    </a:lnTo>
                    <a:lnTo>
                      <a:pt x="14070" y="367"/>
                    </a:lnTo>
                    <a:lnTo>
                      <a:pt x="24487" y="367"/>
                    </a:lnTo>
                    <a:lnTo>
                      <a:pt x="33616" y="16370"/>
                    </a:lnTo>
                    <a:cubicBezTo>
                      <a:pt x="36033" y="20612"/>
                      <a:pt x="37429" y="23082"/>
                      <a:pt x="37805" y="23780"/>
                    </a:cubicBezTo>
                    <a:cubicBezTo>
                      <a:pt x="38610" y="25391"/>
                      <a:pt x="39577" y="27271"/>
                      <a:pt x="40544" y="29419"/>
                    </a:cubicBezTo>
                    <a:cubicBezTo>
                      <a:pt x="42960" y="26197"/>
                      <a:pt x="46611" y="22008"/>
                      <a:pt x="51606" y="16746"/>
                    </a:cubicBezTo>
                    <a:lnTo>
                      <a:pt x="67178" y="367"/>
                    </a:lnTo>
                    <a:lnTo>
                      <a:pt x="79529" y="367"/>
                    </a:lnTo>
                    <a:lnTo>
                      <a:pt x="45269" y="36936"/>
                    </a:lnTo>
                    <a:lnTo>
                      <a:pt x="64708" y="71197"/>
                    </a:lnTo>
                    <a:lnTo>
                      <a:pt x="54398" y="71197"/>
                    </a:lnTo>
                    <a:lnTo>
                      <a:pt x="42906" y="50469"/>
                    </a:lnTo>
                    <a:cubicBezTo>
                      <a:pt x="41779" y="48428"/>
                      <a:pt x="40490" y="45851"/>
                      <a:pt x="38986" y="42629"/>
                    </a:cubicBezTo>
                    <a:cubicBezTo>
                      <a:pt x="37268" y="44991"/>
                      <a:pt x="35120" y="47462"/>
                      <a:pt x="32650" y="50147"/>
                    </a:cubicBezTo>
                    <a:lnTo>
                      <a:pt x="12835" y="7119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18" name="Freihandform: Form 517">
                <a:extLst>
                  <a:ext uri="{FF2B5EF4-FFF2-40B4-BE49-F238E27FC236}">
                    <a16:creationId xmlns:a16="http://schemas.microsoft.com/office/drawing/2014/main" id="{5BE9BBCE-E9CB-E5EE-881C-F8F1ABB70A43}"/>
                  </a:ext>
                </a:extLst>
              </p:cNvPr>
              <p:cNvSpPr/>
              <p:nvPr/>
            </p:nvSpPr>
            <p:spPr>
              <a:xfrm>
                <a:off x="8251056" y="5575855"/>
                <a:ext cx="64815" cy="70829"/>
              </a:xfrm>
              <a:custGeom>
                <a:avLst/>
                <a:gdLst>
                  <a:gd name="connsiteX0" fmla="*/ 328 w 64815"/>
                  <a:gd name="connsiteY0" fmla="*/ 71197 h 70829"/>
                  <a:gd name="connsiteX1" fmla="*/ 15149 w 64815"/>
                  <a:gd name="connsiteY1" fmla="*/ 367 h 70829"/>
                  <a:gd name="connsiteX2" fmla="*/ 44737 w 64815"/>
                  <a:gd name="connsiteY2" fmla="*/ 367 h 70829"/>
                  <a:gd name="connsiteX3" fmla="*/ 56282 w 64815"/>
                  <a:gd name="connsiteY3" fmla="*/ 2086 h 70829"/>
                  <a:gd name="connsiteX4" fmla="*/ 62619 w 64815"/>
                  <a:gd name="connsiteY4" fmla="*/ 8154 h 70829"/>
                  <a:gd name="connsiteX5" fmla="*/ 65143 w 64815"/>
                  <a:gd name="connsiteY5" fmla="*/ 17766 h 70829"/>
                  <a:gd name="connsiteX6" fmla="*/ 63370 w 64815"/>
                  <a:gd name="connsiteY6" fmla="*/ 26680 h 70829"/>
                  <a:gd name="connsiteX7" fmla="*/ 58860 w 64815"/>
                  <a:gd name="connsiteY7" fmla="*/ 34198 h 70829"/>
                  <a:gd name="connsiteX8" fmla="*/ 53329 w 64815"/>
                  <a:gd name="connsiteY8" fmla="*/ 38601 h 70829"/>
                  <a:gd name="connsiteX9" fmla="*/ 47314 w 64815"/>
                  <a:gd name="connsiteY9" fmla="*/ 40857 h 70829"/>
                  <a:gd name="connsiteX10" fmla="*/ 33514 w 64815"/>
                  <a:gd name="connsiteY10" fmla="*/ 42414 h 70829"/>
                  <a:gd name="connsiteX11" fmla="*/ 15793 w 64815"/>
                  <a:gd name="connsiteY11" fmla="*/ 42414 h 70829"/>
                  <a:gd name="connsiteX12" fmla="*/ 9832 w 64815"/>
                  <a:gd name="connsiteY12" fmla="*/ 71197 h 70829"/>
                  <a:gd name="connsiteX13" fmla="*/ 328 w 64815"/>
                  <a:gd name="connsiteY13" fmla="*/ 71197 h 70829"/>
                  <a:gd name="connsiteX14" fmla="*/ 17511 w 64815"/>
                  <a:gd name="connsiteY14" fmla="*/ 34413 h 70829"/>
                  <a:gd name="connsiteX15" fmla="*/ 33084 w 64815"/>
                  <a:gd name="connsiteY15" fmla="*/ 34413 h 70829"/>
                  <a:gd name="connsiteX16" fmla="*/ 46455 w 64815"/>
                  <a:gd name="connsiteY16" fmla="*/ 32479 h 70829"/>
                  <a:gd name="connsiteX17" fmla="*/ 53275 w 64815"/>
                  <a:gd name="connsiteY17" fmla="*/ 26519 h 70829"/>
                  <a:gd name="connsiteX18" fmla="*/ 55799 w 64815"/>
                  <a:gd name="connsiteY18" fmla="*/ 17981 h 70829"/>
                  <a:gd name="connsiteX19" fmla="*/ 54456 w 64815"/>
                  <a:gd name="connsiteY19" fmla="*/ 12288 h 70829"/>
                  <a:gd name="connsiteX20" fmla="*/ 50644 w 64815"/>
                  <a:gd name="connsiteY20" fmla="*/ 9067 h 70829"/>
                  <a:gd name="connsiteX21" fmla="*/ 41193 w 64815"/>
                  <a:gd name="connsiteY21" fmla="*/ 8046 h 70829"/>
                  <a:gd name="connsiteX22" fmla="*/ 22989 w 64815"/>
                  <a:gd name="connsiteY22" fmla="*/ 8046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4815" h="70829">
                    <a:moveTo>
                      <a:pt x="328" y="71197"/>
                    </a:moveTo>
                    <a:lnTo>
                      <a:pt x="15149" y="367"/>
                    </a:lnTo>
                    <a:lnTo>
                      <a:pt x="44737" y="367"/>
                    </a:lnTo>
                    <a:cubicBezTo>
                      <a:pt x="49892" y="367"/>
                      <a:pt x="53705" y="958"/>
                      <a:pt x="56282" y="2086"/>
                    </a:cubicBezTo>
                    <a:cubicBezTo>
                      <a:pt x="58860" y="3267"/>
                      <a:pt x="60954" y="5308"/>
                      <a:pt x="62619" y="8154"/>
                    </a:cubicBezTo>
                    <a:cubicBezTo>
                      <a:pt x="64283" y="11000"/>
                      <a:pt x="65143" y="14222"/>
                      <a:pt x="65143" y="17766"/>
                    </a:cubicBezTo>
                    <a:cubicBezTo>
                      <a:pt x="65143" y="20666"/>
                      <a:pt x="64552" y="23673"/>
                      <a:pt x="63370" y="26680"/>
                    </a:cubicBezTo>
                    <a:cubicBezTo>
                      <a:pt x="62189" y="29741"/>
                      <a:pt x="60686" y="32211"/>
                      <a:pt x="58860" y="34198"/>
                    </a:cubicBezTo>
                    <a:cubicBezTo>
                      <a:pt x="57034" y="36131"/>
                      <a:pt x="55155" y="37635"/>
                      <a:pt x="53329" y="38601"/>
                    </a:cubicBezTo>
                    <a:cubicBezTo>
                      <a:pt x="51449" y="39621"/>
                      <a:pt x="49462" y="40373"/>
                      <a:pt x="47314" y="40857"/>
                    </a:cubicBezTo>
                    <a:cubicBezTo>
                      <a:pt x="42750" y="41930"/>
                      <a:pt x="38186" y="42414"/>
                      <a:pt x="33514" y="42414"/>
                    </a:cubicBezTo>
                    <a:lnTo>
                      <a:pt x="15793" y="42414"/>
                    </a:lnTo>
                    <a:lnTo>
                      <a:pt x="9832" y="71197"/>
                    </a:lnTo>
                    <a:lnTo>
                      <a:pt x="328" y="71197"/>
                    </a:lnTo>
                    <a:moveTo>
                      <a:pt x="17511" y="34413"/>
                    </a:moveTo>
                    <a:lnTo>
                      <a:pt x="33084" y="34413"/>
                    </a:lnTo>
                    <a:cubicBezTo>
                      <a:pt x="39152" y="34413"/>
                      <a:pt x="43609" y="33768"/>
                      <a:pt x="46455" y="32479"/>
                    </a:cubicBezTo>
                    <a:cubicBezTo>
                      <a:pt x="49301" y="31137"/>
                      <a:pt x="51557" y="29150"/>
                      <a:pt x="53275" y="26519"/>
                    </a:cubicBezTo>
                    <a:cubicBezTo>
                      <a:pt x="54940" y="23834"/>
                      <a:pt x="55799" y="20988"/>
                      <a:pt x="55799" y="17981"/>
                    </a:cubicBezTo>
                    <a:cubicBezTo>
                      <a:pt x="55799" y="15672"/>
                      <a:pt x="55369" y="13792"/>
                      <a:pt x="54456" y="12288"/>
                    </a:cubicBezTo>
                    <a:cubicBezTo>
                      <a:pt x="53544" y="10839"/>
                      <a:pt x="52308" y="9765"/>
                      <a:pt x="50644" y="9067"/>
                    </a:cubicBezTo>
                    <a:cubicBezTo>
                      <a:pt x="48979" y="8369"/>
                      <a:pt x="45864" y="8046"/>
                      <a:pt x="41193" y="8046"/>
                    </a:cubicBezTo>
                    <a:lnTo>
                      <a:pt x="22989" y="8046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19" name="Freihandform: Form 518">
                <a:extLst>
                  <a:ext uri="{FF2B5EF4-FFF2-40B4-BE49-F238E27FC236}">
                    <a16:creationId xmlns:a16="http://schemas.microsoft.com/office/drawing/2014/main" id="{2189BDE9-CEDA-5C76-2E5F-E46AB1C909F2}"/>
                  </a:ext>
                </a:extLst>
              </p:cNvPr>
              <p:cNvSpPr/>
              <p:nvPr/>
            </p:nvSpPr>
            <p:spPr>
              <a:xfrm>
                <a:off x="8347315" y="5575533"/>
                <a:ext cx="48973" cy="72332"/>
              </a:xfrm>
              <a:custGeom>
                <a:avLst/>
                <a:gdLst>
                  <a:gd name="connsiteX0" fmla="*/ 334 w 48973"/>
                  <a:gd name="connsiteY0" fmla="*/ 48267 h 72332"/>
                  <a:gd name="connsiteX1" fmla="*/ 3019 w 48973"/>
                  <a:gd name="connsiteY1" fmla="*/ 30009 h 72332"/>
                  <a:gd name="connsiteX2" fmla="*/ 9034 w 48973"/>
                  <a:gd name="connsiteY2" fmla="*/ 15188 h 72332"/>
                  <a:gd name="connsiteX3" fmla="*/ 15800 w 48973"/>
                  <a:gd name="connsiteY3" fmla="*/ 6489 h 72332"/>
                  <a:gd name="connsiteX4" fmla="*/ 22781 w 48973"/>
                  <a:gd name="connsiteY4" fmla="*/ 1871 h 72332"/>
                  <a:gd name="connsiteX5" fmla="*/ 30299 w 48973"/>
                  <a:gd name="connsiteY5" fmla="*/ 367 h 72332"/>
                  <a:gd name="connsiteX6" fmla="*/ 43884 w 48973"/>
                  <a:gd name="connsiteY6" fmla="*/ 6435 h 72332"/>
                  <a:gd name="connsiteX7" fmla="*/ 49308 w 48973"/>
                  <a:gd name="connsiteY7" fmla="*/ 23888 h 72332"/>
                  <a:gd name="connsiteX8" fmla="*/ 45549 w 48973"/>
                  <a:gd name="connsiteY8" fmla="*/ 47139 h 72332"/>
                  <a:gd name="connsiteX9" fmla="*/ 33198 w 48973"/>
                  <a:gd name="connsiteY9" fmla="*/ 67545 h 72332"/>
                  <a:gd name="connsiteX10" fmla="*/ 19290 w 48973"/>
                  <a:gd name="connsiteY10" fmla="*/ 72700 h 72332"/>
                  <a:gd name="connsiteX11" fmla="*/ 5865 w 48973"/>
                  <a:gd name="connsiteY11" fmla="*/ 66471 h 72332"/>
                  <a:gd name="connsiteX12" fmla="*/ 334 w 48973"/>
                  <a:gd name="connsiteY12" fmla="*/ 48267 h 72332"/>
                  <a:gd name="connsiteX13" fmla="*/ 8819 w 48973"/>
                  <a:gd name="connsiteY13" fmla="*/ 50523 h 72332"/>
                  <a:gd name="connsiteX14" fmla="*/ 10967 w 48973"/>
                  <a:gd name="connsiteY14" fmla="*/ 60672 h 72332"/>
                  <a:gd name="connsiteX15" fmla="*/ 19720 w 48973"/>
                  <a:gd name="connsiteY15" fmla="*/ 65773 h 72332"/>
                  <a:gd name="connsiteX16" fmla="*/ 28956 w 48973"/>
                  <a:gd name="connsiteY16" fmla="*/ 61155 h 72332"/>
                  <a:gd name="connsiteX17" fmla="*/ 37978 w 48973"/>
                  <a:gd name="connsiteY17" fmla="*/ 42199 h 72332"/>
                  <a:gd name="connsiteX18" fmla="*/ 40985 w 48973"/>
                  <a:gd name="connsiteY18" fmla="*/ 21793 h 72332"/>
                  <a:gd name="connsiteX19" fmla="*/ 38085 w 48973"/>
                  <a:gd name="connsiteY19" fmla="*/ 10785 h 72332"/>
                  <a:gd name="connsiteX20" fmla="*/ 30352 w 48973"/>
                  <a:gd name="connsiteY20" fmla="*/ 7402 h 72332"/>
                  <a:gd name="connsiteX21" fmla="*/ 23855 w 48973"/>
                  <a:gd name="connsiteY21" fmla="*/ 9174 h 72332"/>
                  <a:gd name="connsiteX22" fmla="*/ 18109 w 48973"/>
                  <a:gd name="connsiteY22" fmla="*/ 15296 h 72332"/>
                  <a:gd name="connsiteX23" fmla="*/ 11289 w 48973"/>
                  <a:gd name="connsiteY23" fmla="*/ 33661 h 72332"/>
                  <a:gd name="connsiteX24" fmla="*/ 8819 w 48973"/>
                  <a:gd name="connsiteY24" fmla="*/ 5052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34" y="48267"/>
                    </a:moveTo>
                    <a:cubicBezTo>
                      <a:pt x="334" y="42306"/>
                      <a:pt x="1247" y="36185"/>
                      <a:pt x="3019" y="30009"/>
                    </a:cubicBezTo>
                    <a:cubicBezTo>
                      <a:pt x="4845" y="23834"/>
                      <a:pt x="6832" y="18894"/>
                      <a:pt x="9034" y="15188"/>
                    </a:cubicBezTo>
                    <a:cubicBezTo>
                      <a:pt x="11182" y="11483"/>
                      <a:pt x="13491" y="8583"/>
                      <a:pt x="15800" y="6489"/>
                    </a:cubicBezTo>
                    <a:cubicBezTo>
                      <a:pt x="18163" y="4395"/>
                      <a:pt x="20472" y="2838"/>
                      <a:pt x="22781" y="1871"/>
                    </a:cubicBezTo>
                    <a:cubicBezTo>
                      <a:pt x="25036" y="851"/>
                      <a:pt x="27560" y="367"/>
                      <a:pt x="30299" y="367"/>
                    </a:cubicBezTo>
                    <a:cubicBezTo>
                      <a:pt x="35722" y="367"/>
                      <a:pt x="40233" y="2408"/>
                      <a:pt x="43884" y="6435"/>
                    </a:cubicBezTo>
                    <a:cubicBezTo>
                      <a:pt x="47482" y="10463"/>
                      <a:pt x="49308" y="16262"/>
                      <a:pt x="49308" y="23888"/>
                    </a:cubicBezTo>
                    <a:cubicBezTo>
                      <a:pt x="49308" y="31674"/>
                      <a:pt x="48073" y="39460"/>
                      <a:pt x="45549" y="47139"/>
                    </a:cubicBezTo>
                    <a:cubicBezTo>
                      <a:pt x="42596" y="56215"/>
                      <a:pt x="38461" y="63034"/>
                      <a:pt x="33198" y="67545"/>
                    </a:cubicBezTo>
                    <a:cubicBezTo>
                      <a:pt x="29117" y="70982"/>
                      <a:pt x="24499" y="72700"/>
                      <a:pt x="19290" y="72700"/>
                    </a:cubicBezTo>
                    <a:cubicBezTo>
                      <a:pt x="13974" y="72700"/>
                      <a:pt x="9517" y="70660"/>
                      <a:pt x="5865" y="66471"/>
                    </a:cubicBezTo>
                    <a:cubicBezTo>
                      <a:pt x="2214" y="62283"/>
                      <a:pt x="334" y="56215"/>
                      <a:pt x="334" y="48267"/>
                    </a:cubicBezTo>
                    <a:moveTo>
                      <a:pt x="8819" y="50523"/>
                    </a:moveTo>
                    <a:cubicBezTo>
                      <a:pt x="8819" y="54872"/>
                      <a:pt x="9517" y="58255"/>
                      <a:pt x="10967" y="60672"/>
                    </a:cubicBezTo>
                    <a:cubicBezTo>
                      <a:pt x="12954" y="64055"/>
                      <a:pt x="15853" y="65773"/>
                      <a:pt x="19720" y="65773"/>
                    </a:cubicBezTo>
                    <a:cubicBezTo>
                      <a:pt x="23103" y="65773"/>
                      <a:pt x="26217" y="64216"/>
                      <a:pt x="28956" y="61155"/>
                    </a:cubicBezTo>
                    <a:cubicBezTo>
                      <a:pt x="32983" y="56859"/>
                      <a:pt x="35991" y="50523"/>
                      <a:pt x="37978" y="42199"/>
                    </a:cubicBezTo>
                    <a:cubicBezTo>
                      <a:pt x="40018" y="33876"/>
                      <a:pt x="40985" y="27056"/>
                      <a:pt x="40985" y="21793"/>
                    </a:cubicBezTo>
                    <a:cubicBezTo>
                      <a:pt x="40985" y="16692"/>
                      <a:pt x="40018" y="13040"/>
                      <a:pt x="38085" y="10785"/>
                    </a:cubicBezTo>
                    <a:cubicBezTo>
                      <a:pt x="36152" y="8530"/>
                      <a:pt x="33574" y="7402"/>
                      <a:pt x="30352" y="7402"/>
                    </a:cubicBezTo>
                    <a:cubicBezTo>
                      <a:pt x="28043" y="7402"/>
                      <a:pt x="25895" y="7993"/>
                      <a:pt x="23855" y="9174"/>
                    </a:cubicBezTo>
                    <a:cubicBezTo>
                      <a:pt x="21868" y="10355"/>
                      <a:pt x="19935" y="12396"/>
                      <a:pt x="18109" y="15296"/>
                    </a:cubicBezTo>
                    <a:cubicBezTo>
                      <a:pt x="15478" y="19431"/>
                      <a:pt x="13222" y="25552"/>
                      <a:pt x="11289" y="33661"/>
                    </a:cubicBezTo>
                    <a:cubicBezTo>
                      <a:pt x="9624" y="40642"/>
                      <a:pt x="8819" y="46227"/>
                      <a:pt x="8819" y="505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20" name="Freihandform: Form 519">
                <a:extLst>
                  <a:ext uri="{FF2B5EF4-FFF2-40B4-BE49-F238E27FC236}">
                    <a16:creationId xmlns:a16="http://schemas.microsoft.com/office/drawing/2014/main" id="{10E73244-888A-4456-E96A-9940F99EE91D}"/>
                  </a:ext>
                </a:extLst>
              </p:cNvPr>
              <p:cNvSpPr/>
              <p:nvPr/>
            </p:nvSpPr>
            <p:spPr>
              <a:xfrm>
                <a:off x="8402358" y="5575533"/>
                <a:ext cx="48973" cy="72332"/>
              </a:xfrm>
              <a:custGeom>
                <a:avLst/>
                <a:gdLst>
                  <a:gd name="connsiteX0" fmla="*/ 338 w 48973"/>
                  <a:gd name="connsiteY0" fmla="*/ 48267 h 72332"/>
                  <a:gd name="connsiteX1" fmla="*/ 3023 w 48973"/>
                  <a:gd name="connsiteY1" fmla="*/ 30009 h 72332"/>
                  <a:gd name="connsiteX2" fmla="*/ 9038 w 48973"/>
                  <a:gd name="connsiteY2" fmla="*/ 15188 h 72332"/>
                  <a:gd name="connsiteX3" fmla="*/ 15804 w 48973"/>
                  <a:gd name="connsiteY3" fmla="*/ 6489 h 72332"/>
                  <a:gd name="connsiteX4" fmla="*/ 22785 w 48973"/>
                  <a:gd name="connsiteY4" fmla="*/ 1871 h 72332"/>
                  <a:gd name="connsiteX5" fmla="*/ 30303 w 48973"/>
                  <a:gd name="connsiteY5" fmla="*/ 367 h 72332"/>
                  <a:gd name="connsiteX6" fmla="*/ 43888 w 48973"/>
                  <a:gd name="connsiteY6" fmla="*/ 6435 h 72332"/>
                  <a:gd name="connsiteX7" fmla="*/ 49312 w 48973"/>
                  <a:gd name="connsiteY7" fmla="*/ 23888 h 72332"/>
                  <a:gd name="connsiteX8" fmla="*/ 45553 w 48973"/>
                  <a:gd name="connsiteY8" fmla="*/ 47139 h 72332"/>
                  <a:gd name="connsiteX9" fmla="*/ 33202 w 48973"/>
                  <a:gd name="connsiteY9" fmla="*/ 67545 h 72332"/>
                  <a:gd name="connsiteX10" fmla="*/ 19294 w 48973"/>
                  <a:gd name="connsiteY10" fmla="*/ 72700 h 72332"/>
                  <a:gd name="connsiteX11" fmla="*/ 5869 w 48973"/>
                  <a:gd name="connsiteY11" fmla="*/ 66471 h 72332"/>
                  <a:gd name="connsiteX12" fmla="*/ 338 w 48973"/>
                  <a:gd name="connsiteY12" fmla="*/ 48267 h 72332"/>
                  <a:gd name="connsiteX13" fmla="*/ 8823 w 48973"/>
                  <a:gd name="connsiteY13" fmla="*/ 50523 h 72332"/>
                  <a:gd name="connsiteX14" fmla="*/ 10971 w 48973"/>
                  <a:gd name="connsiteY14" fmla="*/ 60672 h 72332"/>
                  <a:gd name="connsiteX15" fmla="*/ 19724 w 48973"/>
                  <a:gd name="connsiteY15" fmla="*/ 65773 h 72332"/>
                  <a:gd name="connsiteX16" fmla="*/ 28960 w 48973"/>
                  <a:gd name="connsiteY16" fmla="*/ 61155 h 72332"/>
                  <a:gd name="connsiteX17" fmla="*/ 37982 w 48973"/>
                  <a:gd name="connsiteY17" fmla="*/ 42199 h 72332"/>
                  <a:gd name="connsiteX18" fmla="*/ 40989 w 48973"/>
                  <a:gd name="connsiteY18" fmla="*/ 21793 h 72332"/>
                  <a:gd name="connsiteX19" fmla="*/ 38089 w 48973"/>
                  <a:gd name="connsiteY19" fmla="*/ 10785 h 72332"/>
                  <a:gd name="connsiteX20" fmla="*/ 30356 w 48973"/>
                  <a:gd name="connsiteY20" fmla="*/ 7402 h 72332"/>
                  <a:gd name="connsiteX21" fmla="*/ 23859 w 48973"/>
                  <a:gd name="connsiteY21" fmla="*/ 9174 h 72332"/>
                  <a:gd name="connsiteX22" fmla="*/ 18113 w 48973"/>
                  <a:gd name="connsiteY22" fmla="*/ 15296 h 72332"/>
                  <a:gd name="connsiteX23" fmla="*/ 11293 w 48973"/>
                  <a:gd name="connsiteY23" fmla="*/ 33661 h 72332"/>
                  <a:gd name="connsiteX24" fmla="*/ 8823 w 48973"/>
                  <a:gd name="connsiteY24" fmla="*/ 50523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973" h="72332">
                    <a:moveTo>
                      <a:pt x="338" y="48267"/>
                    </a:moveTo>
                    <a:cubicBezTo>
                      <a:pt x="338" y="42306"/>
                      <a:pt x="1251" y="36185"/>
                      <a:pt x="3023" y="30009"/>
                    </a:cubicBezTo>
                    <a:cubicBezTo>
                      <a:pt x="4849" y="23834"/>
                      <a:pt x="6836" y="18894"/>
                      <a:pt x="9038" y="15188"/>
                    </a:cubicBezTo>
                    <a:cubicBezTo>
                      <a:pt x="11186" y="11483"/>
                      <a:pt x="13495" y="8583"/>
                      <a:pt x="15804" y="6489"/>
                    </a:cubicBezTo>
                    <a:cubicBezTo>
                      <a:pt x="18167" y="4395"/>
                      <a:pt x="20476" y="2838"/>
                      <a:pt x="22785" y="1871"/>
                    </a:cubicBezTo>
                    <a:cubicBezTo>
                      <a:pt x="25040" y="851"/>
                      <a:pt x="27564" y="367"/>
                      <a:pt x="30303" y="367"/>
                    </a:cubicBezTo>
                    <a:cubicBezTo>
                      <a:pt x="35726" y="367"/>
                      <a:pt x="40237" y="2408"/>
                      <a:pt x="43888" y="6435"/>
                    </a:cubicBezTo>
                    <a:cubicBezTo>
                      <a:pt x="47486" y="10463"/>
                      <a:pt x="49312" y="16262"/>
                      <a:pt x="49312" y="23888"/>
                    </a:cubicBezTo>
                    <a:cubicBezTo>
                      <a:pt x="49312" y="31674"/>
                      <a:pt x="48077" y="39460"/>
                      <a:pt x="45553" y="47139"/>
                    </a:cubicBezTo>
                    <a:cubicBezTo>
                      <a:pt x="42600" y="56215"/>
                      <a:pt x="38465" y="63034"/>
                      <a:pt x="33202" y="67545"/>
                    </a:cubicBezTo>
                    <a:cubicBezTo>
                      <a:pt x="29121" y="70982"/>
                      <a:pt x="24503" y="72700"/>
                      <a:pt x="19294" y="72700"/>
                    </a:cubicBezTo>
                    <a:cubicBezTo>
                      <a:pt x="13978" y="72700"/>
                      <a:pt x="9521" y="70660"/>
                      <a:pt x="5869" y="66471"/>
                    </a:cubicBezTo>
                    <a:cubicBezTo>
                      <a:pt x="2218" y="62283"/>
                      <a:pt x="338" y="56215"/>
                      <a:pt x="338" y="48267"/>
                    </a:cubicBezTo>
                    <a:moveTo>
                      <a:pt x="8823" y="50523"/>
                    </a:moveTo>
                    <a:cubicBezTo>
                      <a:pt x="8823" y="54872"/>
                      <a:pt x="9521" y="58255"/>
                      <a:pt x="10971" y="60672"/>
                    </a:cubicBezTo>
                    <a:cubicBezTo>
                      <a:pt x="12958" y="64055"/>
                      <a:pt x="15857" y="65773"/>
                      <a:pt x="19724" y="65773"/>
                    </a:cubicBezTo>
                    <a:cubicBezTo>
                      <a:pt x="23107" y="65773"/>
                      <a:pt x="26221" y="64216"/>
                      <a:pt x="28960" y="61155"/>
                    </a:cubicBezTo>
                    <a:cubicBezTo>
                      <a:pt x="32988" y="56859"/>
                      <a:pt x="35995" y="50523"/>
                      <a:pt x="37982" y="42199"/>
                    </a:cubicBezTo>
                    <a:cubicBezTo>
                      <a:pt x="40022" y="33876"/>
                      <a:pt x="40989" y="27056"/>
                      <a:pt x="40989" y="21793"/>
                    </a:cubicBezTo>
                    <a:cubicBezTo>
                      <a:pt x="40989" y="16692"/>
                      <a:pt x="40022" y="13040"/>
                      <a:pt x="38089" y="10785"/>
                    </a:cubicBezTo>
                    <a:cubicBezTo>
                      <a:pt x="36156" y="8530"/>
                      <a:pt x="33578" y="7402"/>
                      <a:pt x="30356" y="7402"/>
                    </a:cubicBezTo>
                    <a:cubicBezTo>
                      <a:pt x="28047" y="7402"/>
                      <a:pt x="25899" y="7993"/>
                      <a:pt x="23859" y="9174"/>
                    </a:cubicBezTo>
                    <a:cubicBezTo>
                      <a:pt x="21872" y="10355"/>
                      <a:pt x="19939" y="12396"/>
                      <a:pt x="18113" y="15296"/>
                    </a:cubicBezTo>
                    <a:cubicBezTo>
                      <a:pt x="15482" y="19431"/>
                      <a:pt x="13226" y="25552"/>
                      <a:pt x="11293" y="33661"/>
                    </a:cubicBezTo>
                    <a:cubicBezTo>
                      <a:pt x="9628" y="40642"/>
                      <a:pt x="8823" y="46227"/>
                      <a:pt x="8823" y="505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21" name="Freihandform: Form 520">
                <a:extLst>
                  <a:ext uri="{FF2B5EF4-FFF2-40B4-BE49-F238E27FC236}">
                    <a16:creationId xmlns:a16="http://schemas.microsoft.com/office/drawing/2014/main" id="{05EC3C9D-20B6-B474-C65F-2DD4CC8C80CE}"/>
                  </a:ext>
                </a:extLst>
              </p:cNvPr>
              <p:cNvSpPr/>
              <p:nvPr/>
            </p:nvSpPr>
            <p:spPr>
              <a:xfrm>
                <a:off x="8457308" y="5576821"/>
                <a:ext cx="49779" cy="71044"/>
              </a:xfrm>
              <a:custGeom>
                <a:avLst/>
                <a:gdLst>
                  <a:gd name="connsiteX0" fmla="*/ 396 w 49779"/>
                  <a:gd name="connsiteY0" fmla="*/ 49985 h 71044"/>
                  <a:gd name="connsiteX1" fmla="*/ 9256 w 49779"/>
                  <a:gd name="connsiteY1" fmla="*/ 49126 h 71044"/>
                  <a:gd name="connsiteX2" fmla="*/ 9149 w 49779"/>
                  <a:gd name="connsiteY2" fmla="*/ 51382 h 71044"/>
                  <a:gd name="connsiteX3" fmla="*/ 10814 w 49779"/>
                  <a:gd name="connsiteY3" fmla="*/ 57826 h 71044"/>
                  <a:gd name="connsiteX4" fmla="*/ 15217 w 49779"/>
                  <a:gd name="connsiteY4" fmla="*/ 62766 h 71044"/>
                  <a:gd name="connsiteX5" fmla="*/ 21070 w 49779"/>
                  <a:gd name="connsiteY5" fmla="*/ 64484 h 71044"/>
                  <a:gd name="connsiteX6" fmla="*/ 29340 w 49779"/>
                  <a:gd name="connsiteY6" fmla="*/ 61692 h 71044"/>
                  <a:gd name="connsiteX7" fmla="*/ 36160 w 49779"/>
                  <a:gd name="connsiteY7" fmla="*/ 53530 h 71044"/>
                  <a:gd name="connsiteX8" fmla="*/ 38737 w 49779"/>
                  <a:gd name="connsiteY8" fmla="*/ 42897 h 71044"/>
                  <a:gd name="connsiteX9" fmla="*/ 35247 w 49779"/>
                  <a:gd name="connsiteY9" fmla="*/ 33339 h 71044"/>
                  <a:gd name="connsiteX10" fmla="*/ 26064 w 49779"/>
                  <a:gd name="connsiteY10" fmla="*/ 29794 h 71044"/>
                  <a:gd name="connsiteX11" fmla="*/ 18815 w 49779"/>
                  <a:gd name="connsiteY11" fmla="*/ 31620 h 71044"/>
                  <a:gd name="connsiteX12" fmla="*/ 12478 w 49779"/>
                  <a:gd name="connsiteY12" fmla="*/ 37151 h 71044"/>
                  <a:gd name="connsiteX13" fmla="*/ 4799 w 49779"/>
                  <a:gd name="connsiteY13" fmla="*/ 36614 h 71044"/>
                  <a:gd name="connsiteX14" fmla="*/ 15486 w 49779"/>
                  <a:gd name="connsiteY14" fmla="*/ 367 h 71044"/>
                  <a:gd name="connsiteX15" fmla="*/ 50122 w 49779"/>
                  <a:gd name="connsiteY15" fmla="*/ 367 h 71044"/>
                  <a:gd name="connsiteX16" fmla="*/ 48403 w 49779"/>
                  <a:gd name="connsiteY16" fmla="*/ 8369 h 71044"/>
                  <a:gd name="connsiteX17" fmla="*/ 21500 w 49779"/>
                  <a:gd name="connsiteY17" fmla="*/ 8369 h 71044"/>
                  <a:gd name="connsiteX18" fmla="*/ 16184 w 49779"/>
                  <a:gd name="connsiteY18" fmla="*/ 26411 h 71044"/>
                  <a:gd name="connsiteX19" fmla="*/ 22359 w 49779"/>
                  <a:gd name="connsiteY19" fmla="*/ 23136 h 71044"/>
                  <a:gd name="connsiteX20" fmla="*/ 28857 w 49779"/>
                  <a:gd name="connsiteY20" fmla="*/ 22062 h 71044"/>
                  <a:gd name="connsiteX21" fmla="*/ 42174 w 49779"/>
                  <a:gd name="connsiteY21" fmla="*/ 27432 h 71044"/>
                  <a:gd name="connsiteX22" fmla="*/ 47383 w 49779"/>
                  <a:gd name="connsiteY22" fmla="*/ 42092 h 71044"/>
                  <a:gd name="connsiteX23" fmla="*/ 43839 w 49779"/>
                  <a:gd name="connsiteY23" fmla="*/ 57181 h 71044"/>
                  <a:gd name="connsiteX24" fmla="*/ 34012 w 49779"/>
                  <a:gd name="connsiteY24" fmla="*/ 67760 h 71044"/>
                  <a:gd name="connsiteX25" fmla="*/ 20480 w 49779"/>
                  <a:gd name="connsiteY25" fmla="*/ 71411 h 71044"/>
                  <a:gd name="connsiteX26" fmla="*/ 9686 w 49779"/>
                  <a:gd name="connsiteY26" fmla="*/ 68673 h 71044"/>
                  <a:gd name="connsiteX27" fmla="*/ 2651 w 49779"/>
                  <a:gd name="connsiteY27" fmla="*/ 61101 h 71044"/>
                  <a:gd name="connsiteX28" fmla="*/ 342 w 49779"/>
                  <a:gd name="connsiteY28" fmla="*/ 51435 h 71044"/>
                  <a:gd name="connsiteX29" fmla="*/ 396 w 49779"/>
                  <a:gd name="connsiteY29" fmla="*/ 49985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396" y="49985"/>
                    </a:moveTo>
                    <a:lnTo>
                      <a:pt x="9256" y="49126"/>
                    </a:lnTo>
                    <a:cubicBezTo>
                      <a:pt x="9203" y="50361"/>
                      <a:pt x="9149" y="51113"/>
                      <a:pt x="9149" y="51382"/>
                    </a:cubicBezTo>
                    <a:cubicBezTo>
                      <a:pt x="9149" y="53530"/>
                      <a:pt x="9740" y="55678"/>
                      <a:pt x="10814" y="57826"/>
                    </a:cubicBezTo>
                    <a:cubicBezTo>
                      <a:pt x="11888" y="59974"/>
                      <a:pt x="13338" y="61638"/>
                      <a:pt x="15217" y="62766"/>
                    </a:cubicBezTo>
                    <a:cubicBezTo>
                      <a:pt x="17043" y="63894"/>
                      <a:pt x="18976" y="64484"/>
                      <a:pt x="21070" y="64484"/>
                    </a:cubicBezTo>
                    <a:cubicBezTo>
                      <a:pt x="23755" y="64484"/>
                      <a:pt x="26548" y="63571"/>
                      <a:pt x="29340" y="61692"/>
                    </a:cubicBezTo>
                    <a:cubicBezTo>
                      <a:pt x="32132" y="59812"/>
                      <a:pt x="34388" y="57074"/>
                      <a:pt x="36160" y="53530"/>
                    </a:cubicBezTo>
                    <a:cubicBezTo>
                      <a:pt x="37878" y="49932"/>
                      <a:pt x="38737" y="46388"/>
                      <a:pt x="38737" y="42897"/>
                    </a:cubicBezTo>
                    <a:cubicBezTo>
                      <a:pt x="38737" y="38923"/>
                      <a:pt x="37610" y="35755"/>
                      <a:pt x="35247" y="33339"/>
                    </a:cubicBezTo>
                    <a:cubicBezTo>
                      <a:pt x="32938" y="30976"/>
                      <a:pt x="29823" y="29794"/>
                      <a:pt x="26064" y="29794"/>
                    </a:cubicBezTo>
                    <a:cubicBezTo>
                      <a:pt x="23487" y="29794"/>
                      <a:pt x="21070" y="30385"/>
                      <a:pt x="18815" y="31620"/>
                    </a:cubicBezTo>
                    <a:cubicBezTo>
                      <a:pt x="16560" y="32855"/>
                      <a:pt x="14412" y="34681"/>
                      <a:pt x="12478" y="37151"/>
                    </a:cubicBezTo>
                    <a:lnTo>
                      <a:pt x="4799" y="36614"/>
                    </a:lnTo>
                    <a:lnTo>
                      <a:pt x="15486" y="367"/>
                    </a:lnTo>
                    <a:lnTo>
                      <a:pt x="50122" y="367"/>
                    </a:lnTo>
                    <a:lnTo>
                      <a:pt x="48403" y="8369"/>
                    </a:lnTo>
                    <a:lnTo>
                      <a:pt x="21500" y="8369"/>
                    </a:lnTo>
                    <a:lnTo>
                      <a:pt x="16184" y="26411"/>
                    </a:lnTo>
                    <a:cubicBezTo>
                      <a:pt x="18171" y="24962"/>
                      <a:pt x="20211" y="23834"/>
                      <a:pt x="22359" y="23136"/>
                    </a:cubicBezTo>
                    <a:cubicBezTo>
                      <a:pt x="24453" y="22384"/>
                      <a:pt x="26601" y="22062"/>
                      <a:pt x="28857" y="22062"/>
                    </a:cubicBezTo>
                    <a:cubicBezTo>
                      <a:pt x="34280" y="22062"/>
                      <a:pt x="38684" y="23834"/>
                      <a:pt x="42174" y="27432"/>
                    </a:cubicBezTo>
                    <a:cubicBezTo>
                      <a:pt x="45665" y="30976"/>
                      <a:pt x="47383" y="35863"/>
                      <a:pt x="47383" y="42092"/>
                    </a:cubicBezTo>
                    <a:cubicBezTo>
                      <a:pt x="47383" y="47569"/>
                      <a:pt x="46202" y="52563"/>
                      <a:pt x="43839" y="57181"/>
                    </a:cubicBezTo>
                    <a:cubicBezTo>
                      <a:pt x="41422" y="61746"/>
                      <a:pt x="38147" y="65290"/>
                      <a:pt x="34012" y="67760"/>
                    </a:cubicBezTo>
                    <a:cubicBezTo>
                      <a:pt x="29823" y="70230"/>
                      <a:pt x="25313" y="71411"/>
                      <a:pt x="20480" y="71411"/>
                    </a:cubicBezTo>
                    <a:cubicBezTo>
                      <a:pt x="16398" y="71411"/>
                      <a:pt x="12854" y="70499"/>
                      <a:pt x="9686" y="68673"/>
                    </a:cubicBezTo>
                    <a:cubicBezTo>
                      <a:pt x="6571" y="66847"/>
                      <a:pt x="4262" y="64323"/>
                      <a:pt x="2651" y="61101"/>
                    </a:cubicBezTo>
                    <a:cubicBezTo>
                      <a:pt x="1094" y="57879"/>
                      <a:pt x="342" y="54657"/>
                      <a:pt x="342" y="51435"/>
                    </a:cubicBezTo>
                    <a:cubicBezTo>
                      <a:pt x="342" y="51113"/>
                      <a:pt x="342" y="50630"/>
                      <a:pt x="396" y="499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22" name="Freihandform: Form 521">
                <a:extLst>
                  <a:ext uri="{FF2B5EF4-FFF2-40B4-BE49-F238E27FC236}">
                    <a16:creationId xmlns:a16="http://schemas.microsoft.com/office/drawing/2014/main" id="{067163ED-ABA6-A5EC-0B76-4C66B5987B8F}"/>
                  </a:ext>
                </a:extLst>
              </p:cNvPr>
              <p:cNvSpPr/>
              <p:nvPr/>
            </p:nvSpPr>
            <p:spPr>
              <a:xfrm>
                <a:off x="8512351" y="5576821"/>
                <a:ext cx="49779" cy="71044"/>
              </a:xfrm>
              <a:custGeom>
                <a:avLst/>
                <a:gdLst>
                  <a:gd name="connsiteX0" fmla="*/ 400 w 49779"/>
                  <a:gd name="connsiteY0" fmla="*/ 49985 h 71044"/>
                  <a:gd name="connsiteX1" fmla="*/ 9260 w 49779"/>
                  <a:gd name="connsiteY1" fmla="*/ 49126 h 71044"/>
                  <a:gd name="connsiteX2" fmla="*/ 9153 w 49779"/>
                  <a:gd name="connsiteY2" fmla="*/ 51382 h 71044"/>
                  <a:gd name="connsiteX3" fmla="*/ 10818 w 49779"/>
                  <a:gd name="connsiteY3" fmla="*/ 57826 h 71044"/>
                  <a:gd name="connsiteX4" fmla="*/ 15221 w 49779"/>
                  <a:gd name="connsiteY4" fmla="*/ 62766 h 71044"/>
                  <a:gd name="connsiteX5" fmla="*/ 21074 w 49779"/>
                  <a:gd name="connsiteY5" fmla="*/ 64484 h 71044"/>
                  <a:gd name="connsiteX6" fmla="*/ 29344 w 49779"/>
                  <a:gd name="connsiteY6" fmla="*/ 61692 h 71044"/>
                  <a:gd name="connsiteX7" fmla="*/ 36164 w 49779"/>
                  <a:gd name="connsiteY7" fmla="*/ 53530 h 71044"/>
                  <a:gd name="connsiteX8" fmla="*/ 38741 w 49779"/>
                  <a:gd name="connsiteY8" fmla="*/ 42897 h 71044"/>
                  <a:gd name="connsiteX9" fmla="*/ 35251 w 49779"/>
                  <a:gd name="connsiteY9" fmla="*/ 33339 h 71044"/>
                  <a:gd name="connsiteX10" fmla="*/ 26068 w 49779"/>
                  <a:gd name="connsiteY10" fmla="*/ 29794 h 71044"/>
                  <a:gd name="connsiteX11" fmla="*/ 18819 w 49779"/>
                  <a:gd name="connsiteY11" fmla="*/ 31620 h 71044"/>
                  <a:gd name="connsiteX12" fmla="*/ 12482 w 49779"/>
                  <a:gd name="connsiteY12" fmla="*/ 37151 h 71044"/>
                  <a:gd name="connsiteX13" fmla="*/ 4803 w 49779"/>
                  <a:gd name="connsiteY13" fmla="*/ 36614 h 71044"/>
                  <a:gd name="connsiteX14" fmla="*/ 15490 w 49779"/>
                  <a:gd name="connsiteY14" fmla="*/ 367 h 71044"/>
                  <a:gd name="connsiteX15" fmla="*/ 50126 w 49779"/>
                  <a:gd name="connsiteY15" fmla="*/ 367 h 71044"/>
                  <a:gd name="connsiteX16" fmla="*/ 48407 w 49779"/>
                  <a:gd name="connsiteY16" fmla="*/ 8369 h 71044"/>
                  <a:gd name="connsiteX17" fmla="*/ 21504 w 49779"/>
                  <a:gd name="connsiteY17" fmla="*/ 8369 h 71044"/>
                  <a:gd name="connsiteX18" fmla="*/ 16188 w 49779"/>
                  <a:gd name="connsiteY18" fmla="*/ 26411 h 71044"/>
                  <a:gd name="connsiteX19" fmla="*/ 22363 w 49779"/>
                  <a:gd name="connsiteY19" fmla="*/ 23136 h 71044"/>
                  <a:gd name="connsiteX20" fmla="*/ 28861 w 49779"/>
                  <a:gd name="connsiteY20" fmla="*/ 22062 h 71044"/>
                  <a:gd name="connsiteX21" fmla="*/ 42178 w 49779"/>
                  <a:gd name="connsiteY21" fmla="*/ 27432 h 71044"/>
                  <a:gd name="connsiteX22" fmla="*/ 47387 w 49779"/>
                  <a:gd name="connsiteY22" fmla="*/ 42092 h 71044"/>
                  <a:gd name="connsiteX23" fmla="*/ 43843 w 49779"/>
                  <a:gd name="connsiteY23" fmla="*/ 57181 h 71044"/>
                  <a:gd name="connsiteX24" fmla="*/ 34016 w 49779"/>
                  <a:gd name="connsiteY24" fmla="*/ 67760 h 71044"/>
                  <a:gd name="connsiteX25" fmla="*/ 20484 w 49779"/>
                  <a:gd name="connsiteY25" fmla="*/ 71411 h 71044"/>
                  <a:gd name="connsiteX26" fmla="*/ 9690 w 49779"/>
                  <a:gd name="connsiteY26" fmla="*/ 68673 h 71044"/>
                  <a:gd name="connsiteX27" fmla="*/ 2655 w 49779"/>
                  <a:gd name="connsiteY27" fmla="*/ 61101 h 71044"/>
                  <a:gd name="connsiteX28" fmla="*/ 346 w 49779"/>
                  <a:gd name="connsiteY28" fmla="*/ 51435 h 71044"/>
                  <a:gd name="connsiteX29" fmla="*/ 400 w 49779"/>
                  <a:gd name="connsiteY29" fmla="*/ 49985 h 71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79" h="71044">
                    <a:moveTo>
                      <a:pt x="400" y="49985"/>
                    </a:moveTo>
                    <a:lnTo>
                      <a:pt x="9260" y="49126"/>
                    </a:lnTo>
                    <a:cubicBezTo>
                      <a:pt x="9207" y="50361"/>
                      <a:pt x="9153" y="51113"/>
                      <a:pt x="9153" y="51382"/>
                    </a:cubicBezTo>
                    <a:cubicBezTo>
                      <a:pt x="9153" y="53530"/>
                      <a:pt x="9744" y="55678"/>
                      <a:pt x="10818" y="57826"/>
                    </a:cubicBezTo>
                    <a:cubicBezTo>
                      <a:pt x="11892" y="59974"/>
                      <a:pt x="13342" y="61638"/>
                      <a:pt x="15221" y="62766"/>
                    </a:cubicBezTo>
                    <a:cubicBezTo>
                      <a:pt x="17047" y="63894"/>
                      <a:pt x="18980" y="64484"/>
                      <a:pt x="21074" y="64484"/>
                    </a:cubicBezTo>
                    <a:cubicBezTo>
                      <a:pt x="23759" y="64484"/>
                      <a:pt x="26552" y="63571"/>
                      <a:pt x="29344" y="61692"/>
                    </a:cubicBezTo>
                    <a:cubicBezTo>
                      <a:pt x="32136" y="59812"/>
                      <a:pt x="34392" y="57074"/>
                      <a:pt x="36164" y="53530"/>
                    </a:cubicBezTo>
                    <a:cubicBezTo>
                      <a:pt x="37882" y="49932"/>
                      <a:pt x="38741" y="46388"/>
                      <a:pt x="38741" y="42897"/>
                    </a:cubicBezTo>
                    <a:cubicBezTo>
                      <a:pt x="38741" y="38923"/>
                      <a:pt x="37614" y="35755"/>
                      <a:pt x="35251" y="33339"/>
                    </a:cubicBezTo>
                    <a:cubicBezTo>
                      <a:pt x="32942" y="30976"/>
                      <a:pt x="29827" y="29794"/>
                      <a:pt x="26068" y="29794"/>
                    </a:cubicBezTo>
                    <a:cubicBezTo>
                      <a:pt x="23491" y="29794"/>
                      <a:pt x="21074" y="30385"/>
                      <a:pt x="18819" y="31620"/>
                    </a:cubicBezTo>
                    <a:cubicBezTo>
                      <a:pt x="16564" y="32855"/>
                      <a:pt x="14416" y="34681"/>
                      <a:pt x="12482" y="37151"/>
                    </a:cubicBezTo>
                    <a:lnTo>
                      <a:pt x="4803" y="36614"/>
                    </a:lnTo>
                    <a:lnTo>
                      <a:pt x="15490" y="367"/>
                    </a:lnTo>
                    <a:lnTo>
                      <a:pt x="50126" y="367"/>
                    </a:lnTo>
                    <a:lnTo>
                      <a:pt x="48407" y="8369"/>
                    </a:lnTo>
                    <a:lnTo>
                      <a:pt x="21504" y="8369"/>
                    </a:lnTo>
                    <a:lnTo>
                      <a:pt x="16188" y="26411"/>
                    </a:lnTo>
                    <a:cubicBezTo>
                      <a:pt x="18175" y="24962"/>
                      <a:pt x="20215" y="23834"/>
                      <a:pt x="22363" y="23136"/>
                    </a:cubicBezTo>
                    <a:cubicBezTo>
                      <a:pt x="24457" y="22384"/>
                      <a:pt x="26605" y="22062"/>
                      <a:pt x="28861" y="22062"/>
                    </a:cubicBezTo>
                    <a:cubicBezTo>
                      <a:pt x="34284" y="22062"/>
                      <a:pt x="38688" y="23834"/>
                      <a:pt x="42178" y="27432"/>
                    </a:cubicBezTo>
                    <a:cubicBezTo>
                      <a:pt x="45669" y="30976"/>
                      <a:pt x="47387" y="35863"/>
                      <a:pt x="47387" y="42092"/>
                    </a:cubicBezTo>
                    <a:cubicBezTo>
                      <a:pt x="47387" y="47569"/>
                      <a:pt x="46206" y="52563"/>
                      <a:pt x="43843" y="57181"/>
                    </a:cubicBezTo>
                    <a:cubicBezTo>
                      <a:pt x="41426" y="61746"/>
                      <a:pt x="38151" y="65290"/>
                      <a:pt x="34016" y="67760"/>
                    </a:cubicBezTo>
                    <a:cubicBezTo>
                      <a:pt x="29827" y="70230"/>
                      <a:pt x="25317" y="71411"/>
                      <a:pt x="20484" y="71411"/>
                    </a:cubicBezTo>
                    <a:cubicBezTo>
                      <a:pt x="16402" y="71411"/>
                      <a:pt x="12858" y="70499"/>
                      <a:pt x="9690" y="68673"/>
                    </a:cubicBezTo>
                    <a:cubicBezTo>
                      <a:pt x="6575" y="66847"/>
                      <a:pt x="4266" y="64323"/>
                      <a:pt x="2655" y="61101"/>
                    </a:cubicBezTo>
                    <a:cubicBezTo>
                      <a:pt x="1098" y="57879"/>
                      <a:pt x="346" y="54657"/>
                      <a:pt x="346" y="51435"/>
                    </a:cubicBezTo>
                    <a:cubicBezTo>
                      <a:pt x="346" y="51113"/>
                      <a:pt x="346" y="50630"/>
                      <a:pt x="400" y="499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23" name="Freihandform: Form 522">
                <a:extLst>
                  <a:ext uri="{FF2B5EF4-FFF2-40B4-BE49-F238E27FC236}">
                    <a16:creationId xmlns:a16="http://schemas.microsoft.com/office/drawing/2014/main" id="{3B474862-1A9B-CEAE-64E8-FE9B8C2E0AF1}"/>
                  </a:ext>
                </a:extLst>
              </p:cNvPr>
              <p:cNvSpPr/>
              <p:nvPr/>
            </p:nvSpPr>
            <p:spPr>
              <a:xfrm>
                <a:off x="8565944" y="5575533"/>
                <a:ext cx="49725" cy="72332"/>
              </a:xfrm>
              <a:custGeom>
                <a:avLst/>
                <a:gdLst>
                  <a:gd name="connsiteX0" fmla="*/ 350 w 49725"/>
                  <a:gd name="connsiteY0" fmla="*/ 52939 h 72332"/>
                  <a:gd name="connsiteX1" fmla="*/ 8835 w 49725"/>
                  <a:gd name="connsiteY1" fmla="*/ 51919 h 72332"/>
                  <a:gd name="connsiteX2" fmla="*/ 13131 w 49725"/>
                  <a:gd name="connsiteY2" fmla="*/ 62551 h 72332"/>
                  <a:gd name="connsiteX3" fmla="*/ 21776 w 49725"/>
                  <a:gd name="connsiteY3" fmla="*/ 65773 h 72332"/>
                  <a:gd name="connsiteX4" fmla="*/ 33000 w 49725"/>
                  <a:gd name="connsiteY4" fmla="*/ 61155 h 72332"/>
                  <a:gd name="connsiteX5" fmla="*/ 37671 w 49725"/>
                  <a:gd name="connsiteY5" fmla="*/ 50523 h 72332"/>
                  <a:gd name="connsiteX6" fmla="*/ 34181 w 49725"/>
                  <a:gd name="connsiteY6" fmla="*/ 41877 h 72332"/>
                  <a:gd name="connsiteX7" fmla="*/ 24676 w 49725"/>
                  <a:gd name="connsiteY7" fmla="*/ 38440 h 72332"/>
                  <a:gd name="connsiteX8" fmla="*/ 21884 w 49725"/>
                  <a:gd name="connsiteY8" fmla="*/ 38655 h 72332"/>
                  <a:gd name="connsiteX9" fmla="*/ 23387 w 49725"/>
                  <a:gd name="connsiteY9" fmla="*/ 31352 h 72332"/>
                  <a:gd name="connsiteX10" fmla="*/ 25804 w 49725"/>
                  <a:gd name="connsiteY10" fmla="*/ 31567 h 72332"/>
                  <a:gd name="connsiteX11" fmla="*/ 37349 w 49725"/>
                  <a:gd name="connsiteY11" fmla="*/ 27915 h 72332"/>
                  <a:gd name="connsiteX12" fmla="*/ 41377 w 49725"/>
                  <a:gd name="connsiteY12" fmla="*/ 18947 h 72332"/>
                  <a:gd name="connsiteX13" fmla="*/ 38047 w 49725"/>
                  <a:gd name="connsiteY13" fmla="*/ 10731 h 72332"/>
                  <a:gd name="connsiteX14" fmla="*/ 29939 w 49725"/>
                  <a:gd name="connsiteY14" fmla="*/ 7402 h 72332"/>
                  <a:gd name="connsiteX15" fmla="*/ 21508 w 49725"/>
                  <a:gd name="connsiteY15" fmla="*/ 10785 h 72332"/>
                  <a:gd name="connsiteX16" fmla="*/ 16729 w 49725"/>
                  <a:gd name="connsiteY16" fmla="*/ 20451 h 72332"/>
                  <a:gd name="connsiteX17" fmla="*/ 8137 w 49725"/>
                  <a:gd name="connsiteY17" fmla="*/ 18679 h 72332"/>
                  <a:gd name="connsiteX18" fmla="*/ 16299 w 49725"/>
                  <a:gd name="connsiteY18" fmla="*/ 5147 h 72332"/>
                  <a:gd name="connsiteX19" fmla="*/ 30583 w 49725"/>
                  <a:gd name="connsiteY19" fmla="*/ 367 h 72332"/>
                  <a:gd name="connsiteX20" fmla="*/ 44706 w 49725"/>
                  <a:gd name="connsiteY20" fmla="*/ 5630 h 72332"/>
                  <a:gd name="connsiteX21" fmla="*/ 50076 w 49725"/>
                  <a:gd name="connsiteY21" fmla="*/ 18625 h 72332"/>
                  <a:gd name="connsiteX22" fmla="*/ 47123 w 49725"/>
                  <a:gd name="connsiteY22" fmla="*/ 28398 h 72332"/>
                  <a:gd name="connsiteX23" fmla="*/ 38370 w 49725"/>
                  <a:gd name="connsiteY23" fmla="*/ 35326 h 72332"/>
                  <a:gd name="connsiteX24" fmla="*/ 44599 w 49725"/>
                  <a:gd name="connsiteY24" fmla="*/ 41286 h 72332"/>
                  <a:gd name="connsiteX25" fmla="*/ 46639 w 49725"/>
                  <a:gd name="connsiteY25" fmla="*/ 49234 h 72332"/>
                  <a:gd name="connsiteX26" fmla="*/ 39497 w 49725"/>
                  <a:gd name="connsiteY26" fmla="*/ 65719 h 72332"/>
                  <a:gd name="connsiteX27" fmla="*/ 22475 w 49725"/>
                  <a:gd name="connsiteY27" fmla="*/ 72700 h 72332"/>
                  <a:gd name="connsiteX28" fmla="*/ 6955 w 49725"/>
                  <a:gd name="connsiteY28" fmla="*/ 67330 h 72332"/>
                  <a:gd name="connsiteX29" fmla="*/ 350 w 49725"/>
                  <a:gd name="connsiteY29" fmla="*/ 52939 h 7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9725" h="72332">
                    <a:moveTo>
                      <a:pt x="350" y="52939"/>
                    </a:moveTo>
                    <a:lnTo>
                      <a:pt x="8835" y="51919"/>
                    </a:lnTo>
                    <a:cubicBezTo>
                      <a:pt x="9479" y="56859"/>
                      <a:pt x="10929" y="60403"/>
                      <a:pt x="13131" y="62551"/>
                    </a:cubicBezTo>
                    <a:cubicBezTo>
                      <a:pt x="15333" y="64699"/>
                      <a:pt x="18232" y="65773"/>
                      <a:pt x="21776" y="65773"/>
                    </a:cubicBezTo>
                    <a:cubicBezTo>
                      <a:pt x="26126" y="65773"/>
                      <a:pt x="29831" y="64216"/>
                      <a:pt x="33000" y="61155"/>
                    </a:cubicBezTo>
                    <a:cubicBezTo>
                      <a:pt x="36114" y="58040"/>
                      <a:pt x="37671" y="54496"/>
                      <a:pt x="37671" y="50523"/>
                    </a:cubicBezTo>
                    <a:cubicBezTo>
                      <a:pt x="37671" y="47032"/>
                      <a:pt x="36544" y="44132"/>
                      <a:pt x="34181" y="41877"/>
                    </a:cubicBezTo>
                    <a:cubicBezTo>
                      <a:pt x="31818" y="39622"/>
                      <a:pt x="28650" y="38440"/>
                      <a:pt x="24676" y="38440"/>
                    </a:cubicBezTo>
                    <a:cubicBezTo>
                      <a:pt x="24247" y="38440"/>
                      <a:pt x="23334" y="38547"/>
                      <a:pt x="21884" y="38655"/>
                    </a:cubicBezTo>
                    <a:lnTo>
                      <a:pt x="23387" y="31352"/>
                    </a:lnTo>
                    <a:cubicBezTo>
                      <a:pt x="24247" y="31513"/>
                      <a:pt x="25052" y="31567"/>
                      <a:pt x="25804" y="31567"/>
                    </a:cubicBezTo>
                    <a:cubicBezTo>
                      <a:pt x="30798" y="31567"/>
                      <a:pt x="34664" y="30332"/>
                      <a:pt x="37349" y="27915"/>
                    </a:cubicBezTo>
                    <a:cubicBezTo>
                      <a:pt x="40034" y="25445"/>
                      <a:pt x="41377" y="22491"/>
                      <a:pt x="41377" y="18947"/>
                    </a:cubicBezTo>
                    <a:cubicBezTo>
                      <a:pt x="41377" y="15672"/>
                      <a:pt x="40249" y="12933"/>
                      <a:pt x="38047" y="10731"/>
                    </a:cubicBezTo>
                    <a:cubicBezTo>
                      <a:pt x="35846" y="8476"/>
                      <a:pt x="33161" y="7402"/>
                      <a:pt x="29939" y="7402"/>
                    </a:cubicBezTo>
                    <a:cubicBezTo>
                      <a:pt x="26824" y="7402"/>
                      <a:pt x="24032" y="8530"/>
                      <a:pt x="21508" y="10785"/>
                    </a:cubicBezTo>
                    <a:cubicBezTo>
                      <a:pt x="19038" y="13040"/>
                      <a:pt x="17427" y="16262"/>
                      <a:pt x="16729" y="20451"/>
                    </a:cubicBezTo>
                    <a:lnTo>
                      <a:pt x="8137" y="18679"/>
                    </a:lnTo>
                    <a:cubicBezTo>
                      <a:pt x="9533" y="12879"/>
                      <a:pt x="12272" y="8369"/>
                      <a:pt x="16299" y="5147"/>
                    </a:cubicBezTo>
                    <a:cubicBezTo>
                      <a:pt x="20327" y="1978"/>
                      <a:pt x="25106" y="367"/>
                      <a:pt x="30583" y="367"/>
                    </a:cubicBezTo>
                    <a:cubicBezTo>
                      <a:pt x="36383" y="367"/>
                      <a:pt x="41108" y="2139"/>
                      <a:pt x="44706" y="5630"/>
                    </a:cubicBezTo>
                    <a:cubicBezTo>
                      <a:pt x="48250" y="9174"/>
                      <a:pt x="50076" y="13470"/>
                      <a:pt x="50076" y="18625"/>
                    </a:cubicBezTo>
                    <a:cubicBezTo>
                      <a:pt x="50076" y="22330"/>
                      <a:pt x="49109" y="25606"/>
                      <a:pt x="47123" y="28398"/>
                    </a:cubicBezTo>
                    <a:cubicBezTo>
                      <a:pt x="45189" y="31191"/>
                      <a:pt x="42289" y="33500"/>
                      <a:pt x="38370" y="35326"/>
                    </a:cubicBezTo>
                    <a:cubicBezTo>
                      <a:pt x="41162" y="36990"/>
                      <a:pt x="43202" y="38923"/>
                      <a:pt x="44599" y="41286"/>
                    </a:cubicBezTo>
                    <a:cubicBezTo>
                      <a:pt x="45941" y="43595"/>
                      <a:pt x="46639" y="46227"/>
                      <a:pt x="46639" y="49234"/>
                    </a:cubicBezTo>
                    <a:cubicBezTo>
                      <a:pt x="46639" y="55570"/>
                      <a:pt x="44276" y="61101"/>
                      <a:pt x="39497" y="65719"/>
                    </a:cubicBezTo>
                    <a:cubicBezTo>
                      <a:pt x="34772" y="70391"/>
                      <a:pt x="29080" y="72700"/>
                      <a:pt x="22475" y="72700"/>
                    </a:cubicBezTo>
                    <a:cubicBezTo>
                      <a:pt x="16084" y="72700"/>
                      <a:pt x="10875" y="70928"/>
                      <a:pt x="6955" y="67330"/>
                    </a:cubicBezTo>
                    <a:cubicBezTo>
                      <a:pt x="2982" y="63732"/>
                      <a:pt x="780" y="58953"/>
                      <a:pt x="350" y="529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24" name="Freihandform: Form 523">
                <a:extLst>
                  <a:ext uri="{FF2B5EF4-FFF2-40B4-BE49-F238E27FC236}">
                    <a16:creationId xmlns:a16="http://schemas.microsoft.com/office/drawing/2014/main" id="{34630243-79DD-A10D-1514-B97DB3EE6ED2}"/>
                  </a:ext>
                </a:extLst>
              </p:cNvPr>
              <p:cNvSpPr/>
              <p:nvPr/>
            </p:nvSpPr>
            <p:spPr>
              <a:xfrm>
                <a:off x="8627538" y="5576821"/>
                <a:ext cx="46933" cy="69862"/>
              </a:xfrm>
              <a:custGeom>
                <a:avLst/>
                <a:gdLst>
                  <a:gd name="connsiteX0" fmla="*/ 2717 w 46933"/>
                  <a:gd name="connsiteY0" fmla="*/ 70230 h 69862"/>
                  <a:gd name="connsiteX1" fmla="*/ 7657 w 46933"/>
                  <a:gd name="connsiteY1" fmla="*/ 53046 h 69862"/>
                  <a:gd name="connsiteX2" fmla="*/ 19471 w 46933"/>
                  <a:gd name="connsiteY2" fmla="*/ 28935 h 69862"/>
                  <a:gd name="connsiteX3" fmla="*/ 35689 w 46933"/>
                  <a:gd name="connsiteY3" fmla="*/ 8369 h 69862"/>
                  <a:gd name="connsiteX4" fmla="*/ 354 w 46933"/>
                  <a:gd name="connsiteY4" fmla="*/ 8369 h 69862"/>
                  <a:gd name="connsiteX5" fmla="*/ 2073 w 46933"/>
                  <a:gd name="connsiteY5" fmla="*/ 367 h 69862"/>
                  <a:gd name="connsiteX6" fmla="*/ 47288 w 46933"/>
                  <a:gd name="connsiteY6" fmla="*/ 367 h 69862"/>
                  <a:gd name="connsiteX7" fmla="*/ 45623 w 46933"/>
                  <a:gd name="connsiteY7" fmla="*/ 8369 h 69862"/>
                  <a:gd name="connsiteX8" fmla="*/ 25539 w 46933"/>
                  <a:gd name="connsiteY8" fmla="*/ 34413 h 69862"/>
                  <a:gd name="connsiteX9" fmla="*/ 11846 w 46933"/>
                  <a:gd name="connsiteY9" fmla="*/ 70230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717" y="70230"/>
                    </a:moveTo>
                    <a:cubicBezTo>
                      <a:pt x="3523" y="65451"/>
                      <a:pt x="5134" y="59705"/>
                      <a:pt x="7657" y="53046"/>
                    </a:cubicBezTo>
                    <a:cubicBezTo>
                      <a:pt x="10665" y="44938"/>
                      <a:pt x="14585" y="36883"/>
                      <a:pt x="19471" y="28935"/>
                    </a:cubicBezTo>
                    <a:cubicBezTo>
                      <a:pt x="24304" y="20934"/>
                      <a:pt x="29728" y="14114"/>
                      <a:pt x="35689" y="8369"/>
                    </a:cubicBezTo>
                    <a:lnTo>
                      <a:pt x="354" y="8369"/>
                    </a:lnTo>
                    <a:lnTo>
                      <a:pt x="2073" y="367"/>
                    </a:lnTo>
                    <a:lnTo>
                      <a:pt x="47288" y="367"/>
                    </a:lnTo>
                    <a:lnTo>
                      <a:pt x="45623" y="8369"/>
                    </a:lnTo>
                    <a:cubicBezTo>
                      <a:pt x="37998" y="15081"/>
                      <a:pt x="31285" y="23780"/>
                      <a:pt x="25539" y="34413"/>
                    </a:cubicBezTo>
                    <a:cubicBezTo>
                      <a:pt x="18881" y="46710"/>
                      <a:pt x="14316" y="58631"/>
                      <a:pt x="11846" y="702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25" name="Freihandform: Form 524">
                <a:extLst>
                  <a:ext uri="{FF2B5EF4-FFF2-40B4-BE49-F238E27FC236}">
                    <a16:creationId xmlns:a16="http://schemas.microsoft.com/office/drawing/2014/main" id="{D03687DD-24C3-0B57-5280-C7E28A2FE4AD}"/>
                  </a:ext>
                </a:extLst>
              </p:cNvPr>
              <p:cNvSpPr/>
              <p:nvPr/>
            </p:nvSpPr>
            <p:spPr>
              <a:xfrm>
                <a:off x="8682595" y="5576821"/>
                <a:ext cx="46933" cy="69862"/>
              </a:xfrm>
              <a:custGeom>
                <a:avLst/>
                <a:gdLst>
                  <a:gd name="connsiteX0" fmla="*/ 2721 w 46933"/>
                  <a:gd name="connsiteY0" fmla="*/ 70230 h 69862"/>
                  <a:gd name="connsiteX1" fmla="*/ 7661 w 46933"/>
                  <a:gd name="connsiteY1" fmla="*/ 53046 h 69862"/>
                  <a:gd name="connsiteX2" fmla="*/ 19475 w 46933"/>
                  <a:gd name="connsiteY2" fmla="*/ 28935 h 69862"/>
                  <a:gd name="connsiteX3" fmla="*/ 35693 w 46933"/>
                  <a:gd name="connsiteY3" fmla="*/ 8369 h 69862"/>
                  <a:gd name="connsiteX4" fmla="*/ 358 w 46933"/>
                  <a:gd name="connsiteY4" fmla="*/ 8369 h 69862"/>
                  <a:gd name="connsiteX5" fmla="*/ 2077 w 46933"/>
                  <a:gd name="connsiteY5" fmla="*/ 367 h 69862"/>
                  <a:gd name="connsiteX6" fmla="*/ 47292 w 46933"/>
                  <a:gd name="connsiteY6" fmla="*/ 367 h 69862"/>
                  <a:gd name="connsiteX7" fmla="*/ 45627 w 46933"/>
                  <a:gd name="connsiteY7" fmla="*/ 8369 h 69862"/>
                  <a:gd name="connsiteX8" fmla="*/ 25543 w 46933"/>
                  <a:gd name="connsiteY8" fmla="*/ 34413 h 69862"/>
                  <a:gd name="connsiteX9" fmla="*/ 11850 w 46933"/>
                  <a:gd name="connsiteY9" fmla="*/ 70230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721" y="70230"/>
                    </a:moveTo>
                    <a:cubicBezTo>
                      <a:pt x="3527" y="65451"/>
                      <a:pt x="5138" y="59705"/>
                      <a:pt x="7661" y="53046"/>
                    </a:cubicBezTo>
                    <a:cubicBezTo>
                      <a:pt x="10669" y="44938"/>
                      <a:pt x="14589" y="36883"/>
                      <a:pt x="19475" y="28935"/>
                    </a:cubicBezTo>
                    <a:cubicBezTo>
                      <a:pt x="24308" y="20934"/>
                      <a:pt x="29732" y="14114"/>
                      <a:pt x="35693" y="8369"/>
                    </a:cubicBezTo>
                    <a:lnTo>
                      <a:pt x="358" y="8369"/>
                    </a:lnTo>
                    <a:lnTo>
                      <a:pt x="2077" y="367"/>
                    </a:lnTo>
                    <a:lnTo>
                      <a:pt x="47292" y="367"/>
                    </a:lnTo>
                    <a:lnTo>
                      <a:pt x="45627" y="8369"/>
                    </a:lnTo>
                    <a:cubicBezTo>
                      <a:pt x="38002" y="15081"/>
                      <a:pt x="31289" y="23780"/>
                      <a:pt x="25543" y="34413"/>
                    </a:cubicBezTo>
                    <a:cubicBezTo>
                      <a:pt x="18885" y="46710"/>
                      <a:pt x="14320" y="58631"/>
                      <a:pt x="11850" y="702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26" name="Freihandform: Form 525">
                <a:extLst>
                  <a:ext uri="{FF2B5EF4-FFF2-40B4-BE49-F238E27FC236}">
                    <a16:creationId xmlns:a16="http://schemas.microsoft.com/office/drawing/2014/main" id="{240D6D27-BB8E-A026-B2F6-93505851B78D}"/>
                  </a:ext>
                </a:extLst>
              </p:cNvPr>
              <p:cNvSpPr/>
              <p:nvPr/>
            </p:nvSpPr>
            <p:spPr>
              <a:xfrm>
                <a:off x="8737638" y="5576821"/>
                <a:ext cx="46933" cy="69862"/>
              </a:xfrm>
              <a:custGeom>
                <a:avLst/>
                <a:gdLst>
                  <a:gd name="connsiteX0" fmla="*/ 2725 w 46933"/>
                  <a:gd name="connsiteY0" fmla="*/ 70230 h 69862"/>
                  <a:gd name="connsiteX1" fmla="*/ 7665 w 46933"/>
                  <a:gd name="connsiteY1" fmla="*/ 53046 h 69862"/>
                  <a:gd name="connsiteX2" fmla="*/ 19479 w 46933"/>
                  <a:gd name="connsiteY2" fmla="*/ 28935 h 69862"/>
                  <a:gd name="connsiteX3" fmla="*/ 35697 w 46933"/>
                  <a:gd name="connsiteY3" fmla="*/ 8369 h 69862"/>
                  <a:gd name="connsiteX4" fmla="*/ 362 w 46933"/>
                  <a:gd name="connsiteY4" fmla="*/ 8369 h 69862"/>
                  <a:gd name="connsiteX5" fmla="*/ 2081 w 46933"/>
                  <a:gd name="connsiteY5" fmla="*/ 367 h 69862"/>
                  <a:gd name="connsiteX6" fmla="*/ 47296 w 46933"/>
                  <a:gd name="connsiteY6" fmla="*/ 367 h 69862"/>
                  <a:gd name="connsiteX7" fmla="*/ 45631 w 46933"/>
                  <a:gd name="connsiteY7" fmla="*/ 8369 h 69862"/>
                  <a:gd name="connsiteX8" fmla="*/ 25547 w 46933"/>
                  <a:gd name="connsiteY8" fmla="*/ 34413 h 69862"/>
                  <a:gd name="connsiteX9" fmla="*/ 11854 w 46933"/>
                  <a:gd name="connsiteY9" fmla="*/ 70230 h 6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933" h="69862">
                    <a:moveTo>
                      <a:pt x="2725" y="70230"/>
                    </a:moveTo>
                    <a:cubicBezTo>
                      <a:pt x="3531" y="65451"/>
                      <a:pt x="5142" y="59705"/>
                      <a:pt x="7665" y="53046"/>
                    </a:cubicBezTo>
                    <a:cubicBezTo>
                      <a:pt x="10673" y="44938"/>
                      <a:pt x="14593" y="36883"/>
                      <a:pt x="19479" y="28935"/>
                    </a:cubicBezTo>
                    <a:cubicBezTo>
                      <a:pt x="24312" y="20934"/>
                      <a:pt x="29736" y="14114"/>
                      <a:pt x="35697" y="8369"/>
                    </a:cubicBezTo>
                    <a:lnTo>
                      <a:pt x="362" y="8369"/>
                    </a:lnTo>
                    <a:lnTo>
                      <a:pt x="2081" y="367"/>
                    </a:lnTo>
                    <a:lnTo>
                      <a:pt x="47296" y="367"/>
                    </a:lnTo>
                    <a:lnTo>
                      <a:pt x="45631" y="8369"/>
                    </a:lnTo>
                    <a:cubicBezTo>
                      <a:pt x="38006" y="15081"/>
                      <a:pt x="31293" y="23780"/>
                      <a:pt x="25547" y="34413"/>
                    </a:cubicBezTo>
                    <a:cubicBezTo>
                      <a:pt x="18889" y="46710"/>
                      <a:pt x="14324" y="58631"/>
                      <a:pt x="11854" y="702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27" name="Freihandform: Form 526">
                <a:extLst>
                  <a:ext uri="{FF2B5EF4-FFF2-40B4-BE49-F238E27FC236}">
                    <a16:creationId xmlns:a16="http://schemas.microsoft.com/office/drawing/2014/main" id="{71AB8C28-7039-CA31-D851-543DD046FEC2}"/>
                  </a:ext>
                </a:extLst>
              </p:cNvPr>
              <p:cNvSpPr/>
              <p:nvPr/>
            </p:nvSpPr>
            <p:spPr>
              <a:xfrm>
                <a:off x="8785217" y="5575855"/>
                <a:ext cx="49188" cy="70829"/>
              </a:xfrm>
              <a:custGeom>
                <a:avLst/>
                <a:gdLst>
                  <a:gd name="connsiteX0" fmla="*/ 25444 w 49188"/>
                  <a:gd name="connsiteY0" fmla="*/ 71197 h 70829"/>
                  <a:gd name="connsiteX1" fmla="*/ 29257 w 49188"/>
                  <a:gd name="connsiteY1" fmla="*/ 53100 h 70829"/>
                  <a:gd name="connsiteX2" fmla="*/ 366 w 49188"/>
                  <a:gd name="connsiteY2" fmla="*/ 53100 h 70829"/>
                  <a:gd name="connsiteX3" fmla="*/ 2192 w 49188"/>
                  <a:gd name="connsiteY3" fmla="*/ 44454 h 70829"/>
                  <a:gd name="connsiteX4" fmla="*/ 41876 w 49188"/>
                  <a:gd name="connsiteY4" fmla="*/ 367 h 70829"/>
                  <a:gd name="connsiteX5" fmla="*/ 49018 w 49188"/>
                  <a:gd name="connsiteY5" fmla="*/ 367 h 70829"/>
                  <a:gd name="connsiteX6" fmla="*/ 39567 w 49188"/>
                  <a:gd name="connsiteY6" fmla="*/ 45367 h 70829"/>
                  <a:gd name="connsiteX7" fmla="*/ 49555 w 49188"/>
                  <a:gd name="connsiteY7" fmla="*/ 45367 h 70829"/>
                  <a:gd name="connsiteX8" fmla="*/ 47944 w 49188"/>
                  <a:gd name="connsiteY8" fmla="*/ 53100 h 70829"/>
                  <a:gd name="connsiteX9" fmla="*/ 38010 w 49188"/>
                  <a:gd name="connsiteY9" fmla="*/ 53100 h 70829"/>
                  <a:gd name="connsiteX10" fmla="*/ 34197 w 49188"/>
                  <a:gd name="connsiteY10" fmla="*/ 71197 h 70829"/>
                  <a:gd name="connsiteX11" fmla="*/ 25444 w 49188"/>
                  <a:gd name="connsiteY11" fmla="*/ 71197 h 70829"/>
                  <a:gd name="connsiteX12" fmla="*/ 30868 w 49188"/>
                  <a:gd name="connsiteY12" fmla="*/ 45367 h 70829"/>
                  <a:gd name="connsiteX13" fmla="*/ 37043 w 49188"/>
                  <a:gd name="connsiteY13" fmla="*/ 15833 h 70829"/>
                  <a:gd name="connsiteX14" fmla="*/ 10623 w 49188"/>
                  <a:gd name="connsiteY14" fmla="*/ 45367 h 70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9188" h="70829">
                    <a:moveTo>
                      <a:pt x="25444" y="71197"/>
                    </a:moveTo>
                    <a:lnTo>
                      <a:pt x="29257" y="53100"/>
                    </a:lnTo>
                    <a:lnTo>
                      <a:pt x="366" y="53100"/>
                    </a:lnTo>
                    <a:lnTo>
                      <a:pt x="2192" y="44454"/>
                    </a:lnTo>
                    <a:lnTo>
                      <a:pt x="41876" y="367"/>
                    </a:lnTo>
                    <a:lnTo>
                      <a:pt x="49018" y="367"/>
                    </a:lnTo>
                    <a:lnTo>
                      <a:pt x="39567" y="45367"/>
                    </a:lnTo>
                    <a:lnTo>
                      <a:pt x="49555" y="45367"/>
                    </a:lnTo>
                    <a:lnTo>
                      <a:pt x="47944" y="53100"/>
                    </a:lnTo>
                    <a:lnTo>
                      <a:pt x="38010" y="53100"/>
                    </a:lnTo>
                    <a:lnTo>
                      <a:pt x="34197" y="71197"/>
                    </a:lnTo>
                    <a:lnTo>
                      <a:pt x="25444" y="71197"/>
                    </a:lnTo>
                    <a:moveTo>
                      <a:pt x="30868" y="45367"/>
                    </a:moveTo>
                    <a:lnTo>
                      <a:pt x="37043" y="15833"/>
                    </a:lnTo>
                    <a:lnTo>
                      <a:pt x="10623" y="45367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  <p:sp>
          <p:nvSpPr>
            <p:cNvPr id="528" name="Freihandform: Form 527">
              <a:extLst>
                <a:ext uri="{FF2B5EF4-FFF2-40B4-BE49-F238E27FC236}">
                  <a16:creationId xmlns:a16="http://schemas.microsoft.com/office/drawing/2014/main" id="{031B78C9-EA40-D765-C15C-FED8FD6055B6}"/>
                </a:ext>
              </a:extLst>
            </p:cNvPr>
            <p:cNvSpPr/>
            <p:nvPr/>
          </p:nvSpPr>
          <p:spPr>
            <a:xfrm>
              <a:off x="4723370" y="5775611"/>
              <a:ext cx="509065" cy="13747"/>
            </a:xfrm>
            <a:custGeom>
              <a:avLst/>
              <a:gdLst>
                <a:gd name="connsiteX0" fmla="*/ 0 w 509065"/>
                <a:gd name="connsiteY0" fmla="*/ 0 h 13747"/>
                <a:gd name="connsiteX1" fmla="*/ 509066 w 509065"/>
                <a:gd name="connsiteY1" fmla="*/ 0 h 1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9065" h="13747">
                  <a:moveTo>
                    <a:pt x="0" y="0"/>
                  </a:moveTo>
                  <a:lnTo>
                    <a:pt x="509066" y="0"/>
                  </a:lnTo>
                </a:path>
              </a:pathLst>
            </a:custGeom>
            <a:noFill/>
            <a:ln w="10298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AT"/>
            </a:p>
          </p:txBody>
        </p:sp>
        <p:grpSp>
          <p:nvGrpSpPr>
            <p:cNvPr id="529" name="Grafik 4">
              <a:extLst>
                <a:ext uri="{FF2B5EF4-FFF2-40B4-BE49-F238E27FC236}">
                  <a16:creationId xmlns:a16="http://schemas.microsoft.com/office/drawing/2014/main" id="{D095704E-A603-2B0A-5E46-1AFE4EFD2477}"/>
                </a:ext>
              </a:extLst>
            </p:cNvPr>
            <p:cNvGrpSpPr/>
            <p:nvPr/>
          </p:nvGrpSpPr>
          <p:grpSpPr>
            <a:xfrm>
              <a:off x="5290215" y="5722933"/>
              <a:ext cx="213725" cy="120608"/>
              <a:chOff x="5290215" y="5559047"/>
              <a:chExt cx="213725" cy="120608"/>
            </a:xfrm>
            <a:solidFill>
              <a:srgbClr val="000000"/>
            </a:solidFill>
          </p:grpSpPr>
          <p:sp>
            <p:nvSpPr>
              <p:cNvPr id="530" name="Freihandform: Form 529">
                <a:extLst>
                  <a:ext uri="{FF2B5EF4-FFF2-40B4-BE49-F238E27FC236}">
                    <a16:creationId xmlns:a16="http://schemas.microsoft.com/office/drawing/2014/main" id="{464944B9-E76E-AD97-5102-FD52D89C8289}"/>
                  </a:ext>
                </a:extLst>
              </p:cNvPr>
              <p:cNvSpPr/>
              <p:nvPr/>
            </p:nvSpPr>
            <p:spPr>
              <a:xfrm>
                <a:off x="5290215" y="5559047"/>
                <a:ext cx="77004" cy="120608"/>
              </a:xfrm>
              <a:custGeom>
                <a:avLst/>
                <a:gdLst>
                  <a:gd name="connsiteX0" fmla="*/ 112 w 77004"/>
                  <a:gd name="connsiteY0" fmla="*/ 60728 h 120608"/>
                  <a:gd name="connsiteX1" fmla="*/ 4408 w 77004"/>
                  <a:gd name="connsiteY1" fmla="*/ 27004 h 120608"/>
                  <a:gd name="connsiteX2" fmla="*/ 17188 w 77004"/>
                  <a:gd name="connsiteY2" fmla="*/ 7297 h 120608"/>
                  <a:gd name="connsiteX3" fmla="*/ 38561 w 77004"/>
                  <a:gd name="connsiteY3" fmla="*/ 370 h 120608"/>
                  <a:gd name="connsiteX4" fmla="*/ 55261 w 77004"/>
                  <a:gd name="connsiteY4" fmla="*/ 4182 h 120608"/>
                  <a:gd name="connsiteX5" fmla="*/ 67129 w 77004"/>
                  <a:gd name="connsiteY5" fmla="*/ 15244 h 120608"/>
                  <a:gd name="connsiteX6" fmla="*/ 74432 w 77004"/>
                  <a:gd name="connsiteY6" fmla="*/ 32804 h 120608"/>
                  <a:gd name="connsiteX7" fmla="*/ 77117 w 77004"/>
                  <a:gd name="connsiteY7" fmla="*/ 60728 h 120608"/>
                  <a:gd name="connsiteX8" fmla="*/ 72821 w 77004"/>
                  <a:gd name="connsiteY8" fmla="*/ 94236 h 120608"/>
                  <a:gd name="connsiteX9" fmla="*/ 60040 w 77004"/>
                  <a:gd name="connsiteY9" fmla="*/ 113997 h 120608"/>
                  <a:gd name="connsiteX10" fmla="*/ 38561 w 77004"/>
                  <a:gd name="connsiteY10" fmla="*/ 120978 h 120608"/>
                  <a:gd name="connsiteX11" fmla="*/ 11765 w 77004"/>
                  <a:gd name="connsiteY11" fmla="*/ 108735 h 120608"/>
                  <a:gd name="connsiteX12" fmla="*/ 112 w 77004"/>
                  <a:gd name="connsiteY12" fmla="*/ 60728 h 120608"/>
                  <a:gd name="connsiteX13" fmla="*/ 14987 w 77004"/>
                  <a:gd name="connsiteY13" fmla="*/ 60728 h 120608"/>
                  <a:gd name="connsiteX14" fmla="*/ 21806 w 77004"/>
                  <a:gd name="connsiteY14" fmla="*/ 99391 h 120608"/>
                  <a:gd name="connsiteX15" fmla="*/ 38561 w 77004"/>
                  <a:gd name="connsiteY15" fmla="*/ 109057 h 120608"/>
                  <a:gd name="connsiteX16" fmla="*/ 55369 w 77004"/>
                  <a:gd name="connsiteY16" fmla="*/ 99391 h 120608"/>
                  <a:gd name="connsiteX17" fmla="*/ 62188 w 77004"/>
                  <a:gd name="connsiteY17" fmla="*/ 60728 h 120608"/>
                  <a:gd name="connsiteX18" fmla="*/ 55369 w 77004"/>
                  <a:gd name="connsiteY18" fmla="*/ 21957 h 120608"/>
                  <a:gd name="connsiteX19" fmla="*/ 38453 w 77004"/>
                  <a:gd name="connsiteY19" fmla="*/ 12398 h 120608"/>
                  <a:gd name="connsiteX20" fmla="*/ 22451 w 77004"/>
                  <a:gd name="connsiteY20" fmla="*/ 20829 h 120608"/>
                  <a:gd name="connsiteX21" fmla="*/ 14987 w 77004"/>
                  <a:gd name="connsiteY21" fmla="*/ 60728 h 12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7004" h="120608">
                    <a:moveTo>
                      <a:pt x="112" y="60728"/>
                    </a:moveTo>
                    <a:cubicBezTo>
                      <a:pt x="112" y="46766"/>
                      <a:pt x="1508" y="35489"/>
                      <a:pt x="4408" y="27004"/>
                    </a:cubicBezTo>
                    <a:cubicBezTo>
                      <a:pt x="7254" y="18466"/>
                      <a:pt x="11550" y="11915"/>
                      <a:pt x="17188" y="7297"/>
                    </a:cubicBezTo>
                    <a:cubicBezTo>
                      <a:pt x="22880" y="2679"/>
                      <a:pt x="29969" y="370"/>
                      <a:pt x="38561" y="370"/>
                    </a:cubicBezTo>
                    <a:cubicBezTo>
                      <a:pt x="44897" y="370"/>
                      <a:pt x="50482" y="1658"/>
                      <a:pt x="55261" y="4182"/>
                    </a:cubicBezTo>
                    <a:cubicBezTo>
                      <a:pt x="60040" y="6760"/>
                      <a:pt x="63960" y="10411"/>
                      <a:pt x="67129" y="15244"/>
                    </a:cubicBezTo>
                    <a:cubicBezTo>
                      <a:pt x="70190" y="20024"/>
                      <a:pt x="72660" y="25877"/>
                      <a:pt x="74432" y="32804"/>
                    </a:cubicBezTo>
                    <a:cubicBezTo>
                      <a:pt x="76204" y="39678"/>
                      <a:pt x="77117" y="49021"/>
                      <a:pt x="77117" y="60728"/>
                    </a:cubicBezTo>
                    <a:cubicBezTo>
                      <a:pt x="77117" y="74582"/>
                      <a:pt x="75667" y="85751"/>
                      <a:pt x="72821" y="94236"/>
                    </a:cubicBezTo>
                    <a:cubicBezTo>
                      <a:pt x="69975" y="102774"/>
                      <a:pt x="65733" y="109325"/>
                      <a:pt x="60040" y="113997"/>
                    </a:cubicBezTo>
                    <a:cubicBezTo>
                      <a:pt x="54402" y="118615"/>
                      <a:pt x="47206" y="120978"/>
                      <a:pt x="38561" y="120978"/>
                    </a:cubicBezTo>
                    <a:cubicBezTo>
                      <a:pt x="27176" y="120978"/>
                      <a:pt x="18262" y="116843"/>
                      <a:pt x="11765" y="108735"/>
                    </a:cubicBezTo>
                    <a:cubicBezTo>
                      <a:pt x="3978" y="98854"/>
                      <a:pt x="112" y="82905"/>
                      <a:pt x="112" y="60728"/>
                    </a:cubicBezTo>
                    <a:moveTo>
                      <a:pt x="14987" y="60728"/>
                    </a:moveTo>
                    <a:cubicBezTo>
                      <a:pt x="14987" y="80113"/>
                      <a:pt x="17242" y="93001"/>
                      <a:pt x="21806" y="99391"/>
                    </a:cubicBezTo>
                    <a:cubicBezTo>
                      <a:pt x="26317" y="105835"/>
                      <a:pt x="31902" y="109057"/>
                      <a:pt x="38561" y="109057"/>
                    </a:cubicBezTo>
                    <a:cubicBezTo>
                      <a:pt x="45219" y="109057"/>
                      <a:pt x="50858" y="105835"/>
                      <a:pt x="55369" y="99391"/>
                    </a:cubicBezTo>
                    <a:cubicBezTo>
                      <a:pt x="59933" y="92947"/>
                      <a:pt x="62188" y="80059"/>
                      <a:pt x="62188" y="60728"/>
                    </a:cubicBezTo>
                    <a:cubicBezTo>
                      <a:pt x="62188" y="41288"/>
                      <a:pt x="59933" y="28347"/>
                      <a:pt x="55369" y="21957"/>
                    </a:cubicBezTo>
                    <a:cubicBezTo>
                      <a:pt x="50858" y="15567"/>
                      <a:pt x="45219" y="12398"/>
                      <a:pt x="38453" y="12398"/>
                    </a:cubicBezTo>
                    <a:cubicBezTo>
                      <a:pt x="31741" y="12398"/>
                      <a:pt x="26425" y="15191"/>
                      <a:pt x="22451" y="20829"/>
                    </a:cubicBezTo>
                    <a:cubicBezTo>
                      <a:pt x="17510" y="28025"/>
                      <a:pt x="14987" y="41342"/>
                      <a:pt x="14987" y="6072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31" name="Freihandform: Form 530">
                <a:extLst>
                  <a:ext uri="{FF2B5EF4-FFF2-40B4-BE49-F238E27FC236}">
                    <a16:creationId xmlns:a16="http://schemas.microsoft.com/office/drawing/2014/main" id="{D1AFF9CE-72D4-BEE1-FE74-C6683FF3C454}"/>
                  </a:ext>
                </a:extLst>
              </p:cNvPr>
              <p:cNvSpPr/>
              <p:nvPr/>
            </p:nvSpPr>
            <p:spPr>
              <a:xfrm>
                <a:off x="5390071" y="5661076"/>
                <a:ext cx="16485" cy="16539"/>
              </a:xfrm>
              <a:custGeom>
                <a:avLst/>
                <a:gdLst>
                  <a:gd name="connsiteX0" fmla="*/ 119 w 16485"/>
                  <a:gd name="connsiteY0" fmla="*/ 16909 h 16539"/>
                  <a:gd name="connsiteX1" fmla="*/ 119 w 16485"/>
                  <a:gd name="connsiteY1" fmla="*/ 370 h 16539"/>
                  <a:gd name="connsiteX2" fmla="*/ 16604 w 16485"/>
                  <a:gd name="connsiteY2" fmla="*/ 370 h 16539"/>
                  <a:gd name="connsiteX3" fmla="*/ 16604 w 16485"/>
                  <a:gd name="connsiteY3" fmla="*/ 16909 h 16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485" h="16539">
                    <a:moveTo>
                      <a:pt x="119" y="16909"/>
                    </a:moveTo>
                    <a:lnTo>
                      <a:pt x="119" y="370"/>
                    </a:lnTo>
                    <a:lnTo>
                      <a:pt x="16604" y="370"/>
                    </a:lnTo>
                    <a:lnTo>
                      <a:pt x="16604" y="16909"/>
                    </a:ln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  <p:sp>
            <p:nvSpPr>
              <p:cNvPr id="532" name="Freihandform: Form 531">
                <a:extLst>
                  <a:ext uri="{FF2B5EF4-FFF2-40B4-BE49-F238E27FC236}">
                    <a16:creationId xmlns:a16="http://schemas.microsoft.com/office/drawing/2014/main" id="{1CCC9AB2-F812-6AF5-3EC4-316387458845}"/>
                  </a:ext>
                </a:extLst>
              </p:cNvPr>
              <p:cNvSpPr/>
              <p:nvPr/>
            </p:nvSpPr>
            <p:spPr>
              <a:xfrm>
                <a:off x="5425902" y="5559047"/>
                <a:ext cx="78038" cy="118568"/>
              </a:xfrm>
              <a:custGeom>
                <a:avLst/>
                <a:gdLst>
                  <a:gd name="connsiteX0" fmla="*/ 78160 w 78038"/>
                  <a:gd name="connsiteY0" fmla="*/ 104976 h 118568"/>
                  <a:gd name="connsiteX1" fmla="*/ 78160 w 78038"/>
                  <a:gd name="connsiteY1" fmla="*/ 118938 h 118568"/>
                  <a:gd name="connsiteX2" fmla="*/ 135 w 78038"/>
                  <a:gd name="connsiteY2" fmla="*/ 118938 h 118568"/>
                  <a:gd name="connsiteX3" fmla="*/ 1800 w 78038"/>
                  <a:gd name="connsiteY3" fmla="*/ 108842 h 118568"/>
                  <a:gd name="connsiteX4" fmla="*/ 11359 w 78038"/>
                  <a:gd name="connsiteY4" fmla="*/ 93162 h 118568"/>
                  <a:gd name="connsiteX5" fmla="*/ 30368 w 78038"/>
                  <a:gd name="connsiteY5" fmla="*/ 75280 h 118568"/>
                  <a:gd name="connsiteX6" fmla="*/ 56358 w 78038"/>
                  <a:gd name="connsiteY6" fmla="*/ 50256 h 118568"/>
                  <a:gd name="connsiteX7" fmla="*/ 63125 w 78038"/>
                  <a:gd name="connsiteY7" fmla="*/ 32804 h 118568"/>
                  <a:gd name="connsiteX8" fmla="*/ 56949 w 78038"/>
                  <a:gd name="connsiteY8" fmla="*/ 18305 h 118568"/>
                  <a:gd name="connsiteX9" fmla="*/ 40893 w 78038"/>
                  <a:gd name="connsiteY9" fmla="*/ 12398 h 118568"/>
                  <a:gd name="connsiteX10" fmla="*/ 24139 w 78038"/>
                  <a:gd name="connsiteY10" fmla="*/ 18627 h 118568"/>
                  <a:gd name="connsiteX11" fmla="*/ 17802 w 78038"/>
                  <a:gd name="connsiteY11" fmla="*/ 36026 h 118568"/>
                  <a:gd name="connsiteX12" fmla="*/ 2874 w 78038"/>
                  <a:gd name="connsiteY12" fmla="*/ 34522 h 118568"/>
                  <a:gd name="connsiteX13" fmla="*/ 14366 w 78038"/>
                  <a:gd name="connsiteY13" fmla="*/ 9123 h 118568"/>
                  <a:gd name="connsiteX14" fmla="*/ 41215 w 78038"/>
                  <a:gd name="connsiteY14" fmla="*/ 370 h 118568"/>
                  <a:gd name="connsiteX15" fmla="*/ 68119 w 78038"/>
                  <a:gd name="connsiteY15" fmla="*/ 9821 h 118568"/>
                  <a:gd name="connsiteX16" fmla="*/ 78053 w 78038"/>
                  <a:gd name="connsiteY16" fmla="*/ 33126 h 118568"/>
                  <a:gd name="connsiteX17" fmla="*/ 75153 w 78038"/>
                  <a:gd name="connsiteY17" fmla="*/ 47088 h 118568"/>
                  <a:gd name="connsiteX18" fmla="*/ 65487 w 78038"/>
                  <a:gd name="connsiteY18" fmla="*/ 61479 h 118568"/>
                  <a:gd name="connsiteX19" fmla="*/ 43149 w 78038"/>
                  <a:gd name="connsiteY19" fmla="*/ 82315 h 118568"/>
                  <a:gd name="connsiteX20" fmla="*/ 26394 w 78038"/>
                  <a:gd name="connsiteY20" fmla="*/ 97136 h 118568"/>
                  <a:gd name="connsiteX21" fmla="*/ 20273 w 78038"/>
                  <a:gd name="connsiteY21" fmla="*/ 104976 h 118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8038" h="118568">
                    <a:moveTo>
                      <a:pt x="78160" y="104976"/>
                    </a:moveTo>
                    <a:lnTo>
                      <a:pt x="78160" y="118938"/>
                    </a:lnTo>
                    <a:lnTo>
                      <a:pt x="135" y="118938"/>
                    </a:lnTo>
                    <a:cubicBezTo>
                      <a:pt x="28" y="115447"/>
                      <a:pt x="565" y="112064"/>
                      <a:pt x="1800" y="108842"/>
                    </a:cubicBezTo>
                    <a:cubicBezTo>
                      <a:pt x="3787" y="103580"/>
                      <a:pt x="7009" y="98317"/>
                      <a:pt x="11359" y="93162"/>
                    </a:cubicBezTo>
                    <a:cubicBezTo>
                      <a:pt x="15762" y="88007"/>
                      <a:pt x="22045" y="82046"/>
                      <a:pt x="30368" y="75280"/>
                    </a:cubicBezTo>
                    <a:cubicBezTo>
                      <a:pt x="43149" y="64755"/>
                      <a:pt x="51848" y="56432"/>
                      <a:pt x="56358" y="50256"/>
                    </a:cubicBezTo>
                    <a:cubicBezTo>
                      <a:pt x="60869" y="44134"/>
                      <a:pt x="63125" y="38281"/>
                      <a:pt x="63125" y="32804"/>
                    </a:cubicBezTo>
                    <a:cubicBezTo>
                      <a:pt x="63125" y="27112"/>
                      <a:pt x="61084" y="22225"/>
                      <a:pt x="56949" y="18305"/>
                    </a:cubicBezTo>
                    <a:cubicBezTo>
                      <a:pt x="52868" y="14331"/>
                      <a:pt x="47498" y="12398"/>
                      <a:pt x="40893" y="12398"/>
                    </a:cubicBezTo>
                    <a:cubicBezTo>
                      <a:pt x="33912" y="12398"/>
                      <a:pt x="28327" y="14439"/>
                      <a:pt x="24139" y="18627"/>
                    </a:cubicBezTo>
                    <a:cubicBezTo>
                      <a:pt x="19950" y="22816"/>
                      <a:pt x="17802" y="28615"/>
                      <a:pt x="17802" y="36026"/>
                    </a:cubicBezTo>
                    <a:lnTo>
                      <a:pt x="2874" y="34522"/>
                    </a:lnTo>
                    <a:cubicBezTo>
                      <a:pt x="3894" y="23407"/>
                      <a:pt x="7761" y="14922"/>
                      <a:pt x="14366" y="9123"/>
                    </a:cubicBezTo>
                    <a:cubicBezTo>
                      <a:pt x="21024" y="3269"/>
                      <a:pt x="29992" y="370"/>
                      <a:pt x="41215" y="370"/>
                    </a:cubicBezTo>
                    <a:cubicBezTo>
                      <a:pt x="52546" y="370"/>
                      <a:pt x="61514" y="3484"/>
                      <a:pt x="68119" y="9821"/>
                    </a:cubicBezTo>
                    <a:cubicBezTo>
                      <a:pt x="74724" y="16050"/>
                      <a:pt x="78053" y="23890"/>
                      <a:pt x="78053" y="33126"/>
                    </a:cubicBezTo>
                    <a:cubicBezTo>
                      <a:pt x="78053" y="37905"/>
                      <a:pt x="77033" y="42524"/>
                      <a:pt x="75153" y="47088"/>
                    </a:cubicBezTo>
                    <a:cubicBezTo>
                      <a:pt x="73166" y="51652"/>
                      <a:pt x="69998" y="56485"/>
                      <a:pt x="65487" y="61479"/>
                    </a:cubicBezTo>
                    <a:cubicBezTo>
                      <a:pt x="61030" y="66581"/>
                      <a:pt x="53566" y="73508"/>
                      <a:pt x="43149" y="82315"/>
                    </a:cubicBezTo>
                    <a:cubicBezTo>
                      <a:pt x="34449" y="89618"/>
                      <a:pt x="28864" y="94558"/>
                      <a:pt x="26394" y="97136"/>
                    </a:cubicBezTo>
                    <a:cubicBezTo>
                      <a:pt x="23924" y="99767"/>
                      <a:pt x="21884" y="102398"/>
                      <a:pt x="20273" y="10497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A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80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Safron, Simon</dc:creator>
  <cp:lastModifiedBy>Safron, Simon</cp:lastModifiedBy>
  <cp:revision>1</cp:revision>
  <dcterms:created xsi:type="dcterms:W3CDTF">2025-12-03T15:47:56Z</dcterms:created>
  <dcterms:modified xsi:type="dcterms:W3CDTF">2025-12-03T15:50:17Z</dcterms:modified>
</cp:coreProperties>
</file>